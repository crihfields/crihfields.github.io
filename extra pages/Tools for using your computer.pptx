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62" r:id="rId3"/>
    <p:sldId id="261" r:id="rId4"/>
    <p:sldId id="257" r:id="rId5"/>
    <p:sldId id="258" r:id="rId6"/>
    <p:sldId id="260" r:id="rId7"/>
    <p:sldId id="268" r:id="rId8"/>
    <p:sldId id="270" r:id="rId9"/>
    <p:sldId id="269" r:id="rId10"/>
    <p:sldId id="266" r:id="rId11"/>
    <p:sldId id="259" r:id="rId12"/>
    <p:sldId id="263" r:id="rId13"/>
    <p:sldId id="264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01FC5-CDF8-09A5-4B28-063DEE47DF46}" v="95" dt="2022-04-07T12:37:41.537"/>
    <p1510:client id="{26AA38B4-E2F5-418C-B3DF-ACF2EDFE511C}" v="60" dt="2022-04-05T12:20:36.239"/>
    <p1510:client id="{2A4A63C4-8F3E-E70E-C7A8-AC31212BFD34}" v="74" dt="2022-04-05T12:34:52.560"/>
    <p1510:client id="{41F1FBDB-BA8C-1FC8-10B7-B54F7BCD395B}" v="2" dt="2022-04-13T11:08:03.928"/>
    <p1510:client id="{7749144F-1A57-75D8-1841-AE627A017515}" v="329" dt="2022-04-06T12:21:08.654"/>
    <p1510:client id="{8DE44558-11AA-51BF-C96D-FB517C44172F}" v="158" dt="2022-04-07T12:20:00.200"/>
    <p1510:client id="{9784F619-BB4C-C0E2-746D-2C8A4D5E13ED}" v="3" dt="2022-04-10T14:15:54.183"/>
    <p1510:client id="{A6091864-C512-0E81-AC5D-BD92A6326B12}" v="360" dt="2022-04-29T11:42:20.189"/>
    <p1510:client id="{CB828E1E-0467-33EE-D53A-57939BF7EF7B}" v="1011" dt="2022-04-06T13:11:16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5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5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EF43B1-D117-4D8C-9D8F-CB29DD44E5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89B87EAE-46BA-46B8-9A37-F6A1C0E9037E}">
      <dgm:prSet/>
      <dgm:spPr/>
      <dgm:t>
        <a:bodyPr/>
        <a:lstStyle/>
        <a:p>
          <a:r>
            <a:rPr lang="en-US"/>
            <a:t>When you are on online Word, there will be a button next to "Help" labeled "Editing"</a:t>
          </a:r>
        </a:p>
      </dgm:t>
    </dgm:pt>
    <dgm:pt modelId="{F1A08E27-2FCF-48EA-A26D-C1248D5DB611}" type="parTrans" cxnId="{E32493B3-10A4-4760-AA02-9E7592D8634C}">
      <dgm:prSet/>
      <dgm:spPr/>
      <dgm:t>
        <a:bodyPr/>
        <a:lstStyle/>
        <a:p>
          <a:endParaRPr lang="en-US"/>
        </a:p>
      </dgm:t>
    </dgm:pt>
    <dgm:pt modelId="{A00006C3-6576-4C48-831A-DE72A61BC566}" type="sibTrans" cxnId="{E32493B3-10A4-4760-AA02-9E7592D8634C}">
      <dgm:prSet/>
      <dgm:spPr/>
      <dgm:t>
        <a:bodyPr/>
        <a:lstStyle/>
        <a:p>
          <a:endParaRPr lang="en-US"/>
        </a:p>
      </dgm:t>
    </dgm:pt>
    <dgm:pt modelId="{17931E7B-3349-4397-A2AE-06BA229004DF}">
      <dgm:prSet/>
      <dgm:spPr/>
      <dgm:t>
        <a:bodyPr/>
        <a:lstStyle/>
        <a:p>
          <a:r>
            <a:rPr lang="en-US"/>
            <a:t>When you click "Editing", a tab labeled "Open in Desktop App" will pop up – click that and that's it!</a:t>
          </a:r>
        </a:p>
      </dgm:t>
    </dgm:pt>
    <dgm:pt modelId="{2BCDD1D6-E810-445C-B04C-9B25A8D0940A}" type="parTrans" cxnId="{DB29ADC8-EFF9-405B-8BAB-AFC47F119C33}">
      <dgm:prSet/>
      <dgm:spPr/>
      <dgm:t>
        <a:bodyPr/>
        <a:lstStyle/>
        <a:p>
          <a:endParaRPr lang="en-US"/>
        </a:p>
      </dgm:t>
    </dgm:pt>
    <dgm:pt modelId="{707A5A2D-DFC0-4587-B71F-71B0AAE94BD3}" type="sibTrans" cxnId="{DB29ADC8-EFF9-405B-8BAB-AFC47F119C33}">
      <dgm:prSet/>
      <dgm:spPr/>
      <dgm:t>
        <a:bodyPr/>
        <a:lstStyle/>
        <a:p>
          <a:endParaRPr lang="en-US"/>
        </a:p>
      </dgm:t>
    </dgm:pt>
    <dgm:pt modelId="{1C10C621-30BE-4143-B2AF-E931BB1F6512}" type="pres">
      <dgm:prSet presAssocID="{34EF43B1-D117-4D8C-9D8F-CB29DD44E531}" presName="root" presStyleCnt="0">
        <dgm:presLayoutVars>
          <dgm:dir/>
          <dgm:resizeHandles val="exact"/>
        </dgm:presLayoutVars>
      </dgm:prSet>
      <dgm:spPr/>
    </dgm:pt>
    <dgm:pt modelId="{A14D3BA2-7130-41DE-97D9-EFE45B04A5EA}" type="pres">
      <dgm:prSet presAssocID="{89B87EAE-46BA-46B8-9A37-F6A1C0E9037E}" presName="compNode" presStyleCnt="0"/>
      <dgm:spPr/>
    </dgm:pt>
    <dgm:pt modelId="{4CEFD243-5323-4ADA-87C1-970E4E1123A6}" type="pres">
      <dgm:prSet presAssocID="{89B87EAE-46BA-46B8-9A37-F6A1C0E9037E}" presName="bgRect" presStyleLbl="bgShp" presStyleIdx="0" presStyleCnt="2"/>
      <dgm:spPr/>
    </dgm:pt>
    <dgm:pt modelId="{77077522-BF25-4364-9FCF-C99E6A2B5C9D}" type="pres">
      <dgm:prSet presAssocID="{89B87EAE-46BA-46B8-9A37-F6A1C0E9037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"/>
        </a:ext>
      </dgm:extLst>
    </dgm:pt>
    <dgm:pt modelId="{ABE4EADE-3C76-4350-BF3E-200715CE5BE6}" type="pres">
      <dgm:prSet presAssocID="{89B87EAE-46BA-46B8-9A37-F6A1C0E9037E}" presName="spaceRect" presStyleCnt="0"/>
      <dgm:spPr/>
    </dgm:pt>
    <dgm:pt modelId="{693BBAC8-8C7F-435C-B666-6F06AF5532DF}" type="pres">
      <dgm:prSet presAssocID="{89B87EAE-46BA-46B8-9A37-F6A1C0E9037E}" presName="parTx" presStyleLbl="revTx" presStyleIdx="0" presStyleCnt="2">
        <dgm:presLayoutVars>
          <dgm:chMax val="0"/>
          <dgm:chPref val="0"/>
        </dgm:presLayoutVars>
      </dgm:prSet>
      <dgm:spPr/>
    </dgm:pt>
    <dgm:pt modelId="{A9DEA8DA-DC17-4BA8-BBF7-FFE28F08324D}" type="pres">
      <dgm:prSet presAssocID="{A00006C3-6576-4C48-831A-DE72A61BC566}" presName="sibTrans" presStyleCnt="0"/>
      <dgm:spPr/>
    </dgm:pt>
    <dgm:pt modelId="{40B18E0B-EBC6-4BB2-A298-8431E4F8DBB0}" type="pres">
      <dgm:prSet presAssocID="{17931E7B-3349-4397-A2AE-06BA229004DF}" presName="compNode" presStyleCnt="0"/>
      <dgm:spPr/>
    </dgm:pt>
    <dgm:pt modelId="{6CA8188B-28FC-4008-BDDD-484065578117}" type="pres">
      <dgm:prSet presAssocID="{17931E7B-3349-4397-A2AE-06BA229004DF}" presName="bgRect" presStyleLbl="bgShp" presStyleIdx="1" presStyleCnt="2"/>
      <dgm:spPr/>
    </dgm:pt>
    <dgm:pt modelId="{258EBFF7-2501-4C91-AB18-B38B7518F594}" type="pres">
      <dgm:prSet presAssocID="{17931E7B-3349-4397-A2AE-06BA229004D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1CC3773D-4C97-45F5-936B-AEEA4419E91B}" type="pres">
      <dgm:prSet presAssocID="{17931E7B-3349-4397-A2AE-06BA229004DF}" presName="spaceRect" presStyleCnt="0"/>
      <dgm:spPr/>
    </dgm:pt>
    <dgm:pt modelId="{17F3185C-D2D5-4257-AC84-99AC94F52E88}" type="pres">
      <dgm:prSet presAssocID="{17931E7B-3349-4397-A2AE-06BA229004D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F96E723-446D-450A-8478-69E8B6880799}" type="presOf" srcId="{34EF43B1-D117-4D8C-9D8F-CB29DD44E531}" destId="{1C10C621-30BE-4143-B2AF-E931BB1F6512}" srcOrd="0" destOrd="0" presId="urn:microsoft.com/office/officeart/2018/2/layout/IconVerticalSolidList"/>
    <dgm:cxn modelId="{E32493B3-10A4-4760-AA02-9E7592D8634C}" srcId="{34EF43B1-D117-4D8C-9D8F-CB29DD44E531}" destId="{89B87EAE-46BA-46B8-9A37-F6A1C0E9037E}" srcOrd="0" destOrd="0" parTransId="{F1A08E27-2FCF-48EA-A26D-C1248D5DB611}" sibTransId="{A00006C3-6576-4C48-831A-DE72A61BC566}"/>
    <dgm:cxn modelId="{EFE64AC8-D8C0-4D10-A7DC-F5E7B619EB8D}" type="presOf" srcId="{17931E7B-3349-4397-A2AE-06BA229004DF}" destId="{17F3185C-D2D5-4257-AC84-99AC94F52E88}" srcOrd="0" destOrd="0" presId="urn:microsoft.com/office/officeart/2018/2/layout/IconVerticalSolidList"/>
    <dgm:cxn modelId="{DB29ADC8-EFF9-405B-8BAB-AFC47F119C33}" srcId="{34EF43B1-D117-4D8C-9D8F-CB29DD44E531}" destId="{17931E7B-3349-4397-A2AE-06BA229004DF}" srcOrd="1" destOrd="0" parTransId="{2BCDD1D6-E810-445C-B04C-9B25A8D0940A}" sibTransId="{707A5A2D-DFC0-4587-B71F-71B0AAE94BD3}"/>
    <dgm:cxn modelId="{A85082CC-CC38-4443-AB9A-31B82C05DC9D}" type="presOf" srcId="{89B87EAE-46BA-46B8-9A37-F6A1C0E9037E}" destId="{693BBAC8-8C7F-435C-B666-6F06AF5532DF}" srcOrd="0" destOrd="0" presId="urn:microsoft.com/office/officeart/2018/2/layout/IconVerticalSolidList"/>
    <dgm:cxn modelId="{FF18D315-577F-4C2D-A5EF-B4DCC9CBC3EA}" type="presParOf" srcId="{1C10C621-30BE-4143-B2AF-E931BB1F6512}" destId="{A14D3BA2-7130-41DE-97D9-EFE45B04A5EA}" srcOrd="0" destOrd="0" presId="urn:microsoft.com/office/officeart/2018/2/layout/IconVerticalSolidList"/>
    <dgm:cxn modelId="{AFF87153-CF73-473A-ABC5-80D33B34E356}" type="presParOf" srcId="{A14D3BA2-7130-41DE-97D9-EFE45B04A5EA}" destId="{4CEFD243-5323-4ADA-87C1-970E4E1123A6}" srcOrd="0" destOrd="0" presId="urn:microsoft.com/office/officeart/2018/2/layout/IconVerticalSolidList"/>
    <dgm:cxn modelId="{39DFF070-4064-44CE-8F48-6A1611CFE3F8}" type="presParOf" srcId="{A14D3BA2-7130-41DE-97D9-EFE45B04A5EA}" destId="{77077522-BF25-4364-9FCF-C99E6A2B5C9D}" srcOrd="1" destOrd="0" presId="urn:microsoft.com/office/officeart/2018/2/layout/IconVerticalSolidList"/>
    <dgm:cxn modelId="{5A40C0DE-7CAF-4726-AA29-38BF0F9CC314}" type="presParOf" srcId="{A14D3BA2-7130-41DE-97D9-EFE45B04A5EA}" destId="{ABE4EADE-3C76-4350-BF3E-200715CE5BE6}" srcOrd="2" destOrd="0" presId="urn:microsoft.com/office/officeart/2018/2/layout/IconVerticalSolidList"/>
    <dgm:cxn modelId="{5D3E9BDF-03CF-4B42-BBBF-B1199A6B97F4}" type="presParOf" srcId="{A14D3BA2-7130-41DE-97D9-EFE45B04A5EA}" destId="{693BBAC8-8C7F-435C-B666-6F06AF5532DF}" srcOrd="3" destOrd="0" presId="urn:microsoft.com/office/officeart/2018/2/layout/IconVerticalSolidList"/>
    <dgm:cxn modelId="{1FE09BBA-EE28-4584-8771-A0AE1EC9DDC3}" type="presParOf" srcId="{1C10C621-30BE-4143-B2AF-E931BB1F6512}" destId="{A9DEA8DA-DC17-4BA8-BBF7-FFE28F08324D}" srcOrd="1" destOrd="0" presId="urn:microsoft.com/office/officeart/2018/2/layout/IconVerticalSolidList"/>
    <dgm:cxn modelId="{6B867026-A097-48E2-BFE3-748C6CD6BDC6}" type="presParOf" srcId="{1C10C621-30BE-4143-B2AF-E931BB1F6512}" destId="{40B18E0B-EBC6-4BB2-A298-8431E4F8DBB0}" srcOrd="2" destOrd="0" presId="urn:microsoft.com/office/officeart/2018/2/layout/IconVerticalSolidList"/>
    <dgm:cxn modelId="{C4C10024-3C98-4B99-847A-A2A27EFB076C}" type="presParOf" srcId="{40B18E0B-EBC6-4BB2-A298-8431E4F8DBB0}" destId="{6CA8188B-28FC-4008-BDDD-484065578117}" srcOrd="0" destOrd="0" presId="urn:microsoft.com/office/officeart/2018/2/layout/IconVerticalSolidList"/>
    <dgm:cxn modelId="{8402C3AC-3DD4-47EC-AA92-174CB5C9C6D8}" type="presParOf" srcId="{40B18E0B-EBC6-4BB2-A298-8431E4F8DBB0}" destId="{258EBFF7-2501-4C91-AB18-B38B7518F594}" srcOrd="1" destOrd="0" presId="urn:microsoft.com/office/officeart/2018/2/layout/IconVerticalSolidList"/>
    <dgm:cxn modelId="{C82C445C-C785-4C32-BF7D-6273041BEBE9}" type="presParOf" srcId="{40B18E0B-EBC6-4BB2-A298-8431E4F8DBB0}" destId="{1CC3773D-4C97-45F5-936B-AEEA4419E91B}" srcOrd="2" destOrd="0" presId="urn:microsoft.com/office/officeart/2018/2/layout/IconVerticalSolidList"/>
    <dgm:cxn modelId="{2BDFA18E-B993-4197-9146-984340655E89}" type="presParOf" srcId="{40B18E0B-EBC6-4BB2-A298-8431E4F8DBB0}" destId="{17F3185C-D2D5-4257-AC84-99AC94F52E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4F754E-4DE0-4005-86B2-4861CB9C5F31}" type="doc">
      <dgm:prSet loTypeId="urn:microsoft.com/office/officeart/2005/8/layout/list1" loCatId="list" qsTypeId="urn:microsoft.com/office/officeart/2005/8/quickstyle/simple1" qsCatId="simple" csTypeId="urn:microsoft.com/office/officeart/2005/8/colors/accent5_3" csCatId="accent5"/>
      <dgm:spPr/>
      <dgm:t>
        <a:bodyPr/>
        <a:lstStyle/>
        <a:p>
          <a:endParaRPr lang="en-US"/>
        </a:p>
      </dgm:t>
    </dgm:pt>
    <dgm:pt modelId="{034E2A44-68B9-4AEE-B001-DD5794BA0A92}">
      <dgm:prSet/>
      <dgm:spPr/>
      <dgm:t>
        <a:bodyPr/>
        <a:lstStyle/>
        <a:p>
          <a:r>
            <a:rPr lang="en-US"/>
            <a:t>Word Document</a:t>
          </a:r>
        </a:p>
      </dgm:t>
    </dgm:pt>
    <dgm:pt modelId="{00D5C432-FFA1-4D4A-A753-E62A0B3F7A72}" type="parTrans" cxnId="{7E4D2D26-05CA-4AF6-AEBD-7D08200802E7}">
      <dgm:prSet/>
      <dgm:spPr/>
      <dgm:t>
        <a:bodyPr/>
        <a:lstStyle/>
        <a:p>
          <a:endParaRPr lang="en-US"/>
        </a:p>
      </dgm:t>
    </dgm:pt>
    <dgm:pt modelId="{F3C8FF0A-11D6-44F3-8875-BAE21682F982}" type="sibTrans" cxnId="{7E4D2D26-05CA-4AF6-AEBD-7D08200802E7}">
      <dgm:prSet/>
      <dgm:spPr/>
      <dgm:t>
        <a:bodyPr/>
        <a:lstStyle/>
        <a:p>
          <a:endParaRPr lang="en-US"/>
        </a:p>
      </dgm:t>
    </dgm:pt>
    <dgm:pt modelId="{2EECE259-3D1F-4D9E-A002-BA106CA6918C}">
      <dgm:prSet/>
      <dgm:spPr/>
      <dgm:t>
        <a:bodyPr/>
        <a:lstStyle/>
        <a:p>
          <a:r>
            <a:rPr lang="en-US"/>
            <a:t>Highlight the word(s) you want to comment on</a:t>
          </a:r>
        </a:p>
      </dgm:t>
    </dgm:pt>
    <dgm:pt modelId="{F5433EE6-87B1-4D08-9433-8111350DC20D}" type="parTrans" cxnId="{F819569B-A3BC-448C-B6FC-54B9410F3756}">
      <dgm:prSet/>
      <dgm:spPr/>
      <dgm:t>
        <a:bodyPr/>
        <a:lstStyle/>
        <a:p>
          <a:endParaRPr lang="en-US"/>
        </a:p>
      </dgm:t>
    </dgm:pt>
    <dgm:pt modelId="{18E4FFCB-E429-4382-837A-D71FE01CB990}" type="sibTrans" cxnId="{F819569B-A3BC-448C-B6FC-54B9410F3756}">
      <dgm:prSet/>
      <dgm:spPr/>
      <dgm:t>
        <a:bodyPr/>
        <a:lstStyle/>
        <a:p>
          <a:endParaRPr lang="en-US"/>
        </a:p>
      </dgm:t>
    </dgm:pt>
    <dgm:pt modelId="{8C65FA55-1273-46E6-8841-58FC6275F3E2}">
      <dgm:prSet/>
      <dgm:spPr/>
      <dgm:t>
        <a:bodyPr/>
        <a:lstStyle/>
        <a:p>
          <a:r>
            <a:rPr lang="en-US"/>
            <a:t>A tool bar will pop up</a:t>
          </a:r>
        </a:p>
      </dgm:t>
    </dgm:pt>
    <dgm:pt modelId="{2B2A9364-F0F2-4A7E-B833-587222D91A0B}" type="parTrans" cxnId="{017EA153-2F41-4A76-A209-4D95359F3D88}">
      <dgm:prSet/>
      <dgm:spPr/>
      <dgm:t>
        <a:bodyPr/>
        <a:lstStyle/>
        <a:p>
          <a:endParaRPr lang="en-US"/>
        </a:p>
      </dgm:t>
    </dgm:pt>
    <dgm:pt modelId="{381D700E-792B-46CA-888F-4DD78348E24C}" type="sibTrans" cxnId="{017EA153-2F41-4A76-A209-4D95359F3D88}">
      <dgm:prSet/>
      <dgm:spPr/>
      <dgm:t>
        <a:bodyPr/>
        <a:lstStyle/>
        <a:p>
          <a:endParaRPr lang="en-US"/>
        </a:p>
      </dgm:t>
    </dgm:pt>
    <dgm:pt modelId="{CBD4BAE5-1B9C-48F3-8CED-EACEB32EA154}">
      <dgm:prSet/>
      <dgm:spPr/>
      <dgm:t>
        <a:bodyPr/>
        <a:lstStyle/>
        <a:p>
          <a:r>
            <a:rPr lang="en-US"/>
            <a:t>Click "New Comment"</a:t>
          </a:r>
        </a:p>
      </dgm:t>
    </dgm:pt>
    <dgm:pt modelId="{0BE7FBB0-DAC5-4002-A694-C6756418C6AF}" type="parTrans" cxnId="{36CD191E-D098-47F1-A5FD-C6357EDCCE6A}">
      <dgm:prSet/>
      <dgm:spPr/>
      <dgm:t>
        <a:bodyPr/>
        <a:lstStyle/>
        <a:p>
          <a:endParaRPr lang="en-US"/>
        </a:p>
      </dgm:t>
    </dgm:pt>
    <dgm:pt modelId="{B2801E49-93C8-4191-8971-CADC29B752EC}" type="sibTrans" cxnId="{36CD191E-D098-47F1-A5FD-C6357EDCCE6A}">
      <dgm:prSet/>
      <dgm:spPr/>
      <dgm:t>
        <a:bodyPr/>
        <a:lstStyle/>
        <a:p>
          <a:endParaRPr lang="en-US"/>
        </a:p>
      </dgm:t>
    </dgm:pt>
    <dgm:pt modelId="{F0140E99-8286-4C2E-990B-5EB0D005F931}">
      <dgm:prSet/>
      <dgm:spPr/>
      <dgm:t>
        <a:bodyPr/>
        <a:lstStyle/>
        <a:p>
          <a:r>
            <a:rPr lang="en-US"/>
            <a:t>Power Point</a:t>
          </a:r>
        </a:p>
      </dgm:t>
    </dgm:pt>
    <dgm:pt modelId="{F8CED24B-52F5-4391-8BBB-7F04BFDF19C8}" type="parTrans" cxnId="{F106ABEB-640A-40B3-8AEF-FFA624C87C3F}">
      <dgm:prSet/>
      <dgm:spPr/>
      <dgm:t>
        <a:bodyPr/>
        <a:lstStyle/>
        <a:p>
          <a:endParaRPr lang="en-US"/>
        </a:p>
      </dgm:t>
    </dgm:pt>
    <dgm:pt modelId="{F7B6292A-169D-46DA-A930-526EE15575F6}" type="sibTrans" cxnId="{F106ABEB-640A-40B3-8AEF-FFA624C87C3F}">
      <dgm:prSet/>
      <dgm:spPr/>
      <dgm:t>
        <a:bodyPr/>
        <a:lstStyle/>
        <a:p>
          <a:endParaRPr lang="en-US"/>
        </a:p>
      </dgm:t>
    </dgm:pt>
    <dgm:pt modelId="{9FBC3AEE-39C8-4F9B-8C46-7DA95F4D31BC}">
      <dgm:prSet/>
      <dgm:spPr/>
      <dgm:t>
        <a:bodyPr/>
        <a:lstStyle/>
        <a:p>
          <a:r>
            <a:rPr lang="en-US"/>
            <a:t>Under the slide there is a "Notes" Section, you need to put your curser over the line under the slide and then click and drag the "Notes" section up</a:t>
          </a:r>
        </a:p>
      </dgm:t>
    </dgm:pt>
    <dgm:pt modelId="{9E8DB33F-300A-4A0F-A572-44B53EA30439}" type="parTrans" cxnId="{B2B5601D-6097-4DDC-B7B1-28FCFE21F2EC}">
      <dgm:prSet/>
      <dgm:spPr/>
      <dgm:t>
        <a:bodyPr/>
        <a:lstStyle/>
        <a:p>
          <a:endParaRPr lang="en-US"/>
        </a:p>
      </dgm:t>
    </dgm:pt>
    <dgm:pt modelId="{8FD134F8-0765-4AFF-9A68-57A4823E84C8}" type="sibTrans" cxnId="{B2B5601D-6097-4DDC-B7B1-28FCFE21F2EC}">
      <dgm:prSet/>
      <dgm:spPr/>
      <dgm:t>
        <a:bodyPr/>
        <a:lstStyle/>
        <a:p>
          <a:endParaRPr lang="en-US"/>
        </a:p>
      </dgm:t>
    </dgm:pt>
    <dgm:pt modelId="{BC7C8AAC-CF10-4DB6-89B0-85061987BB5F}" type="pres">
      <dgm:prSet presAssocID="{024F754E-4DE0-4005-86B2-4861CB9C5F31}" presName="linear" presStyleCnt="0">
        <dgm:presLayoutVars>
          <dgm:dir/>
          <dgm:animLvl val="lvl"/>
          <dgm:resizeHandles val="exact"/>
        </dgm:presLayoutVars>
      </dgm:prSet>
      <dgm:spPr/>
    </dgm:pt>
    <dgm:pt modelId="{D4D868FA-EDC7-4AC9-994C-566EE69F65A2}" type="pres">
      <dgm:prSet presAssocID="{034E2A44-68B9-4AEE-B001-DD5794BA0A92}" presName="parentLin" presStyleCnt="0"/>
      <dgm:spPr/>
    </dgm:pt>
    <dgm:pt modelId="{D5196E05-032E-40F9-8F38-3FBF966756FC}" type="pres">
      <dgm:prSet presAssocID="{034E2A44-68B9-4AEE-B001-DD5794BA0A92}" presName="parentLeftMargin" presStyleLbl="node1" presStyleIdx="0" presStyleCnt="2"/>
      <dgm:spPr/>
    </dgm:pt>
    <dgm:pt modelId="{8F746EBE-7D28-4D84-95DA-99BEBAF2891C}" type="pres">
      <dgm:prSet presAssocID="{034E2A44-68B9-4AEE-B001-DD5794BA0A9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E89AD6D-9D28-46EA-9F33-37EEB14E4865}" type="pres">
      <dgm:prSet presAssocID="{034E2A44-68B9-4AEE-B001-DD5794BA0A92}" presName="negativeSpace" presStyleCnt="0"/>
      <dgm:spPr/>
    </dgm:pt>
    <dgm:pt modelId="{069E3491-E808-4516-B244-D96DA584147A}" type="pres">
      <dgm:prSet presAssocID="{034E2A44-68B9-4AEE-B001-DD5794BA0A92}" presName="childText" presStyleLbl="conFgAcc1" presStyleIdx="0" presStyleCnt="2">
        <dgm:presLayoutVars>
          <dgm:bulletEnabled val="1"/>
        </dgm:presLayoutVars>
      </dgm:prSet>
      <dgm:spPr/>
    </dgm:pt>
    <dgm:pt modelId="{A4931E2D-50BA-40E4-944C-BC3036F80DB5}" type="pres">
      <dgm:prSet presAssocID="{F3C8FF0A-11D6-44F3-8875-BAE21682F982}" presName="spaceBetweenRectangles" presStyleCnt="0"/>
      <dgm:spPr/>
    </dgm:pt>
    <dgm:pt modelId="{6B9E3A8C-00A0-4455-80DE-FF8F355CFC33}" type="pres">
      <dgm:prSet presAssocID="{F0140E99-8286-4C2E-990B-5EB0D005F931}" presName="parentLin" presStyleCnt="0"/>
      <dgm:spPr/>
    </dgm:pt>
    <dgm:pt modelId="{971EECAA-BD0D-4EBF-8085-8B5C8FE5C8A9}" type="pres">
      <dgm:prSet presAssocID="{F0140E99-8286-4C2E-990B-5EB0D005F931}" presName="parentLeftMargin" presStyleLbl="node1" presStyleIdx="0" presStyleCnt="2"/>
      <dgm:spPr/>
    </dgm:pt>
    <dgm:pt modelId="{7447B8E3-D509-4C67-B991-F73B5C844419}" type="pres">
      <dgm:prSet presAssocID="{F0140E99-8286-4C2E-990B-5EB0D005F93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5F06870-B3A0-40FC-AE22-7213D289152B}" type="pres">
      <dgm:prSet presAssocID="{F0140E99-8286-4C2E-990B-5EB0D005F931}" presName="negativeSpace" presStyleCnt="0"/>
      <dgm:spPr/>
    </dgm:pt>
    <dgm:pt modelId="{0EB5D11F-F608-4938-91AB-56E4A9974021}" type="pres">
      <dgm:prSet presAssocID="{F0140E99-8286-4C2E-990B-5EB0D005F93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7214A12-1820-40BD-B800-40B4380447C5}" type="presOf" srcId="{8C65FA55-1273-46E6-8841-58FC6275F3E2}" destId="{069E3491-E808-4516-B244-D96DA584147A}" srcOrd="0" destOrd="1" presId="urn:microsoft.com/office/officeart/2005/8/layout/list1"/>
    <dgm:cxn modelId="{838C1A17-2EF0-4A8A-92A9-C9C1313C5173}" type="presOf" srcId="{024F754E-4DE0-4005-86B2-4861CB9C5F31}" destId="{BC7C8AAC-CF10-4DB6-89B0-85061987BB5F}" srcOrd="0" destOrd="0" presId="urn:microsoft.com/office/officeart/2005/8/layout/list1"/>
    <dgm:cxn modelId="{B2B5601D-6097-4DDC-B7B1-28FCFE21F2EC}" srcId="{F0140E99-8286-4C2E-990B-5EB0D005F931}" destId="{9FBC3AEE-39C8-4F9B-8C46-7DA95F4D31BC}" srcOrd="0" destOrd="0" parTransId="{9E8DB33F-300A-4A0F-A572-44B53EA30439}" sibTransId="{8FD134F8-0765-4AFF-9A68-57A4823E84C8}"/>
    <dgm:cxn modelId="{36CD191E-D098-47F1-A5FD-C6357EDCCE6A}" srcId="{034E2A44-68B9-4AEE-B001-DD5794BA0A92}" destId="{CBD4BAE5-1B9C-48F3-8CED-EACEB32EA154}" srcOrd="2" destOrd="0" parTransId="{0BE7FBB0-DAC5-4002-A694-C6756418C6AF}" sibTransId="{B2801E49-93C8-4191-8971-CADC29B752EC}"/>
    <dgm:cxn modelId="{25085A25-86AC-4BEF-925A-ABF416C805EA}" type="presOf" srcId="{034E2A44-68B9-4AEE-B001-DD5794BA0A92}" destId="{8F746EBE-7D28-4D84-95DA-99BEBAF2891C}" srcOrd="1" destOrd="0" presId="urn:microsoft.com/office/officeart/2005/8/layout/list1"/>
    <dgm:cxn modelId="{7E4D2D26-05CA-4AF6-AEBD-7D08200802E7}" srcId="{024F754E-4DE0-4005-86B2-4861CB9C5F31}" destId="{034E2A44-68B9-4AEE-B001-DD5794BA0A92}" srcOrd="0" destOrd="0" parTransId="{00D5C432-FFA1-4D4A-A753-E62A0B3F7A72}" sibTransId="{F3C8FF0A-11D6-44F3-8875-BAE21682F982}"/>
    <dgm:cxn modelId="{329C0B30-669C-4C27-B139-0832AFC2F4FF}" type="presOf" srcId="{F0140E99-8286-4C2E-990B-5EB0D005F931}" destId="{7447B8E3-D509-4C67-B991-F73B5C844419}" srcOrd="1" destOrd="0" presId="urn:microsoft.com/office/officeart/2005/8/layout/list1"/>
    <dgm:cxn modelId="{7AA75532-52A7-4981-9DE9-E495B9C362C1}" type="presOf" srcId="{2EECE259-3D1F-4D9E-A002-BA106CA6918C}" destId="{069E3491-E808-4516-B244-D96DA584147A}" srcOrd="0" destOrd="0" presId="urn:microsoft.com/office/officeart/2005/8/layout/list1"/>
    <dgm:cxn modelId="{017EA153-2F41-4A76-A209-4D95359F3D88}" srcId="{034E2A44-68B9-4AEE-B001-DD5794BA0A92}" destId="{8C65FA55-1273-46E6-8841-58FC6275F3E2}" srcOrd="1" destOrd="0" parTransId="{2B2A9364-F0F2-4A7E-B833-587222D91A0B}" sibTransId="{381D700E-792B-46CA-888F-4DD78348E24C}"/>
    <dgm:cxn modelId="{CC9A9999-110A-443A-82FB-49B623EAB12F}" type="presOf" srcId="{CBD4BAE5-1B9C-48F3-8CED-EACEB32EA154}" destId="{069E3491-E808-4516-B244-D96DA584147A}" srcOrd="0" destOrd="2" presId="urn:microsoft.com/office/officeart/2005/8/layout/list1"/>
    <dgm:cxn modelId="{F819569B-A3BC-448C-B6FC-54B9410F3756}" srcId="{034E2A44-68B9-4AEE-B001-DD5794BA0A92}" destId="{2EECE259-3D1F-4D9E-A002-BA106CA6918C}" srcOrd="0" destOrd="0" parTransId="{F5433EE6-87B1-4D08-9433-8111350DC20D}" sibTransId="{18E4FFCB-E429-4382-837A-D71FE01CB990}"/>
    <dgm:cxn modelId="{7B0136AA-5117-45F4-86FA-799E0BA03C11}" type="presOf" srcId="{034E2A44-68B9-4AEE-B001-DD5794BA0A92}" destId="{D5196E05-032E-40F9-8F38-3FBF966756FC}" srcOrd="0" destOrd="0" presId="urn:microsoft.com/office/officeart/2005/8/layout/list1"/>
    <dgm:cxn modelId="{97CCC9AA-7020-462D-B868-78C5B0C7EF59}" type="presOf" srcId="{9FBC3AEE-39C8-4F9B-8C46-7DA95F4D31BC}" destId="{0EB5D11F-F608-4938-91AB-56E4A9974021}" srcOrd="0" destOrd="0" presId="urn:microsoft.com/office/officeart/2005/8/layout/list1"/>
    <dgm:cxn modelId="{2EC220BD-9CF0-456D-92C2-84444C51249A}" type="presOf" srcId="{F0140E99-8286-4C2E-990B-5EB0D005F931}" destId="{971EECAA-BD0D-4EBF-8085-8B5C8FE5C8A9}" srcOrd="0" destOrd="0" presId="urn:microsoft.com/office/officeart/2005/8/layout/list1"/>
    <dgm:cxn modelId="{F106ABEB-640A-40B3-8AEF-FFA624C87C3F}" srcId="{024F754E-4DE0-4005-86B2-4861CB9C5F31}" destId="{F0140E99-8286-4C2E-990B-5EB0D005F931}" srcOrd="1" destOrd="0" parTransId="{F8CED24B-52F5-4391-8BBB-7F04BFDF19C8}" sibTransId="{F7B6292A-169D-46DA-A930-526EE15575F6}"/>
    <dgm:cxn modelId="{9527564F-871A-4C9C-BB61-8EA25AC1B02F}" type="presParOf" srcId="{BC7C8AAC-CF10-4DB6-89B0-85061987BB5F}" destId="{D4D868FA-EDC7-4AC9-994C-566EE69F65A2}" srcOrd="0" destOrd="0" presId="urn:microsoft.com/office/officeart/2005/8/layout/list1"/>
    <dgm:cxn modelId="{D22DFBC9-7314-4782-A73F-BDBDA8FDCAD5}" type="presParOf" srcId="{D4D868FA-EDC7-4AC9-994C-566EE69F65A2}" destId="{D5196E05-032E-40F9-8F38-3FBF966756FC}" srcOrd="0" destOrd="0" presId="urn:microsoft.com/office/officeart/2005/8/layout/list1"/>
    <dgm:cxn modelId="{A0E12EE4-0EB9-4172-84A7-B76A73023CC9}" type="presParOf" srcId="{D4D868FA-EDC7-4AC9-994C-566EE69F65A2}" destId="{8F746EBE-7D28-4D84-95DA-99BEBAF2891C}" srcOrd="1" destOrd="0" presId="urn:microsoft.com/office/officeart/2005/8/layout/list1"/>
    <dgm:cxn modelId="{F69627EA-364A-437B-9428-8E7B3B742962}" type="presParOf" srcId="{BC7C8AAC-CF10-4DB6-89B0-85061987BB5F}" destId="{8E89AD6D-9D28-46EA-9F33-37EEB14E4865}" srcOrd="1" destOrd="0" presId="urn:microsoft.com/office/officeart/2005/8/layout/list1"/>
    <dgm:cxn modelId="{E9B2F63A-46AC-4503-AF3F-4AAB31C45D5E}" type="presParOf" srcId="{BC7C8AAC-CF10-4DB6-89B0-85061987BB5F}" destId="{069E3491-E808-4516-B244-D96DA584147A}" srcOrd="2" destOrd="0" presId="urn:microsoft.com/office/officeart/2005/8/layout/list1"/>
    <dgm:cxn modelId="{B197BDAD-9B48-42BC-A627-10AFC63A86B5}" type="presParOf" srcId="{BC7C8AAC-CF10-4DB6-89B0-85061987BB5F}" destId="{A4931E2D-50BA-40E4-944C-BC3036F80DB5}" srcOrd="3" destOrd="0" presId="urn:microsoft.com/office/officeart/2005/8/layout/list1"/>
    <dgm:cxn modelId="{FF9AF5C8-D92F-4C92-B6DA-331E7BD9EEAB}" type="presParOf" srcId="{BC7C8AAC-CF10-4DB6-89B0-85061987BB5F}" destId="{6B9E3A8C-00A0-4455-80DE-FF8F355CFC33}" srcOrd="4" destOrd="0" presId="urn:microsoft.com/office/officeart/2005/8/layout/list1"/>
    <dgm:cxn modelId="{03EE998B-0CCD-46B5-938C-33348A167962}" type="presParOf" srcId="{6B9E3A8C-00A0-4455-80DE-FF8F355CFC33}" destId="{971EECAA-BD0D-4EBF-8085-8B5C8FE5C8A9}" srcOrd="0" destOrd="0" presId="urn:microsoft.com/office/officeart/2005/8/layout/list1"/>
    <dgm:cxn modelId="{08A666F6-9ADD-4943-8840-67ED4E074EA3}" type="presParOf" srcId="{6B9E3A8C-00A0-4455-80DE-FF8F355CFC33}" destId="{7447B8E3-D509-4C67-B991-F73B5C844419}" srcOrd="1" destOrd="0" presId="urn:microsoft.com/office/officeart/2005/8/layout/list1"/>
    <dgm:cxn modelId="{36BAA852-FDBC-4217-9426-18945A05F182}" type="presParOf" srcId="{BC7C8AAC-CF10-4DB6-89B0-85061987BB5F}" destId="{25F06870-B3A0-40FC-AE22-7213D289152B}" srcOrd="5" destOrd="0" presId="urn:microsoft.com/office/officeart/2005/8/layout/list1"/>
    <dgm:cxn modelId="{740523AB-C678-468A-B929-879AA059B7E0}" type="presParOf" srcId="{BC7C8AAC-CF10-4DB6-89B0-85061987BB5F}" destId="{0EB5D11F-F608-4938-91AB-56E4A997402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77E464-B4AE-4674-ADEB-B390FDA422C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5_4" csCatId="accent5"/>
      <dgm:spPr/>
      <dgm:t>
        <a:bodyPr/>
        <a:lstStyle/>
        <a:p>
          <a:endParaRPr lang="en-US"/>
        </a:p>
      </dgm:t>
    </dgm:pt>
    <dgm:pt modelId="{BFF72903-9BE2-4F42-BAC6-09B547C3E6E1}">
      <dgm:prSet/>
      <dgm:spPr/>
      <dgm:t>
        <a:bodyPr/>
        <a:lstStyle/>
        <a:p>
          <a:pPr rtl="0"/>
          <a:r>
            <a:rPr lang="en-US" dirty="0"/>
            <a:t>Open to Desktop Word</a:t>
          </a:r>
          <a:r>
            <a:rPr lang="en-US" dirty="0">
              <a:latin typeface="Impact"/>
            </a:rPr>
            <a:t>   </a:t>
          </a:r>
          <a:r>
            <a:rPr lang="en-US" dirty="0"/>
            <a:t>(Slide 2)</a:t>
          </a:r>
        </a:p>
      </dgm:t>
    </dgm:pt>
    <dgm:pt modelId="{70151496-BB69-42C1-B5C5-1E41AA9A8404}" type="parTrans" cxnId="{27ECC0BC-FCAC-4123-A0CC-2A3CB7FF9B15}">
      <dgm:prSet/>
      <dgm:spPr/>
      <dgm:t>
        <a:bodyPr/>
        <a:lstStyle/>
        <a:p>
          <a:endParaRPr lang="en-US"/>
        </a:p>
      </dgm:t>
    </dgm:pt>
    <dgm:pt modelId="{A7939F05-99C3-45E5-9566-2058956ED7AC}" type="sibTrans" cxnId="{27ECC0BC-FCAC-4123-A0CC-2A3CB7FF9B1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F215C32-C91D-493E-899C-87485E14BC0A}">
      <dgm:prSet/>
      <dgm:spPr/>
      <dgm:t>
        <a:bodyPr/>
        <a:lstStyle/>
        <a:p>
          <a:r>
            <a:rPr lang="en-US" dirty="0"/>
            <a:t>Highlight/Select paper</a:t>
          </a:r>
        </a:p>
      </dgm:t>
    </dgm:pt>
    <dgm:pt modelId="{E9B904C6-84C1-42D6-B63B-BB2E5B5373BD}" type="parTrans" cxnId="{4D9E811A-4CFB-4F41-A290-5F56CF4ACDA6}">
      <dgm:prSet/>
      <dgm:spPr/>
      <dgm:t>
        <a:bodyPr/>
        <a:lstStyle/>
        <a:p>
          <a:endParaRPr lang="en-US"/>
        </a:p>
      </dgm:t>
    </dgm:pt>
    <dgm:pt modelId="{F5E663D3-F623-484A-8E57-47883FD03902}" type="sibTrans" cxnId="{4D9E811A-4CFB-4F41-A290-5F56CF4ACDA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1839BF2-6425-4013-B018-F791A37BDAD0}">
      <dgm:prSet/>
      <dgm:spPr/>
      <dgm:t>
        <a:bodyPr/>
        <a:lstStyle/>
        <a:p>
          <a:r>
            <a:rPr lang="en-US" dirty="0"/>
            <a:t>On the tool bar – in between the align words tools, and the paint bucket there is a button that on the left side as arrows going up and down next to four lines – Click it</a:t>
          </a:r>
        </a:p>
      </dgm:t>
    </dgm:pt>
    <dgm:pt modelId="{983A0D33-264B-4FCF-89A2-CAC75518C9DF}" type="parTrans" cxnId="{64D8F515-C522-4B5D-BF0E-A3D0ABCF79A1}">
      <dgm:prSet/>
      <dgm:spPr/>
      <dgm:t>
        <a:bodyPr/>
        <a:lstStyle/>
        <a:p>
          <a:endParaRPr lang="en-US"/>
        </a:p>
      </dgm:t>
    </dgm:pt>
    <dgm:pt modelId="{34C662B5-B420-408B-B179-8F004BBCB0AF}" type="sibTrans" cxnId="{64D8F515-C522-4B5D-BF0E-A3D0ABCF79A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976D788-FED7-48CC-AF8B-403F49C10FA2}">
      <dgm:prSet/>
      <dgm:spPr/>
      <dgm:t>
        <a:bodyPr/>
        <a:lstStyle/>
        <a:p>
          <a:r>
            <a:rPr lang="en-US" dirty="0"/>
            <a:t>Click "2.0"</a:t>
          </a:r>
        </a:p>
      </dgm:t>
    </dgm:pt>
    <dgm:pt modelId="{0E0F6590-F6FE-4550-B2D6-AAECA40598F4}" type="parTrans" cxnId="{AD624B8C-8C74-4F44-9CDD-0CE04074B325}">
      <dgm:prSet/>
      <dgm:spPr/>
      <dgm:t>
        <a:bodyPr/>
        <a:lstStyle/>
        <a:p>
          <a:endParaRPr lang="en-US"/>
        </a:p>
      </dgm:t>
    </dgm:pt>
    <dgm:pt modelId="{DC67846F-9197-42D6-9FF6-F7BE40FBC084}" type="sibTrans" cxnId="{AD624B8C-8C74-4F44-9CDD-0CE04074B32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B7A092B-F9E4-4D82-BC45-CE8F1AD0290F}" type="pres">
      <dgm:prSet presAssocID="{9577E464-B4AE-4674-ADEB-B390FDA422CC}" presName="Name0" presStyleCnt="0">
        <dgm:presLayoutVars>
          <dgm:animLvl val="lvl"/>
          <dgm:resizeHandles val="exact"/>
        </dgm:presLayoutVars>
      </dgm:prSet>
      <dgm:spPr/>
    </dgm:pt>
    <dgm:pt modelId="{B831ECDE-97E5-402B-8EE5-7E35789D2518}" type="pres">
      <dgm:prSet presAssocID="{BFF72903-9BE2-4F42-BAC6-09B547C3E6E1}" presName="compositeNode" presStyleCnt="0">
        <dgm:presLayoutVars>
          <dgm:bulletEnabled val="1"/>
        </dgm:presLayoutVars>
      </dgm:prSet>
      <dgm:spPr/>
    </dgm:pt>
    <dgm:pt modelId="{EAE5BFBA-5A37-4FDC-998F-D6ED53CA2F79}" type="pres">
      <dgm:prSet presAssocID="{BFF72903-9BE2-4F42-BAC6-09B547C3E6E1}" presName="bgRect" presStyleLbl="bgAccFollowNode1" presStyleIdx="0" presStyleCnt="4"/>
      <dgm:spPr/>
    </dgm:pt>
    <dgm:pt modelId="{681E29D4-6536-42DD-8B6C-5DFAB2B94FBA}" type="pres">
      <dgm:prSet presAssocID="{A7939F05-99C3-45E5-9566-2058956ED7AC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48739934-0DAC-42FF-9BA1-EFFD4240FD5A}" type="pres">
      <dgm:prSet presAssocID="{BFF72903-9BE2-4F42-BAC6-09B547C3E6E1}" presName="bottomLine" presStyleLbl="alignNode1" presStyleIdx="1" presStyleCnt="8">
        <dgm:presLayoutVars/>
      </dgm:prSet>
      <dgm:spPr/>
    </dgm:pt>
    <dgm:pt modelId="{73E78EDC-8FF6-4473-9F6C-99C82DDDC7E3}" type="pres">
      <dgm:prSet presAssocID="{BFF72903-9BE2-4F42-BAC6-09B547C3E6E1}" presName="nodeText" presStyleLbl="bgAccFollowNode1" presStyleIdx="0" presStyleCnt="4">
        <dgm:presLayoutVars>
          <dgm:bulletEnabled val="1"/>
        </dgm:presLayoutVars>
      </dgm:prSet>
      <dgm:spPr/>
    </dgm:pt>
    <dgm:pt modelId="{D34A1D94-C91A-4ABF-9236-7D60605FC124}" type="pres">
      <dgm:prSet presAssocID="{A7939F05-99C3-45E5-9566-2058956ED7AC}" presName="sibTrans" presStyleCnt="0"/>
      <dgm:spPr/>
    </dgm:pt>
    <dgm:pt modelId="{BB74D76A-FE31-4E7A-B423-A68399446DB7}" type="pres">
      <dgm:prSet presAssocID="{AF215C32-C91D-493E-899C-87485E14BC0A}" presName="compositeNode" presStyleCnt="0">
        <dgm:presLayoutVars>
          <dgm:bulletEnabled val="1"/>
        </dgm:presLayoutVars>
      </dgm:prSet>
      <dgm:spPr/>
    </dgm:pt>
    <dgm:pt modelId="{BADC42DE-D62B-4113-ACB8-E50E62B750EC}" type="pres">
      <dgm:prSet presAssocID="{AF215C32-C91D-493E-899C-87485E14BC0A}" presName="bgRect" presStyleLbl="bgAccFollowNode1" presStyleIdx="1" presStyleCnt="4"/>
      <dgm:spPr/>
    </dgm:pt>
    <dgm:pt modelId="{A99B4804-679C-4F81-B2D4-4861E74F398D}" type="pres">
      <dgm:prSet presAssocID="{F5E663D3-F623-484A-8E57-47883FD03902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6346666D-73D0-41C1-87CF-AC04BC23A142}" type="pres">
      <dgm:prSet presAssocID="{AF215C32-C91D-493E-899C-87485E14BC0A}" presName="bottomLine" presStyleLbl="alignNode1" presStyleIdx="3" presStyleCnt="8">
        <dgm:presLayoutVars/>
      </dgm:prSet>
      <dgm:spPr/>
    </dgm:pt>
    <dgm:pt modelId="{6DADA2EC-87B8-4ABC-93FF-DE6BF1B50A8B}" type="pres">
      <dgm:prSet presAssocID="{AF215C32-C91D-493E-899C-87485E14BC0A}" presName="nodeText" presStyleLbl="bgAccFollowNode1" presStyleIdx="1" presStyleCnt="4">
        <dgm:presLayoutVars>
          <dgm:bulletEnabled val="1"/>
        </dgm:presLayoutVars>
      </dgm:prSet>
      <dgm:spPr/>
    </dgm:pt>
    <dgm:pt modelId="{20E04566-7431-4465-855B-BC0523F08ECB}" type="pres">
      <dgm:prSet presAssocID="{F5E663D3-F623-484A-8E57-47883FD03902}" presName="sibTrans" presStyleCnt="0"/>
      <dgm:spPr/>
    </dgm:pt>
    <dgm:pt modelId="{B0D7F1A6-FF3E-4845-BBD3-FCA1E622D6D7}" type="pres">
      <dgm:prSet presAssocID="{71839BF2-6425-4013-B018-F791A37BDAD0}" presName="compositeNode" presStyleCnt="0">
        <dgm:presLayoutVars>
          <dgm:bulletEnabled val="1"/>
        </dgm:presLayoutVars>
      </dgm:prSet>
      <dgm:spPr/>
    </dgm:pt>
    <dgm:pt modelId="{0CB35A39-62C4-4764-A851-26E6EE73E9FB}" type="pres">
      <dgm:prSet presAssocID="{71839BF2-6425-4013-B018-F791A37BDAD0}" presName="bgRect" presStyleLbl="bgAccFollowNode1" presStyleIdx="2" presStyleCnt="4"/>
      <dgm:spPr/>
    </dgm:pt>
    <dgm:pt modelId="{540C4FAE-9FD4-45AA-B00A-B47E339CD669}" type="pres">
      <dgm:prSet presAssocID="{34C662B5-B420-408B-B179-8F004BBCB0AF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D0DBA9C-DE2B-4751-A869-B44B1DB631BC}" type="pres">
      <dgm:prSet presAssocID="{71839BF2-6425-4013-B018-F791A37BDAD0}" presName="bottomLine" presStyleLbl="alignNode1" presStyleIdx="5" presStyleCnt="8">
        <dgm:presLayoutVars/>
      </dgm:prSet>
      <dgm:spPr/>
    </dgm:pt>
    <dgm:pt modelId="{8344C0C8-09E2-4D00-81F5-F62EDC9C3830}" type="pres">
      <dgm:prSet presAssocID="{71839BF2-6425-4013-B018-F791A37BDAD0}" presName="nodeText" presStyleLbl="bgAccFollowNode1" presStyleIdx="2" presStyleCnt="4">
        <dgm:presLayoutVars>
          <dgm:bulletEnabled val="1"/>
        </dgm:presLayoutVars>
      </dgm:prSet>
      <dgm:spPr/>
    </dgm:pt>
    <dgm:pt modelId="{40AC816D-A4A6-4BAD-8828-A7669049B701}" type="pres">
      <dgm:prSet presAssocID="{34C662B5-B420-408B-B179-8F004BBCB0AF}" presName="sibTrans" presStyleCnt="0"/>
      <dgm:spPr/>
    </dgm:pt>
    <dgm:pt modelId="{CAAB5B7D-E14C-4EE2-94A5-E6B70A4B622D}" type="pres">
      <dgm:prSet presAssocID="{B976D788-FED7-48CC-AF8B-403F49C10FA2}" presName="compositeNode" presStyleCnt="0">
        <dgm:presLayoutVars>
          <dgm:bulletEnabled val="1"/>
        </dgm:presLayoutVars>
      </dgm:prSet>
      <dgm:spPr/>
    </dgm:pt>
    <dgm:pt modelId="{56A09320-D406-4C84-B758-045FFFA83E50}" type="pres">
      <dgm:prSet presAssocID="{B976D788-FED7-48CC-AF8B-403F49C10FA2}" presName="bgRect" presStyleLbl="bgAccFollowNode1" presStyleIdx="3" presStyleCnt="4"/>
      <dgm:spPr/>
    </dgm:pt>
    <dgm:pt modelId="{D8B37D3D-44F0-47D9-A48F-1CB513230CB5}" type="pres">
      <dgm:prSet presAssocID="{DC67846F-9197-42D6-9FF6-F7BE40FBC08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1713FDF8-E4F2-4BC9-A9E0-A8B248401411}" type="pres">
      <dgm:prSet presAssocID="{B976D788-FED7-48CC-AF8B-403F49C10FA2}" presName="bottomLine" presStyleLbl="alignNode1" presStyleIdx="7" presStyleCnt="8">
        <dgm:presLayoutVars/>
      </dgm:prSet>
      <dgm:spPr/>
    </dgm:pt>
    <dgm:pt modelId="{8B6E6DAC-5FB6-432C-9BF0-29A5661D5EC4}" type="pres">
      <dgm:prSet presAssocID="{B976D788-FED7-48CC-AF8B-403F49C10FA2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D4E8ED0A-6F88-45C1-9103-86398606A8EE}" type="presOf" srcId="{71839BF2-6425-4013-B018-F791A37BDAD0}" destId="{0CB35A39-62C4-4764-A851-26E6EE73E9FB}" srcOrd="0" destOrd="0" presId="urn:microsoft.com/office/officeart/2016/7/layout/BasicLinearProcessNumbered"/>
    <dgm:cxn modelId="{64D8F515-C522-4B5D-BF0E-A3D0ABCF79A1}" srcId="{9577E464-B4AE-4674-ADEB-B390FDA422CC}" destId="{71839BF2-6425-4013-B018-F791A37BDAD0}" srcOrd="2" destOrd="0" parTransId="{983A0D33-264B-4FCF-89A2-CAC75518C9DF}" sibTransId="{34C662B5-B420-408B-B179-8F004BBCB0AF}"/>
    <dgm:cxn modelId="{4D9E811A-4CFB-4F41-A290-5F56CF4ACDA6}" srcId="{9577E464-B4AE-4674-ADEB-B390FDA422CC}" destId="{AF215C32-C91D-493E-899C-87485E14BC0A}" srcOrd="1" destOrd="0" parTransId="{E9B904C6-84C1-42D6-B63B-BB2E5B5373BD}" sibTransId="{F5E663D3-F623-484A-8E57-47883FD03902}"/>
    <dgm:cxn modelId="{37597B1C-3EBC-4D84-A9B3-C44C21B92643}" type="presOf" srcId="{AF215C32-C91D-493E-899C-87485E14BC0A}" destId="{6DADA2EC-87B8-4ABC-93FF-DE6BF1B50A8B}" srcOrd="1" destOrd="0" presId="urn:microsoft.com/office/officeart/2016/7/layout/BasicLinearProcessNumbered"/>
    <dgm:cxn modelId="{8A4FF02E-EA9D-4933-9EF5-1EDBBEA10082}" type="presOf" srcId="{9577E464-B4AE-4674-ADEB-B390FDA422CC}" destId="{1B7A092B-F9E4-4D82-BC45-CE8F1AD0290F}" srcOrd="0" destOrd="0" presId="urn:microsoft.com/office/officeart/2016/7/layout/BasicLinearProcessNumbered"/>
    <dgm:cxn modelId="{ED1F4E62-B10F-4FB7-8D69-C6B1C91AFE91}" type="presOf" srcId="{DC67846F-9197-42D6-9FF6-F7BE40FBC084}" destId="{D8B37D3D-44F0-47D9-A48F-1CB513230CB5}" srcOrd="0" destOrd="0" presId="urn:microsoft.com/office/officeart/2016/7/layout/BasicLinearProcessNumbered"/>
    <dgm:cxn modelId="{389A9146-70F4-47A8-AD81-C2D1A9694208}" type="presOf" srcId="{34C662B5-B420-408B-B179-8F004BBCB0AF}" destId="{540C4FAE-9FD4-45AA-B00A-B47E339CD669}" srcOrd="0" destOrd="0" presId="urn:microsoft.com/office/officeart/2016/7/layout/BasicLinearProcessNumbered"/>
    <dgm:cxn modelId="{F42F056B-B9CE-4D3F-9C46-17554EFC1B30}" type="presOf" srcId="{B976D788-FED7-48CC-AF8B-403F49C10FA2}" destId="{56A09320-D406-4C84-B758-045FFFA83E50}" srcOrd="0" destOrd="0" presId="urn:microsoft.com/office/officeart/2016/7/layout/BasicLinearProcessNumbered"/>
    <dgm:cxn modelId="{D400E852-4224-4B22-AFA6-4F96B9181F09}" type="presOf" srcId="{B976D788-FED7-48CC-AF8B-403F49C10FA2}" destId="{8B6E6DAC-5FB6-432C-9BF0-29A5661D5EC4}" srcOrd="1" destOrd="0" presId="urn:microsoft.com/office/officeart/2016/7/layout/BasicLinearProcessNumbered"/>
    <dgm:cxn modelId="{1711B47C-82E6-4DBD-8398-EEA56C1F3AD0}" type="presOf" srcId="{AF215C32-C91D-493E-899C-87485E14BC0A}" destId="{BADC42DE-D62B-4113-ACB8-E50E62B750EC}" srcOrd="0" destOrd="0" presId="urn:microsoft.com/office/officeart/2016/7/layout/BasicLinearProcessNumbered"/>
    <dgm:cxn modelId="{AD624B8C-8C74-4F44-9CDD-0CE04074B325}" srcId="{9577E464-B4AE-4674-ADEB-B390FDA422CC}" destId="{B976D788-FED7-48CC-AF8B-403F49C10FA2}" srcOrd="3" destOrd="0" parTransId="{0E0F6590-F6FE-4550-B2D6-AAECA40598F4}" sibTransId="{DC67846F-9197-42D6-9FF6-F7BE40FBC084}"/>
    <dgm:cxn modelId="{07EE1390-D188-44D4-973F-A0C3E129033D}" type="presOf" srcId="{A7939F05-99C3-45E5-9566-2058956ED7AC}" destId="{681E29D4-6536-42DD-8B6C-5DFAB2B94FBA}" srcOrd="0" destOrd="0" presId="urn:microsoft.com/office/officeart/2016/7/layout/BasicLinearProcessNumbered"/>
    <dgm:cxn modelId="{0CD83E9A-DCD6-41CB-BD7E-4994928CDF3F}" type="presOf" srcId="{F5E663D3-F623-484A-8E57-47883FD03902}" destId="{A99B4804-679C-4F81-B2D4-4861E74F398D}" srcOrd="0" destOrd="0" presId="urn:microsoft.com/office/officeart/2016/7/layout/BasicLinearProcessNumbered"/>
    <dgm:cxn modelId="{B7F722AA-530E-4072-BC55-8382F5BE1367}" type="presOf" srcId="{BFF72903-9BE2-4F42-BAC6-09B547C3E6E1}" destId="{EAE5BFBA-5A37-4FDC-998F-D6ED53CA2F79}" srcOrd="0" destOrd="0" presId="urn:microsoft.com/office/officeart/2016/7/layout/BasicLinearProcessNumbered"/>
    <dgm:cxn modelId="{27ECC0BC-FCAC-4123-A0CC-2A3CB7FF9B15}" srcId="{9577E464-B4AE-4674-ADEB-B390FDA422CC}" destId="{BFF72903-9BE2-4F42-BAC6-09B547C3E6E1}" srcOrd="0" destOrd="0" parTransId="{70151496-BB69-42C1-B5C5-1E41AA9A8404}" sibTransId="{A7939F05-99C3-45E5-9566-2058956ED7AC}"/>
    <dgm:cxn modelId="{D6037BC9-2EB9-4F40-BD9E-8A2E15E59FCD}" type="presOf" srcId="{71839BF2-6425-4013-B018-F791A37BDAD0}" destId="{8344C0C8-09E2-4D00-81F5-F62EDC9C3830}" srcOrd="1" destOrd="0" presId="urn:microsoft.com/office/officeart/2016/7/layout/BasicLinearProcessNumbered"/>
    <dgm:cxn modelId="{EF6DCFF5-5E74-45C3-A7B9-7AAEA96DD5EB}" type="presOf" srcId="{BFF72903-9BE2-4F42-BAC6-09B547C3E6E1}" destId="{73E78EDC-8FF6-4473-9F6C-99C82DDDC7E3}" srcOrd="1" destOrd="0" presId="urn:microsoft.com/office/officeart/2016/7/layout/BasicLinearProcessNumbered"/>
    <dgm:cxn modelId="{58DA144C-1C3D-463A-AEB8-68E29E6A4DD2}" type="presParOf" srcId="{1B7A092B-F9E4-4D82-BC45-CE8F1AD0290F}" destId="{B831ECDE-97E5-402B-8EE5-7E35789D2518}" srcOrd="0" destOrd="0" presId="urn:microsoft.com/office/officeart/2016/7/layout/BasicLinearProcessNumbered"/>
    <dgm:cxn modelId="{136156A9-BF6B-405A-BD29-36BFD44EEC6B}" type="presParOf" srcId="{B831ECDE-97E5-402B-8EE5-7E35789D2518}" destId="{EAE5BFBA-5A37-4FDC-998F-D6ED53CA2F79}" srcOrd="0" destOrd="0" presId="urn:microsoft.com/office/officeart/2016/7/layout/BasicLinearProcessNumbered"/>
    <dgm:cxn modelId="{D5300A22-9D0B-4A84-A8F1-56EF38DECBC7}" type="presParOf" srcId="{B831ECDE-97E5-402B-8EE5-7E35789D2518}" destId="{681E29D4-6536-42DD-8B6C-5DFAB2B94FBA}" srcOrd="1" destOrd="0" presId="urn:microsoft.com/office/officeart/2016/7/layout/BasicLinearProcessNumbered"/>
    <dgm:cxn modelId="{82763FD9-9C15-462B-874E-051BA550F876}" type="presParOf" srcId="{B831ECDE-97E5-402B-8EE5-7E35789D2518}" destId="{48739934-0DAC-42FF-9BA1-EFFD4240FD5A}" srcOrd="2" destOrd="0" presId="urn:microsoft.com/office/officeart/2016/7/layout/BasicLinearProcessNumbered"/>
    <dgm:cxn modelId="{587CE9BB-D0D3-4896-AACB-BA6D93183052}" type="presParOf" srcId="{B831ECDE-97E5-402B-8EE5-7E35789D2518}" destId="{73E78EDC-8FF6-4473-9F6C-99C82DDDC7E3}" srcOrd="3" destOrd="0" presId="urn:microsoft.com/office/officeart/2016/7/layout/BasicLinearProcessNumbered"/>
    <dgm:cxn modelId="{D4A3657C-CADB-4699-878D-764A8500FAED}" type="presParOf" srcId="{1B7A092B-F9E4-4D82-BC45-CE8F1AD0290F}" destId="{D34A1D94-C91A-4ABF-9236-7D60605FC124}" srcOrd="1" destOrd="0" presId="urn:microsoft.com/office/officeart/2016/7/layout/BasicLinearProcessNumbered"/>
    <dgm:cxn modelId="{E97C4CAA-4B59-4F8B-82DB-1B1A584F3531}" type="presParOf" srcId="{1B7A092B-F9E4-4D82-BC45-CE8F1AD0290F}" destId="{BB74D76A-FE31-4E7A-B423-A68399446DB7}" srcOrd="2" destOrd="0" presId="urn:microsoft.com/office/officeart/2016/7/layout/BasicLinearProcessNumbered"/>
    <dgm:cxn modelId="{9624F154-4C43-4203-AD60-9A0B86FDA1CA}" type="presParOf" srcId="{BB74D76A-FE31-4E7A-B423-A68399446DB7}" destId="{BADC42DE-D62B-4113-ACB8-E50E62B750EC}" srcOrd="0" destOrd="0" presId="urn:microsoft.com/office/officeart/2016/7/layout/BasicLinearProcessNumbered"/>
    <dgm:cxn modelId="{F796E14E-BD6C-4E63-847E-F11DF7DDA36A}" type="presParOf" srcId="{BB74D76A-FE31-4E7A-B423-A68399446DB7}" destId="{A99B4804-679C-4F81-B2D4-4861E74F398D}" srcOrd="1" destOrd="0" presId="urn:microsoft.com/office/officeart/2016/7/layout/BasicLinearProcessNumbered"/>
    <dgm:cxn modelId="{C8091F0A-BF3E-4BCB-B8A8-B20CCD8279D5}" type="presParOf" srcId="{BB74D76A-FE31-4E7A-B423-A68399446DB7}" destId="{6346666D-73D0-41C1-87CF-AC04BC23A142}" srcOrd="2" destOrd="0" presId="urn:microsoft.com/office/officeart/2016/7/layout/BasicLinearProcessNumbered"/>
    <dgm:cxn modelId="{7213EB2B-570B-4AFD-8E5F-563A06313827}" type="presParOf" srcId="{BB74D76A-FE31-4E7A-B423-A68399446DB7}" destId="{6DADA2EC-87B8-4ABC-93FF-DE6BF1B50A8B}" srcOrd="3" destOrd="0" presId="urn:microsoft.com/office/officeart/2016/7/layout/BasicLinearProcessNumbered"/>
    <dgm:cxn modelId="{70F87BD2-0CDE-4C8E-B377-977FDFDB74EA}" type="presParOf" srcId="{1B7A092B-F9E4-4D82-BC45-CE8F1AD0290F}" destId="{20E04566-7431-4465-855B-BC0523F08ECB}" srcOrd="3" destOrd="0" presId="urn:microsoft.com/office/officeart/2016/7/layout/BasicLinearProcessNumbered"/>
    <dgm:cxn modelId="{A17407E3-3AC4-420A-AA1D-E129ADDF3A91}" type="presParOf" srcId="{1B7A092B-F9E4-4D82-BC45-CE8F1AD0290F}" destId="{B0D7F1A6-FF3E-4845-BBD3-FCA1E622D6D7}" srcOrd="4" destOrd="0" presId="urn:microsoft.com/office/officeart/2016/7/layout/BasicLinearProcessNumbered"/>
    <dgm:cxn modelId="{73F23333-C28E-4AE8-BB33-A81C70501468}" type="presParOf" srcId="{B0D7F1A6-FF3E-4845-BBD3-FCA1E622D6D7}" destId="{0CB35A39-62C4-4764-A851-26E6EE73E9FB}" srcOrd="0" destOrd="0" presId="urn:microsoft.com/office/officeart/2016/7/layout/BasicLinearProcessNumbered"/>
    <dgm:cxn modelId="{EC47DDDF-D681-40D2-93D1-9545A36887D5}" type="presParOf" srcId="{B0D7F1A6-FF3E-4845-BBD3-FCA1E622D6D7}" destId="{540C4FAE-9FD4-45AA-B00A-B47E339CD669}" srcOrd="1" destOrd="0" presId="urn:microsoft.com/office/officeart/2016/7/layout/BasicLinearProcessNumbered"/>
    <dgm:cxn modelId="{F1FBB160-82C7-4249-B5D3-D5CEA2F48640}" type="presParOf" srcId="{B0D7F1A6-FF3E-4845-BBD3-FCA1E622D6D7}" destId="{0D0DBA9C-DE2B-4751-A869-B44B1DB631BC}" srcOrd="2" destOrd="0" presId="urn:microsoft.com/office/officeart/2016/7/layout/BasicLinearProcessNumbered"/>
    <dgm:cxn modelId="{EFFA2531-ADAB-46F2-80BE-79EA485FB571}" type="presParOf" srcId="{B0D7F1A6-FF3E-4845-BBD3-FCA1E622D6D7}" destId="{8344C0C8-09E2-4D00-81F5-F62EDC9C3830}" srcOrd="3" destOrd="0" presId="urn:microsoft.com/office/officeart/2016/7/layout/BasicLinearProcessNumbered"/>
    <dgm:cxn modelId="{FA601E45-711B-4900-8D81-78BC08A6A89C}" type="presParOf" srcId="{1B7A092B-F9E4-4D82-BC45-CE8F1AD0290F}" destId="{40AC816D-A4A6-4BAD-8828-A7669049B701}" srcOrd="5" destOrd="0" presId="urn:microsoft.com/office/officeart/2016/7/layout/BasicLinearProcessNumbered"/>
    <dgm:cxn modelId="{49FA9D8A-54DF-4B49-B164-9BBE96320AF0}" type="presParOf" srcId="{1B7A092B-F9E4-4D82-BC45-CE8F1AD0290F}" destId="{CAAB5B7D-E14C-4EE2-94A5-E6B70A4B622D}" srcOrd="6" destOrd="0" presId="urn:microsoft.com/office/officeart/2016/7/layout/BasicLinearProcessNumbered"/>
    <dgm:cxn modelId="{4F94C29A-40D7-4C3D-8172-5764D2DFE25F}" type="presParOf" srcId="{CAAB5B7D-E14C-4EE2-94A5-E6B70A4B622D}" destId="{56A09320-D406-4C84-B758-045FFFA83E50}" srcOrd="0" destOrd="0" presId="urn:microsoft.com/office/officeart/2016/7/layout/BasicLinearProcessNumbered"/>
    <dgm:cxn modelId="{36CA1AF4-A1A0-413D-AAED-C2FF91D0938E}" type="presParOf" srcId="{CAAB5B7D-E14C-4EE2-94A5-E6B70A4B622D}" destId="{D8B37D3D-44F0-47D9-A48F-1CB513230CB5}" srcOrd="1" destOrd="0" presId="urn:microsoft.com/office/officeart/2016/7/layout/BasicLinearProcessNumbered"/>
    <dgm:cxn modelId="{265E23AD-4D31-410A-8F12-1FF1DBF1982C}" type="presParOf" srcId="{CAAB5B7D-E14C-4EE2-94A5-E6B70A4B622D}" destId="{1713FDF8-E4F2-4BC9-A9E0-A8B248401411}" srcOrd="2" destOrd="0" presId="urn:microsoft.com/office/officeart/2016/7/layout/BasicLinearProcessNumbered"/>
    <dgm:cxn modelId="{CCA1057F-F9B3-4D17-B72A-FAFEDF0D9F64}" type="presParOf" srcId="{CAAB5B7D-E14C-4EE2-94A5-E6B70A4B622D}" destId="{8B6E6DAC-5FB6-432C-9BF0-29A5661D5EC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7D292F-265C-4F7C-83F6-8904C7FE344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22F3BAEA-B7E4-41C0-8024-83548DB7464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Open document to Desktop Word (Slide 2)</a:t>
          </a:r>
        </a:p>
      </dgm:t>
    </dgm:pt>
    <dgm:pt modelId="{C4938FFC-1321-4E8B-8515-A6AFF734B849}" type="parTrans" cxnId="{5F95959B-8CF9-4598-80DA-5E8B1569F457}">
      <dgm:prSet/>
      <dgm:spPr/>
      <dgm:t>
        <a:bodyPr/>
        <a:lstStyle/>
        <a:p>
          <a:endParaRPr lang="en-US"/>
        </a:p>
      </dgm:t>
    </dgm:pt>
    <dgm:pt modelId="{D075A732-0947-4B65-A7CF-DD46B1760868}" type="sibTrans" cxnId="{5F95959B-8CF9-4598-80DA-5E8B1569F457}">
      <dgm:prSet/>
      <dgm:spPr/>
      <dgm:t>
        <a:bodyPr/>
        <a:lstStyle/>
        <a:p>
          <a:endParaRPr lang="en-US"/>
        </a:p>
      </dgm:t>
    </dgm:pt>
    <dgm:pt modelId="{EBCE0548-38D1-4FF6-9947-BAFFD17196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If ruler did not automatically pop up at the top of the screen, then...</a:t>
          </a:r>
        </a:p>
      </dgm:t>
    </dgm:pt>
    <dgm:pt modelId="{99E7E8F6-0833-4E0C-A3B9-08BB09281B8A}" type="parTrans" cxnId="{EC47F6B7-CEAB-42E5-9240-0E2CFF6DA529}">
      <dgm:prSet/>
      <dgm:spPr/>
      <dgm:t>
        <a:bodyPr/>
        <a:lstStyle/>
        <a:p>
          <a:endParaRPr lang="en-US"/>
        </a:p>
      </dgm:t>
    </dgm:pt>
    <dgm:pt modelId="{CD6737CC-85E1-443B-9F77-AD2FDB0915DE}" type="sibTrans" cxnId="{EC47F6B7-CEAB-42E5-9240-0E2CFF6DA529}">
      <dgm:prSet/>
      <dgm:spPr/>
      <dgm:t>
        <a:bodyPr/>
        <a:lstStyle/>
        <a:p>
          <a:endParaRPr lang="en-US"/>
        </a:p>
      </dgm:t>
    </dgm:pt>
    <dgm:pt modelId="{04F46418-0A22-45D4-A04C-79B6EAC141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Click "View" button</a:t>
          </a:r>
        </a:p>
      </dgm:t>
    </dgm:pt>
    <dgm:pt modelId="{D9997D70-FE51-44D4-AA90-66E3DBA939FD}" type="parTrans" cxnId="{205D3AEB-8445-485A-8FF9-0E6AC23DE106}">
      <dgm:prSet/>
      <dgm:spPr/>
      <dgm:t>
        <a:bodyPr/>
        <a:lstStyle/>
        <a:p>
          <a:endParaRPr lang="en-US"/>
        </a:p>
      </dgm:t>
    </dgm:pt>
    <dgm:pt modelId="{94DC9C0D-6AE1-4B5A-B139-D24F397ECB28}" type="sibTrans" cxnId="{205D3AEB-8445-485A-8FF9-0E6AC23DE106}">
      <dgm:prSet/>
      <dgm:spPr/>
      <dgm:t>
        <a:bodyPr/>
        <a:lstStyle/>
        <a:p>
          <a:endParaRPr lang="en-US"/>
        </a:p>
      </dgm:t>
    </dgm:pt>
    <dgm:pt modelId="{9D151901-5CB7-4A40-9162-2E1C7A94A8E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 the "Show" section, there is a Check Box with "Ruler" Labeled – Click it</a:t>
          </a:r>
        </a:p>
      </dgm:t>
    </dgm:pt>
    <dgm:pt modelId="{3DDF8654-E422-4C03-A49B-EE6995353551}" type="parTrans" cxnId="{12D78844-1703-44EC-9F45-F5E025A82E96}">
      <dgm:prSet/>
      <dgm:spPr/>
      <dgm:t>
        <a:bodyPr/>
        <a:lstStyle/>
        <a:p>
          <a:endParaRPr lang="en-US"/>
        </a:p>
      </dgm:t>
    </dgm:pt>
    <dgm:pt modelId="{C39ABFFB-1834-455B-839C-C2EAC40CB3A9}" type="sibTrans" cxnId="{12D78844-1703-44EC-9F45-F5E025A82E96}">
      <dgm:prSet/>
      <dgm:spPr/>
      <dgm:t>
        <a:bodyPr/>
        <a:lstStyle/>
        <a:p>
          <a:endParaRPr lang="en-US"/>
        </a:p>
      </dgm:t>
    </dgm:pt>
    <dgm:pt modelId="{553E9C41-6B17-4DF4-BB40-B4071DDEC086}" type="pres">
      <dgm:prSet presAssocID="{697D292F-265C-4F7C-83F6-8904C7FE344E}" presName="root" presStyleCnt="0">
        <dgm:presLayoutVars>
          <dgm:dir/>
          <dgm:resizeHandles val="exact"/>
        </dgm:presLayoutVars>
      </dgm:prSet>
      <dgm:spPr/>
    </dgm:pt>
    <dgm:pt modelId="{AF3313BB-293F-404D-AD92-2B3ED0244DCF}" type="pres">
      <dgm:prSet presAssocID="{22F3BAEA-B7E4-41C0-8024-83548DB74645}" presName="compNode" presStyleCnt="0"/>
      <dgm:spPr/>
    </dgm:pt>
    <dgm:pt modelId="{0E366741-5895-436A-B50B-F2E983093795}" type="pres">
      <dgm:prSet presAssocID="{22F3BAEA-B7E4-41C0-8024-83548DB74645}" presName="iconBgRect" presStyleLbl="bgShp" presStyleIdx="0" presStyleCnt="4"/>
      <dgm:spPr/>
    </dgm:pt>
    <dgm:pt modelId="{80DF8251-C543-4898-B606-94114BB48E93}" type="pres">
      <dgm:prSet presAssocID="{22F3BAEA-B7E4-41C0-8024-83548DB746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1A72D51-22EF-4F02-8C58-E337E9674433}" type="pres">
      <dgm:prSet presAssocID="{22F3BAEA-B7E4-41C0-8024-83548DB74645}" presName="spaceRect" presStyleCnt="0"/>
      <dgm:spPr/>
    </dgm:pt>
    <dgm:pt modelId="{854A42BA-4521-409A-8764-069BF987365A}" type="pres">
      <dgm:prSet presAssocID="{22F3BAEA-B7E4-41C0-8024-83548DB74645}" presName="textRect" presStyleLbl="revTx" presStyleIdx="0" presStyleCnt="4">
        <dgm:presLayoutVars>
          <dgm:chMax val="1"/>
          <dgm:chPref val="1"/>
        </dgm:presLayoutVars>
      </dgm:prSet>
      <dgm:spPr/>
    </dgm:pt>
    <dgm:pt modelId="{2A560B89-3C4B-4D9B-AF95-C25DA302ACAE}" type="pres">
      <dgm:prSet presAssocID="{D075A732-0947-4B65-A7CF-DD46B1760868}" presName="sibTrans" presStyleCnt="0"/>
      <dgm:spPr/>
    </dgm:pt>
    <dgm:pt modelId="{F184D97E-92C1-447C-92C6-A2EE9A1BF867}" type="pres">
      <dgm:prSet presAssocID="{EBCE0548-38D1-4FF6-9947-BAFFD171968E}" presName="compNode" presStyleCnt="0"/>
      <dgm:spPr/>
    </dgm:pt>
    <dgm:pt modelId="{776B8C05-428B-4FF1-9853-235E226AF3DE}" type="pres">
      <dgm:prSet presAssocID="{EBCE0548-38D1-4FF6-9947-BAFFD171968E}" presName="iconBgRect" presStyleLbl="bgShp" presStyleIdx="1" presStyleCnt="4"/>
      <dgm:spPr/>
    </dgm:pt>
    <dgm:pt modelId="{B1BCA145-3A3B-44EF-AC21-81F853C60E6C}" type="pres">
      <dgm:prSet presAssocID="{EBCE0548-38D1-4FF6-9947-BAFFD17196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7AB3FD7D-2F60-44F9-B033-5F69B4D8A865}" type="pres">
      <dgm:prSet presAssocID="{EBCE0548-38D1-4FF6-9947-BAFFD171968E}" presName="spaceRect" presStyleCnt="0"/>
      <dgm:spPr/>
    </dgm:pt>
    <dgm:pt modelId="{3142FE80-0F2F-46C8-A991-BA1FC9640FED}" type="pres">
      <dgm:prSet presAssocID="{EBCE0548-38D1-4FF6-9947-BAFFD171968E}" presName="textRect" presStyleLbl="revTx" presStyleIdx="1" presStyleCnt="4">
        <dgm:presLayoutVars>
          <dgm:chMax val="1"/>
          <dgm:chPref val="1"/>
        </dgm:presLayoutVars>
      </dgm:prSet>
      <dgm:spPr/>
    </dgm:pt>
    <dgm:pt modelId="{81A80B24-EF7E-4D91-896B-BDD9DB5DABC5}" type="pres">
      <dgm:prSet presAssocID="{CD6737CC-85E1-443B-9F77-AD2FDB0915DE}" presName="sibTrans" presStyleCnt="0"/>
      <dgm:spPr/>
    </dgm:pt>
    <dgm:pt modelId="{8A0246AC-0CDB-47A8-B7B7-8831E8C4420C}" type="pres">
      <dgm:prSet presAssocID="{04F46418-0A22-45D4-A04C-79B6EAC14105}" presName="compNode" presStyleCnt="0"/>
      <dgm:spPr/>
    </dgm:pt>
    <dgm:pt modelId="{3201865D-B230-4B0B-B16A-9882FD06DABC}" type="pres">
      <dgm:prSet presAssocID="{04F46418-0A22-45D4-A04C-79B6EAC14105}" presName="iconBgRect" presStyleLbl="bgShp" presStyleIdx="2" presStyleCnt="4"/>
      <dgm:spPr/>
    </dgm:pt>
    <dgm:pt modelId="{BEAE2785-AC43-4ECD-8F3D-936BFEB6059C}" type="pres">
      <dgm:prSet presAssocID="{04F46418-0A22-45D4-A04C-79B6EAC141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B6E42043-9F5A-4D52-B002-96B743EFE5B2}" type="pres">
      <dgm:prSet presAssocID="{04F46418-0A22-45D4-A04C-79B6EAC14105}" presName="spaceRect" presStyleCnt="0"/>
      <dgm:spPr/>
    </dgm:pt>
    <dgm:pt modelId="{8D97111E-4141-4F7C-B5CC-8786E5998220}" type="pres">
      <dgm:prSet presAssocID="{04F46418-0A22-45D4-A04C-79B6EAC14105}" presName="textRect" presStyleLbl="revTx" presStyleIdx="2" presStyleCnt="4">
        <dgm:presLayoutVars>
          <dgm:chMax val="1"/>
          <dgm:chPref val="1"/>
        </dgm:presLayoutVars>
      </dgm:prSet>
      <dgm:spPr/>
    </dgm:pt>
    <dgm:pt modelId="{4BD14561-3204-4396-B748-4E4A52E820CC}" type="pres">
      <dgm:prSet presAssocID="{94DC9C0D-6AE1-4B5A-B139-D24F397ECB28}" presName="sibTrans" presStyleCnt="0"/>
      <dgm:spPr/>
    </dgm:pt>
    <dgm:pt modelId="{4F34280F-E1FC-41C4-A0A1-F2FCE47658E6}" type="pres">
      <dgm:prSet presAssocID="{9D151901-5CB7-4A40-9162-2E1C7A94A8EE}" presName="compNode" presStyleCnt="0"/>
      <dgm:spPr/>
    </dgm:pt>
    <dgm:pt modelId="{D067EC52-8716-44FF-B4F7-3AF1F43865A7}" type="pres">
      <dgm:prSet presAssocID="{9D151901-5CB7-4A40-9162-2E1C7A94A8EE}" presName="iconBgRect" presStyleLbl="bgShp" presStyleIdx="3" presStyleCnt="4"/>
      <dgm:spPr/>
    </dgm:pt>
    <dgm:pt modelId="{7E026BAB-F3DD-422C-94AB-37AFADB1FBF7}" type="pres">
      <dgm:prSet presAssocID="{9D151901-5CB7-4A40-9162-2E1C7A94A8E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8C160893-6802-4640-8F72-C34AEFD760C7}" type="pres">
      <dgm:prSet presAssocID="{9D151901-5CB7-4A40-9162-2E1C7A94A8EE}" presName="spaceRect" presStyleCnt="0"/>
      <dgm:spPr/>
    </dgm:pt>
    <dgm:pt modelId="{AA72F8D1-0B54-454E-A560-06C38F406289}" type="pres">
      <dgm:prSet presAssocID="{9D151901-5CB7-4A40-9162-2E1C7A94A8E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D78844-1703-44EC-9F45-F5E025A82E96}" srcId="{697D292F-265C-4F7C-83F6-8904C7FE344E}" destId="{9D151901-5CB7-4A40-9162-2E1C7A94A8EE}" srcOrd="3" destOrd="0" parTransId="{3DDF8654-E422-4C03-A49B-EE6995353551}" sibTransId="{C39ABFFB-1834-455B-839C-C2EAC40CB3A9}"/>
    <dgm:cxn modelId="{36AE9875-AC07-42F5-BEC4-3D7AA416BF59}" type="presOf" srcId="{EBCE0548-38D1-4FF6-9947-BAFFD171968E}" destId="{3142FE80-0F2F-46C8-A991-BA1FC9640FED}" srcOrd="0" destOrd="0" presId="urn:microsoft.com/office/officeart/2018/5/layout/IconCircleLabelList"/>
    <dgm:cxn modelId="{518BC975-CF5F-48B3-88AA-1A58AAFAE9F3}" type="presOf" srcId="{04F46418-0A22-45D4-A04C-79B6EAC14105}" destId="{8D97111E-4141-4F7C-B5CC-8786E5998220}" srcOrd="0" destOrd="0" presId="urn:microsoft.com/office/officeart/2018/5/layout/IconCircleLabelList"/>
    <dgm:cxn modelId="{5F95959B-8CF9-4598-80DA-5E8B1569F457}" srcId="{697D292F-265C-4F7C-83F6-8904C7FE344E}" destId="{22F3BAEA-B7E4-41C0-8024-83548DB74645}" srcOrd="0" destOrd="0" parTransId="{C4938FFC-1321-4E8B-8515-A6AFF734B849}" sibTransId="{D075A732-0947-4B65-A7CF-DD46B1760868}"/>
    <dgm:cxn modelId="{EC47F6B7-CEAB-42E5-9240-0E2CFF6DA529}" srcId="{697D292F-265C-4F7C-83F6-8904C7FE344E}" destId="{EBCE0548-38D1-4FF6-9947-BAFFD171968E}" srcOrd="1" destOrd="0" parTransId="{99E7E8F6-0833-4E0C-A3B9-08BB09281B8A}" sibTransId="{CD6737CC-85E1-443B-9F77-AD2FDB0915DE}"/>
    <dgm:cxn modelId="{EFD62CD2-C3B1-42F6-894F-07E93C309126}" type="presOf" srcId="{697D292F-265C-4F7C-83F6-8904C7FE344E}" destId="{553E9C41-6B17-4DF4-BB40-B4071DDEC086}" srcOrd="0" destOrd="0" presId="urn:microsoft.com/office/officeart/2018/5/layout/IconCircleLabelList"/>
    <dgm:cxn modelId="{205D3AEB-8445-485A-8FF9-0E6AC23DE106}" srcId="{697D292F-265C-4F7C-83F6-8904C7FE344E}" destId="{04F46418-0A22-45D4-A04C-79B6EAC14105}" srcOrd="2" destOrd="0" parTransId="{D9997D70-FE51-44D4-AA90-66E3DBA939FD}" sibTransId="{94DC9C0D-6AE1-4B5A-B139-D24F397ECB28}"/>
    <dgm:cxn modelId="{945F68EC-07AB-4397-9B43-BECAA2FFFA16}" type="presOf" srcId="{9D151901-5CB7-4A40-9162-2E1C7A94A8EE}" destId="{AA72F8D1-0B54-454E-A560-06C38F406289}" srcOrd="0" destOrd="0" presId="urn:microsoft.com/office/officeart/2018/5/layout/IconCircleLabelList"/>
    <dgm:cxn modelId="{E014D8F3-76CC-477E-8E93-1FCFD69F0E58}" type="presOf" srcId="{22F3BAEA-B7E4-41C0-8024-83548DB74645}" destId="{854A42BA-4521-409A-8764-069BF987365A}" srcOrd="0" destOrd="0" presId="urn:microsoft.com/office/officeart/2018/5/layout/IconCircleLabelList"/>
    <dgm:cxn modelId="{1ACA9929-5E92-4CEA-A8A9-05F3D0CC2D12}" type="presParOf" srcId="{553E9C41-6B17-4DF4-BB40-B4071DDEC086}" destId="{AF3313BB-293F-404D-AD92-2B3ED0244DCF}" srcOrd="0" destOrd="0" presId="urn:microsoft.com/office/officeart/2018/5/layout/IconCircleLabelList"/>
    <dgm:cxn modelId="{4E7CBB16-D05A-4FBA-95E2-DA35A56E6A65}" type="presParOf" srcId="{AF3313BB-293F-404D-AD92-2B3ED0244DCF}" destId="{0E366741-5895-436A-B50B-F2E983093795}" srcOrd="0" destOrd="0" presId="urn:microsoft.com/office/officeart/2018/5/layout/IconCircleLabelList"/>
    <dgm:cxn modelId="{D1A39C47-4197-451E-A745-D1F08E6B92A6}" type="presParOf" srcId="{AF3313BB-293F-404D-AD92-2B3ED0244DCF}" destId="{80DF8251-C543-4898-B606-94114BB48E93}" srcOrd="1" destOrd="0" presId="urn:microsoft.com/office/officeart/2018/5/layout/IconCircleLabelList"/>
    <dgm:cxn modelId="{A1B25C16-2577-4951-A274-7A642723C8F2}" type="presParOf" srcId="{AF3313BB-293F-404D-AD92-2B3ED0244DCF}" destId="{61A72D51-22EF-4F02-8C58-E337E9674433}" srcOrd="2" destOrd="0" presId="urn:microsoft.com/office/officeart/2018/5/layout/IconCircleLabelList"/>
    <dgm:cxn modelId="{92053F37-98B1-40EA-96B4-A62DF0291012}" type="presParOf" srcId="{AF3313BB-293F-404D-AD92-2B3ED0244DCF}" destId="{854A42BA-4521-409A-8764-069BF987365A}" srcOrd="3" destOrd="0" presId="urn:microsoft.com/office/officeart/2018/5/layout/IconCircleLabelList"/>
    <dgm:cxn modelId="{3C63B8A3-0CB1-4DFE-8A2C-20DDB68CD0F7}" type="presParOf" srcId="{553E9C41-6B17-4DF4-BB40-B4071DDEC086}" destId="{2A560B89-3C4B-4D9B-AF95-C25DA302ACAE}" srcOrd="1" destOrd="0" presId="urn:microsoft.com/office/officeart/2018/5/layout/IconCircleLabelList"/>
    <dgm:cxn modelId="{E736D7AA-F185-41BE-9E35-CBE3A3645CF4}" type="presParOf" srcId="{553E9C41-6B17-4DF4-BB40-B4071DDEC086}" destId="{F184D97E-92C1-447C-92C6-A2EE9A1BF867}" srcOrd="2" destOrd="0" presId="urn:microsoft.com/office/officeart/2018/5/layout/IconCircleLabelList"/>
    <dgm:cxn modelId="{F7E02D3D-B464-40EC-8830-8D6CAD306ABA}" type="presParOf" srcId="{F184D97E-92C1-447C-92C6-A2EE9A1BF867}" destId="{776B8C05-428B-4FF1-9853-235E226AF3DE}" srcOrd="0" destOrd="0" presId="urn:microsoft.com/office/officeart/2018/5/layout/IconCircleLabelList"/>
    <dgm:cxn modelId="{2761FED6-051E-45F7-B8C0-0E94F8F0FCBC}" type="presParOf" srcId="{F184D97E-92C1-447C-92C6-A2EE9A1BF867}" destId="{B1BCA145-3A3B-44EF-AC21-81F853C60E6C}" srcOrd="1" destOrd="0" presId="urn:microsoft.com/office/officeart/2018/5/layout/IconCircleLabelList"/>
    <dgm:cxn modelId="{03BC0C75-4A28-4A70-A5B6-5BE9F52CA21E}" type="presParOf" srcId="{F184D97E-92C1-447C-92C6-A2EE9A1BF867}" destId="{7AB3FD7D-2F60-44F9-B033-5F69B4D8A865}" srcOrd="2" destOrd="0" presId="urn:microsoft.com/office/officeart/2018/5/layout/IconCircleLabelList"/>
    <dgm:cxn modelId="{61695353-CDC6-4974-AA99-576846EADCC3}" type="presParOf" srcId="{F184D97E-92C1-447C-92C6-A2EE9A1BF867}" destId="{3142FE80-0F2F-46C8-A991-BA1FC9640FED}" srcOrd="3" destOrd="0" presId="urn:microsoft.com/office/officeart/2018/5/layout/IconCircleLabelList"/>
    <dgm:cxn modelId="{772B619D-FBF1-4E92-9B56-5148FB55BBDD}" type="presParOf" srcId="{553E9C41-6B17-4DF4-BB40-B4071DDEC086}" destId="{81A80B24-EF7E-4D91-896B-BDD9DB5DABC5}" srcOrd="3" destOrd="0" presId="urn:microsoft.com/office/officeart/2018/5/layout/IconCircleLabelList"/>
    <dgm:cxn modelId="{B61C410B-33A6-44CA-BA27-CD219A047320}" type="presParOf" srcId="{553E9C41-6B17-4DF4-BB40-B4071DDEC086}" destId="{8A0246AC-0CDB-47A8-B7B7-8831E8C4420C}" srcOrd="4" destOrd="0" presId="urn:microsoft.com/office/officeart/2018/5/layout/IconCircleLabelList"/>
    <dgm:cxn modelId="{8D2938BE-A554-49B1-9210-1242237419CD}" type="presParOf" srcId="{8A0246AC-0CDB-47A8-B7B7-8831E8C4420C}" destId="{3201865D-B230-4B0B-B16A-9882FD06DABC}" srcOrd="0" destOrd="0" presId="urn:microsoft.com/office/officeart/2018/5/layout/IconCircleLabelList"/>
    <dgm:cxn modelId="{E1DB56DF-1788-4EF8-9A22-BE08AB45A6AE}" type="presParOf" srcId="{8A0246AC-0CDB-47A8-B7B7-8831E8C4420C}" destId="{BEAE2785-AC43-4ECD-8F3D-936BFEB6059C}" srcOrd="1" destOrd="0" presId="urn:microsoft.com/office/officeart/2018/5/layout/IconCircleLabelList"/>
    <dgm:cxn modelId="{B2D6151B-75B4-4695-A247-D17BF4612358}" type="presParOf" srcId="{8A0246AC-0CDB-47A8-B7B7-8831E8C4420C}" destId="{B6E42043-9F5A-4D52-B002-96B743EFE5B2}" srcOrd="2" destOrd="0" presId="urn:microsoft.com/office/officeart/2018/5/layout/IconCircleLabelList"/>
    <dgm:cxn modelId="{6403F896-62F9-4221-A118-B2103372A7FA}" type="presParOf" srcId="{8A0246AC-0CDB-47A8-B7B7-8831E8C4420C}" destId="{8D97111E-4141-4F7C-B5CC-8786E5998220}" srcOrd="3" destOrd="0" presId="urn:microsoft.com/office/officeart/2018/5/layout/IconCircleLabelList"/>
    <dgm:cxn modelId="{ADDF3986-74F3-4931-9A46-B84B8CC4B24B}" type="presParOf" srcId="{553E9C41-6B17-4DF4-BB40-B4071DDEC086}" destId="{4BD14561-3204-4396-B748-4E4A52E820CC}" srcOrd="5" destOrd="0" presId="urn:microsoft.com/office/officeart/2018/5/layout/IconCircleLabelList"/>
    <dgm:cxn modelId="{0869BB4A-3109-4E85-AEAE-9830302BB89A}" type="presParOf" srcId="{553E9C41-6B17-4DF4-BB40-B4071DDEC086}" destId="{4F34280F-E1FC-41C4-A0A1-F2FCE47658E6}" srcOrd="6" destOrd="0" presId="urn:microsoft.com/office/officeart/2018/5/layout/IconCircleLabelList"/>
    <dgm:cxn modelId="{FBDA2EA1-253F-4BAC-8194-B0DAE7456FE1}" type="presParOf" srcId="{4F34280F-E1FC-41C4-A0A1-F2FCE47658E6}" destId="{D067EC52-8716-44FF-B4F7-3AF1F43865A7}" srcOrd="0" destOrd="0" presId="urn:microsoft.com/office/officeart/2018/5/layout/IconCircleLabelList"/>
    <dgm:cxn modelId="{6F2EA677-6640-4B9D-8591-080F39DDF3F2}" type="presParOf" srcId="{4F34280F-E1FC-41C4-A0A1-F2FCE47658E6}" destId="{7E026BAB-F3DD-422C-94AB-37AFADB1FBF7}" srcOrd="1" destOrd="0" presId="urn:microsoft.com/office/officeart/2018/5/layout/IconCircleLabelList"/>
    <dgm:cxn modelId="{54A9C959-8ADF-4631-9491-BDE0583A8003}" type="presParOf" srcId="{4F34280F-E1FC-41C4-A0A1-F2FCE47658E6}" destId="{8C160893-6802-4640-8F72-C34AEFD760C7}" srcOrd="2" destOrd="0" presId="urn:microsoft.com/office/officeart/2018/5/layout/IconCircleLabelList"/>
    <dgm:cxn modelId="{64BE3513-A5D6-4A26-B03C-1102610A0BA7}" type="presParOf" srcId="{4F34280F-E1FC-41C4-A0A1-F2FCE47658E6}" destId="{AA72F8D1-0B54-454E-A560-06C38F4062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0C3719-811C-479D-9F04-68DBF319A8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D19C2C5-4AB4-4C9C-8A72-DEF2B194D1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want to Download the document (look on Slide 3)</a:t>
          </a:r>
        </a:p>
      </dgm:t>
    </dgm:pt>
    <dgm:pt modelId="{7CB3CA93-20F9-4214-9244-3DD513DBF918}" type="parTrans" cxnId="{810DF84F-94C8-4C1A-8773-96FABDCC715D}">
      <dgm:prSet/>
      <dgm:spPr/>
      <dgm:t>
        <a:bodyPr/>
        <a:lstStyle/>
        <a:p>
          <a:endParaRPr lang="en-US"/>
        </a:p>
      </dgm:t>
    </dgm:pt>
    <dgm:pt modelId="{D73ED257-1546-458C-8241-E8B4874EBB0C}" type="sibTrans" cxnId="{810DF84F-94C8-4C1A-8773-96FABDCC715D}">
      <dgm:prSet/>
      <dgm:spPr/>
      <dgm:t>
        <a:bodyPr/>
        <a:lstStyle/>
        <a:p>
          <a:endParaRPr lang="en-US"/>
        </a:p>
      </dgm:t>
    </dgm:pt>
    <dgm:pt modelId="{69A81B41-EA66-48DE-AFAB-924E190AC6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the email to the recipient</a:t>
          </a:r>
        </a:p>
      </dgm:t>
    </dgm:pt>
    <dgm:pt modelId="{501243DE-7F43-4E86-A0D2-DCF541721924}" type="parTrans" cxnId="{111DDF0E-D1C5-4521-A649-1283A4DCAC3B}">
      <dgm:prSet/>
      <dgm:spPr/>
      <dgm:t>
        <a:bodyPr/>
        <a:lstStyle/>
        <a:p>
          <a:endParaRPr lang="en-US"/>
        </a:p>
      </dgm:t>
    </dgm:pt>
    <dgm:pt modelId="{6CC232D6-EB8C-4496-866E-FD3913DB6926}" type="sibTrans" cxnId="{111DDF0E-D1C5-4521-A649-1283A4DCAC3B}">
      <dgm:prSet/>
      <dgm:spPr/>
      <dgm:t>
        <a:bodyPr/>
        <a:lstStyle/>
        <a:p>
          <a:endParaRPr lang="en-US"/>
        </a:p>
      </dgm:t>
    </dgm:pt>
    <dgm:pt modelId="{B3E2419E-17FF-46FA-8263-2E5A4F49B9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Drag and drop from the bottom of the screen to the email</a:t>
          </a:r>
        </a:p>
      </dgm:t>
    </dgm:pt>
    <dgm:pt modelId="{2520395F-0F4A-41B3-863C-C7E9988FBC9A}" type="parTrans" cxnId="{DD76E5E1-536F-40C3-A8FE-F07353ADC616}">
      <dgm:prSet/>
      <dgm:spPr/>
      <dgm:t>
        <a:bodyPr/>
        <a:lstStyle/>
        <a:p>
          <a:endParaRPr lang="en-US"/>
        </a:p>
      </dgm:t>
    </dgm:pt>
    <dgm:pt modelId="{49097B13-8026-4263-A763-6695C2A56C03}" type="sibTrans" cxnId="{DD76E5E1-536F-40C3-A8FE-F07353ADC616}">
      <dgm:prSet/>
      <dgm:spPr/>
      <dgm:t>
        <a:bodyPr/>
        <a:lstStyle/>
        <a:p>
          <a:endParaRPr lang="en-US"/>
        </a:p>
      </dgm:t>
    </dgm:pt>
    <dgm:pt modelId="{364E393E-38E6-4BE6-8CEF-520E7A33623D}" type="pres">
      <dgm:prSet presAssocID="{360C3719-811C-479D-9F04-68DBF319A8EE}" presName="root" presStyleCnt="0">
        <dgm:presLayoutVars>
          <dgm:dir/>
          <dgm:resizeHandles val="exact"/>
        </dgm:presLayoutVars>
      </dgm:prSet>
      <dgm:spPr/>
    </dgm:pt>
    <dgm:pt modelId="{E58654A9-F088-4590-91CC-C1BFFC95484B}" type="pres">
      <dgm:prSet presAssocID="{1D19C2C5-4AB4-4C9C-8A72-DEF2B194D14A}" presName="compNode" presStyleCnt="0"/>
      <dgm:spPr/>
    </dgm:pt>
    <dgm:pt modelId="{9D6BE022-1A4A-4518-9BAF-A0B626A9A7F8}" type="pres">
      <dgm:prSet presAssocID="{1D19C2C5-4AB4-4C9C-8A72-DEF2B194D14A}" presName="bgRect" presStyleLbl="bgShp" presStyleIdx="0" presStyleCnt="3"/>
      <dgm:spPr/>
    </dgm:pt>
    <dgm:pt modelId="{C40E98C2-A4AA-4BA6-81A7-C95405DF5279}" type="pres">
      <dgm:prSet presAssocID="{1D19C2C5-4AB4-4C9C-8A72-DEF2B194D1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5A2AC07D-80E9-42D9-856E-7264FCA7E405}" type="pres">
      <dgm:prSet presAssocID="{1D19C2C5-4AB4-4C9C-8A72-DEF2B194D14A}" presName="spaceRect" presStyleCnt="0"/>
      <dgm:spPr/>
    </dgm:pt>
    <dgm:pt modelId="{3EF5821E-F055-44A1-965C-B45DDC6A7C86}" type="pres">
      <dgm:prSet presAssocID="{1D19C2C5-4AB4-4C9C-8A72-DEF2B194D14A}" presName="parTx" presStyleLbl="revTx" presStyleIdx="0" presStyleCnt="3">
        <dgm:presLayoutVars>
          <dgm:chMax val="0"/>
          <dgm:chPref val="0"/>
        </dgm:presLayoutVars>
      </dgm:prSet>
      <dgm:spPr/>
    </dgm:pt>
    <dgm:pt modelId="{E4AFA0F7-DC2E-48D4-8D29-A34CD73C06A2}" type="pres">
      <dgm:prSet presAssocID="{D73ED257-1546-458C-8241-E8B4874EBB0C}" presName="sibTrans" presStyleCnt="0"/>
      <dgm:spPr/>
    </dgm:pt>
    <dgm:pt modelId="{623EE7D6-F2A0-406E-9048-B62A2FA1B257}" type="pres">
      <dgm:prSet presAssocID="{69A81B41-EA66-48DE-AFAB-924E190AC6A5}" presName="compNode" presStyleCnt="0"/>
      <dgm:spPr/>
    </dgm:pt>
    <dgm:pt modelId="{9B56240D-5E6E-461D-A0BB-BEF3B69354F8}" type="pres">
      <dgm:prSet presAssocID="{69A81B41-EA66-48DE-AFAB-924E190AC6A5}" presName="bgRect" presStyleLbl="bgShp" presStyleIdx="1" presStyleCnt="3"/>
      <dgm:spPr/>
    </dgm:pt>
    <dgm:pt modelId="{B4ABDFAA-222A-466D-BE71-CDE687E6A586}" type="pres">
      <dgm:prSet presAssocID="{69A81B41-EA66-48DE-AFAB-924E190AC6A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AE84A527-0079-4A75-8AD8-405D2ED1B3CB}" type="pres">
      <dgm:prSet presAssocID="{69A81B41-EA66-48DE-AFAB-924E190AC6A5}" presName="spaceRect" presStyleCnt="0"/>
      <dgm:spPr/>
    </dgm:pt>
    <dgm:pt modelId="{CB6F6D57-AB91-4078-88F8-579D742F1F6C}" type="pres">
      <dgm:prSet presAssocID="{69A81B41-EA66-48DE-AFAB-924E190AC6A5}" presName="parTx" presStyleLbl="revTx" presStyleIdx="1" presStyleCnt="3">
        <dgm:presLayoutVars>
          <dgm:chMax val="0"/>
          <dgm:chPref val="0"/>
        </dgm:presLayoutVars>
      </dgm:prSet>
      <dgm:spPr/>
    </dgm:pt>
    <dgm:pt modelId="{25D35FF9-3CA5-4674-92D7-EC294724DC69}" type="pres">
      <dgm:prSet presAssocID="{6CC232D6-EB8C-4496-866E-FD3913DB6926}" presName="sibTrans" presStyleCnt="0"/>
      <dgm:spPr/>
    </dgm:pt>
    <dgm:pt modelId="{662CBD82-FEBC-44AB-9013-D3B504D38294}" type="pres">
      <dgm:prSet presAssocID="{B3E2419E-17FF-46FA-8263-2E5A4F49B903}" presName="compNode" presStyleCnt="0"/>
      <dgm:spPr/>
    </dgm:pt>
    <dgm:pt modelId="{819572D0-5996-4197-9956-91EC8B9BF059}" type="pres">
      <dgm:prSet presAssocID="{B3E2419E-17FF-46FA-8263-2E5A4F49B903}" presName="bgRect" presStyleLbl="bgShp" presStyleIdx="2" presStyleCnt="3"/>
      <dgm:spPr/>
    </dgm:pt>
    <dgm:pt modelId="{9C809F23-2CD3-464E-9BFA-7F97FACE0A78}" type="pres">
      <dgm:prSet presAssocID="{B3E2419E-17FF-46FA-8263-2E5A4F49B9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785A24C7-F0F6-44BC-B9DF-4703DE5E737C}" type="pres">
      <dgm:prSet presAssocID="{B3E2419E-17FF-46FA-8263-2E5A4F49B903}" presName="spaceRect" presStyleCnt="0"/>
      <dgm:spPr/>
    </dgm:pt>
    <dgm:pt modelId="{8EBDDE82-8ABD-4B7D-9090-91484E05AA15}" type="pres">
      <dgm:prSet presAssocID="{B3E2419E-17FF-46FA-8263-2E5A4F49B90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11DDF0E-D1C5-4521-A649-1283A4DCAC3B}" srcId="{360C3719-811C-479D-9F04-68DBF319A8EE}" destId="{69A81B41-EA66-48DE-AFAB-924E190AC6A5}" srcOrd="1" destOrd="0" parTransId="{501243DE-7F43-4E86-A0D2-DCF541721924}" sibTransId="{6CC232D6-EB8C-4496-866E-FD3913DB6926}"/>
    <dgm:cxn modelId="{266C7966-2EE6-4496-B62A-5D71A4CE38BA}" type="presOf" srcId="{360C3719-811C-479D-9F04-68DBF319A8EE}" destId="{364E393E-38E6-4BE6-8CEF-520E7A33623D}" srcOrd="0" destOrd="0" presId="urn:microsoft.com/office/officeart/2018/2/layout/IconVerticalSolidList"/>
    <dgm:cxn modelId="{ED482A48-CA47-4119-90B7-05765FB34D11}" type="presOf" srcId="{69A81B41-EA66-48DE-AFAB-924E190AC6A5}" destId="{CB6F6D57-AB91-4078-88F8-579D742F1F6C}" srcOrd="0" destOrd="0" presId="urn:microsoft.com/office/officeart/2018/2/layout/IconVerticalSolidList"/>
    <dgm:cxn modelId="{810DF84F-94C8-4C1A-8773-96FABDCC715D}" srcId="{360C3719-811C-479D-9F04-68DBF319A8EE}" destId="{1D19C2C5-4AB4-4C9C-8A72-DEF2B194D14A}" srcOrd="0" destOrd="0" parTransId="{7CB3CA93-20F9-4214-9244-3DD513DBF918}" sibTransId="{D73ED257-1546-458C-8241-E8B4874EBB0C}"/>
    <dgm:cxn modelId="{63E1EA73-3328-497D-8814-EEAF2018D57A}" type="presOf" srcId="{1D19C2C5-4AB4-4C9C-8A72-DEF2B194D14A}" destId="{3EF5821E-F055-44A1-965C-B45DDC6A7C86}" srcOrd="0" destOrd="0" presId="urn:microsoft.com/office/officeart/2018/2/layout/IconVerticalSolidList"/>
    <dgm:cxn modelId="{751123D4-21C7-465F-93F8-88408A3B49FD}" type="presOf" srcId="{B3E2419E-17FF-46FA-8263-2E5A4F49B903}" destId="{8EBDDE82-8ABD-4B7D-9090-91484E05AA15}" srcOrd="0" destOrd="0" presId="urn:microsoft.com/office/officeart/2018/2/layout/IconVerticalSolidList"/>
    <dgm:cxn modelId="{DD76E5E1-536F-40C3-A8FE-F07353ADC616}" srcId="{360C3719-811C-479D-9F04-68DBF319A8EE}" destId="{B3E2419E-17FF-46FA-8263-2E5A4F49B903}" srcOrd="2" destOrd="0" parTransId="{2520395F-0F4A-41B3-863C-C7E9988FBC9A}" sibTransId="{49097B13-8026-4263-A763-6695C2A56C03}"/>
    <dgm:cxn modelId="{7B9F2E2D-B030-4282-976C-E20FE63CFA1B}" type="presParOf" srcId="{364E393E-38E6-4BE6-8CEF-520E7A33623D}" destId="{E58654A9-F088-4590-91CC-C1BFFC95484B}" srcOrd="0" destOrd="0" presId="urn:microsoft.com/office/officeart/2018/2/layout/IconVerticalSolidList"/>
    <dgm:cxn modelId="{5EBF4ED6-E65A-4231-9C88-5409D56ED6AB}" type="presParOf" srcId="{E58654A9-F088-4590-91CC-C1BFFC95484B}" destId="{9D6BE022-1A4A-4518-9BAF-A0B626A9A7F8}" srcOrd="0" destOrd="0" presId="urn:microsoft.com/office/officeart/2018/2/layout/IconVerticalSolidList"/>
    <dgm:cxn modelId="{C7B6E5AC-9B6E-49F1-A7AE-11071C545ADA}" type="presParOf" srcId="{E58654A9-F088-4590-91CC-C1BFFC95484B}" destId="{C40E98C2-A4AA-4BA6-81A7-C95405DF5279}" srcOrd="1" destOrd="0" presId="urn:microsoft.com/office/officeart/2018/2/layout/IconVerticalSolidList"/>
    <dgm:cxn modelId="{1C3B7FAF-E9C0-4DD5-B664-56F2E3160542}" type="presParOf" srcId="{E58654A9-F088-4590-91CC-C1BFFC95484B}" destId="{5A2AC07D-80E9-42D9-856E-7264FCA7E405}" srcOrd="2" destOrd="0" presId="urn:microsoft.com/office/officeart/2018/2/layout/IconVerticalSolidList"/>
    <dgm:cxn modelId="{D7A56160-F08E-4680-9FCE-4CC1493F37BE}" type="presParOf" srcId="{E58654A9-F088-4590-91CC-C1BFFC95484B}" destId="{3EF5821E-F055-44A1-965C-B45DDC6A7C86}" srcOrd="3" destOrd="0" presId="urn:microsoft.com/office/officeart/2018/2/layout/IconVerticalSolidList"/>
    <dgm:cxn modelId="{69EF6973-AEB1-4FB5-BDAF-C76B77FE3B72}" type="presParOf" srcId="{364E393E-38E6-4BE6-8CEF-520E7A33623D}" destId="{E4AFA0F7-DC2E-48D4-8D29-A34CD73C06A2}" srcOrd="1" destOrd="0" presId="urn:microsoft.com/office/officeart/2018/2/layout/IconVerticalSolidList"/>
    <dgm:cxn modelId="{658686E7-8914-4320-AD41-51C57362DB23}" type="presParOf" srcId="{364E393E-38E6-4BE6-8CEF-520E7A33623D}" destId="{623EE7D6-F2A0-406E-9048-B62A2FA1B257}" srcOrd="2" destOrd="0" presId="urn:microsoft.com/office/officeart/2018/2/layout/IconVerticalSolidList"/>
    <dgm:cxn modelId="{E62BE4F9-827A-4503-BA6D-09261705ABB6}" type="presParOf" srcId="{623EE7D6-F2A0-406E-9048-B62A2FA1B257}" destId="{9B56240D-5E6E-461D-A0BB-BEF3B69354F8}" srcOrd="0" destOrd="0" presId="urn:microsoft.com/office/officeart/2018/2/layout/IconVerticalSolidList"/>
    <dgm:cxn modelId="{08A9D4DE-2FF3-4555-930F-450AF8D4787C}" type="presParOf" srcId="{623EE7D6-F2A0-406E-9048-B62A2FA1B257}" destId="{B4ABDFAA-222A-466D-BE71-CDE687E6A586}" srcOrd="1" destOrd="0" presId="urn:microsoft.com/office/officeart/2018/2/layout/IconVerticalSolidList"/>
    <dgm:cxn modelId="{87A62156-1812-4A1B-9030-54FE7D4521D9}" type="presParOf" srcId="{623EE7D6-F2A0-406E-9048-B62A2FA1B257}" destId="{AE84A527-0079-4A75-8AD8-405D2ED1B3CB}" srcOrd="2" destOrd="0" presId="urn:microsoft.com/office/officeart/2018/2/layout/IconVerticalSolidList"/>
    <dgm:cxn modelId="{78AAF15A-1365-410A-AD4E-A28A861DC0A9}" type="presParOf" srcId="{623EE7D6-F2A0-406E-9048-B62A2FA1B257}" destId="{CB6F6D57-AB91-4078-88F8-579D742F1F6C}" srcOrd="3" destOrd="0" presId="urn:microsoft.com/office/officeart/2018/2/layout/IconVerticalSolidList"/>
    <dgm:cxn modelId="{3614D558-1177-45A1-8BE9-68F19807BDE4}" type="presParOf" srcId="{364E393E-38E6-4BE6-8CEF-520E7A33623D}" destId="{25D35FF9-3CA5-4674-92D7-EC294724DC69}" srcOrd="3" destOrd="0" presId="urn:microsoft.com/office/officeart/2018/2/layout/IconVerticalSolidList"/>
    <dgm:cxn modelId="{177739E9-F95A-4E0D-A1CB-0B187B9F3BE8}" type="presParOf" srcId="{364E393E-38E6-4BE6-8CEF-520E7A33623D}" destId="{662CBD82-FEBC-44AB-9013-D3B504D38294}" srcOrd="4" destOrd="0" presId="urn:microsoft.com/office/officeart/2018/2/layout/IconVerticalSolidList"/>
    <dgm:cxn modelId="{CEEE3264-ADF6-4A7B-86A7-04939C67465E}" type="presParOf" srcId="{662CBD82-FEBC-44AB-9013-D3B504D38294}" destId="{819572D0-5996-4197-9956-91EC8B9BF059}" srcOrd="0" destOrd="0" presId="urn:microsoft.com/office/officeart/2018/2/layout/IconVerticalSolidList"/>
    <dgm:cxn modelId="{E94439B8-7D0F-4FC5-8298-0C181A204704}" type="presParOf" srcId="{662CBD82-FEBC-44AB-9013-D3B504D38294}" destId="{9C809F23-2CD3-464E-9BFA-7F97FACE0A78}" srcOrd="1" destOrd="0" presId="urn:microsoft.com/office/officeart/2018/2/layout/IconVerticalSolidList"/>
    <dgm:cxn modelId="{19BCD661-6089-4DF9-878B-2044E2E69717}" type="presParOf" srcId="{662CBD82-FEBC-44AB-9013-D3B504D38294}" destId="{785A24C7-F0F6-44BC-B9DF-4703DE5E737C}" srcOrd="2" destOrd="0" presId="urn:microsoft.com/office/officeart/2018/2/layout/IconVerticalSolidList"/>
    <dgm:cxn modelId="{DA3A1E09-4BF0-4602-AB49-96FBAD3A4696}" type="presParOf" srcId="{662CBD82-FEBC-44AB-9013-D3B504D38294}" destId="{8EBDDE82-8ABD-4B7D-9090-91484E05AA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302DE5-B91A-492E-866D-B4412AA099B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5_4" csCatId="accent5"/>
      <dgm:spPr/>
      <dgm:t>
        <a:bodyPr/>
        <a:lstStyle/>
        <a:p>
          <a:endParaRPr lang="en-US"/>
        </a:p>
      </dgm:t>
    </dgm:pt>
    <dgm:pt modelId="{34853D66-02A7-4D9E-BD1C-999066AAE89A}">
      <dgm:prSet/>
      <dgm:spPr/>
      <dgm:t>
        <a:bodyPr/>
        <a:lstStyle/>
        <a:p>
          <a:r>
            <a:rPr lang="en-US" dirty="0"/>
            <a:t>When in the Flash Drive, Right Click</a:t>
          </a:r>
        </a:p>
      </dgm:t>
    </dgm:pt>
    <dgm:pt modelId="{33D93354-AD51-4777-8E38-9723F455A5DF}" type="parTrans" cxnId="{982A78CD-4588-48D0-93AE-17BEBA23B26D}">
      <dgm:prSet/>
      <dgm:spPr/>
      <dgm:t>
        <a:bodyPr/>
        <a:lstStyle/>
        <a:p>
          <a:endParaRPr lang="en-US"/>
        </a:p>
      </dgm:t>
    </dgm:pt>
    <dgm:pt modelId="{289E6BA5-A1A2-4586-B967-3BA74DF3A337}" type="sibTrans" cxnId="{982A78CD-4588-48D0-93AE-17BEBA23B26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86981B8-D5FE-406A-88A7-9781E8AA4343}">
      <dgm:prSet/>
      <dgm:spPr/>
      <dgm:t>
        <a:bodyPr/>
        <a:lstStyle/>
        <a:p>
          <a:r>
            <a:rPr lang="en-US" dirty="0"/>
            <a:t>Click "New"</a:t>
          </a:r>
        </a:p>
      </dgm:t>
    </dgm:pt>
    <dgm:pt modelId="{8F49F7B7-9A5E-457A-A593-D8D5573310AD}" type="parTrans" cxnId="{D6083ADF-36AC-4EBD-B1BA-A830E2F71051}">
      <dgm:prSet/>
      <dgm:spPr/>
      <dgm:t>
        <a:bodyPr/>
        <a:lstStyle/>
        <a:p>
          <a:endParaRPr lang="en-US"/>
        </a:p>
      </dgm:t>
    </dgm:pt>
    <dgm:pt modelId="{794CB91C-6985-45DB-9BF3-D6333D98022D}" type="sibTrans" cxnId="{D6083ADF-36AC-4EBD-B1BA-A830E2F7105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88B5B13-E3BB-411A-B460-893D6835A93B}">
      <dgm:prSet/>
      <dgm:spPr/>
      <dgm:t>
        <a:bodyPr/>
        <a:lstStyle/>
        <a:p>
          <a:r>
            <a:rPr lang="en-US" dirty="0"/>
            <a:t>Click "Folder"</a:t>
          </a:r>
        </a:p>
      </dgm:t>
    </dgm:pt>
    <dgm:pt modelId="{863630FA-1519-4379-8377-48D437E50209}" type="parTrans" cxnId="{9FFC5B3C-FD85-4DAA-9151-584F943B6CC3}">
      <dgm:prSet/>
      <dgm:spPr/>
      <dgm:t>
        <a:bodyPr/>
        <a:lstStyle/>
        <a:p>
          <a:endParaRPr lang="en-US"/>
        </a:p>
      </dgm:t>
    </dgm:pt>
    <dgm:pt modelId="{7ABFB9B1-87B6-4E95-AAE2-2F429D6F6156}" type="sibTrans" cxnId="{9FFC5B3C-FD85-4DAA-9151-584F943B6CC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6BF36B0-B9DB-4A9A-95C4-AEAF42BD17F0}">
      <dgm:prSet/>
      <dgm:spPr/>
      <dgm:t>
        <a:bodyPr/>
        <a:lstStyle/>
        <a:p>
          <a:r>
            <a:rPr lang="en-US" dirty="0"/>
            <a:t>Name the Folder</a:t>
          </a:r>
        </a:p>
      </dgm:t>
    </dgm:pt>
    <dgm:pt modelId="{10975D62-71F2-4F6F-A33E-8264FDF25E1C}" type="parTrans" cxnId="{13A0B658-335A-4CB6-AACB-D70B74DF3EB8}">
      <dgm:prSet/>
      <dgm:spPr/>
      <dgm:t>
        <a:bodyPr/>
        <a:lstStyle/>
        <a:p>
          <a:endParaRPr lang="en-US"/>
        </a:p>
      </dgm:t>
    </dgm:pt>
    <dgm:pt modelId="{A2831FEA-5304-4130-B451-A0C32B942EAA}" type="sibTrans" cxnId="{13A0B658-335A-4CB6-AACB-D70B74DF3EB8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A33275D-853B-4DFB-BEA9-5B2471CB87B8}">
      <dgm:prSet/>
      <dgm:spPr/>
      <dgm:t>
        <a:bodyPr/>
        <a:lstStyle/>
        <a:p>
          <a:r>
            <a:rPr lang="en-US" dirty="0"/>
            <a:t>Drag and drop the files you want to place in the folder</a:t>
          </a:r>
        </a:p>
      </dgm:t>
    </dgm:pt>
    <dgm:pt modelId="{BAC1B76E-DDBD-44CE-9D1A-CC25D1BD78D1}" type="parTrans" cxnId="{1E1AC3E5-0A08-4971-8E87-E481C5DE3298}">
      <dgm:prSet/>
      <dgm:spPr/>
      <dgm:t>
        <a:bodyPr/>
        <a:lstStyle/>
        <a:p>
          <a:endParaRPr lang="en-US"/>
        </a:p>
      </dgm:t>
    </dgm:pt>
    <dgm:pt modelId="{B17F6A7D-14D6-46ED-ABC2-65377702FEE5}" type="sibTrans" cxnId="{1E1AC3E5-0A08-4971-8E87-E481C5DE3298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36075F8-576E-4694-BD78-DAA403C3F692}" type="pres">
      <dgm:prSet presAssocID="{06302DE5-B91A-492E-866D-B4412AA099BD}" presName="Name0" presStyleCnt="0">
        <dgm:presLayoutVars>
          <dgm:animLvl val="lvl"/>
          <dgm:resizeHandles val="exact"/>
        </dgm:presLayoutVars>
      </dgm:prSet>
      <dgm:spPr/>
    </dgm:pt>
    <dgm:pt modelId="{98CF1078-3718-4B2A-AEEA-8AE152435622}" type="pres">
      <dgm:prSet presAssocID="{34853D66-02A7-4D9E-BD1C-999066AAE89A}" presName="compositeNode" presStyleCnt="0">
        <dgm:presLayoutVars>
          <dgm:bulletEnabled val="1"/>
        </dgm:presLayoutVars>
      </dgm:prSet>
      <dgm:spPr/>
    </dgm:pt>
    <dgm:pt modelId="{9E2B04B4-1F60-4E8F-927D-426F9326E7E1}" type="pres">
      <dgm:prSet presAssocID="{34853D66-02A7-4D9E-BD1C-999066AAE89A}" presName="bgRect" presStyleLbl="bgAccFollowNode1" presStyleIdx="0" presStyleCnt="5"/>
      <dgm:spPr/>
    </dgm:pt>
    <dgm:pt modelId="{0C12F966-4562-4001-87A0-1F84507E2988}" type="pres">
      <dgm:prSet presAssocID="{289E6BA5-A1A2-4586-B967-3BA74DF3A337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E0AB7C96-EA3C-44B2-805B-174401B353CE}" type="pres">
      <dgm:prSet presAssocID="{34853D66-02A7-4D9E-BD1C-999066AAE89A}" presName="bottomLine" presStyleLbl="alignNode1" presStyleIdx="1" presStyleCnt="10">
        <dgm:presLayoutVars/>
      </dgm:prSet>
      <dgm:spPr/>
    </dgm:pt>
    <dgm:pt modelId="{0D8F1EDB-D054-4887-A854-189094AEFE78}" type="pres">
      <dgm:prSet presAssocID="{34853D66-02A7-4D9E-BD1C-999066AAE89A}" presName="nodeText" presStyleLbl="bgAccFollowNode1" presStyleIdx="0" presStyleCnt="5">
        <dgm:presLayoutVars>
          <dgm:bulletEnabled val="1"/>
        </dgm:presLayoutVars>
      </dgm:prSet>
      <dgm:spPr/>
    </dgm:pt>
    <dgm:pt modelId="{8FD8591F-9AFD-425C-8FD8-A2DF498348D3}" type="pres">
      <dgm:prSet presAssocID="{289E6BA5-A1A2-4586-B967-3BA74DF3A337}" presName="sibTrans" presStyleCnt="0"/>
      <dgm:spPr/>
    </dgm:pt>
    <dgm:pt modelId="{C7DF83A0-A6A0-4A73-81F0-4522C00AED41}" type="pres">
      <dgm:prSet presAssocID="{C86981B8-D5FE-406A-88A7-9781E8AA4343}" presName="compositeNode" presStyleCnt="0">
        <dgm:presLayoutVars>
          <dgm:bulletEnabled val="1"/>
        </dgm:presLayoutVars>
      </dgm:prSet>
      <dgm:spPr/>
    </dgm:pt>
    <dgm:pt modelId="{F401593E-FC05-480E-863F-224CE4822803}" type="pres">
      <dgm:prSet presAssocID="{C86981B8-D5FE-406A-88A7-9781E8AA4343}" presName="bgRect" presStyleLbl="bgAccFollowNode1" presStyleIdx="1" presStyleCnt="5"/>
      <dgm:spPr/>
    </dgm:pt>
    <dgm:pt modelId="{3B54D6D3-2DBF-481A-A9B1-0674DA705F8B}" type="pres">
      <dgm:prSet presAssocID="{794CB91C-6985-45DB-9BF3-D6333D98022D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98F1820E-17F9-4945-B63E-1815D8D8248A}" type="pres">
      <dgm:prSet presAssocID="{C86981B8-D5FE-406A-88A7-9781E8AA4343}" presName="bottomLine" presStyleLbl="alignNode1" presStyleIdx="3" presStyleCnt="10">
        <dgm:presLayoutVars/>
      </dgm:prSet>
      <dgm:spPr/>
    </dgm:pt>
    <dgm:pt modelId="{9B736310-3376-439D-94EE-6BDB07D1BDBA}" type="pres">
      <dgm:prSet presAssocID="{C86981B8-D5FE-406A-88A7-9781E8AA4343}" presName="nodeText" presStyleLbl="bgAccFollowNode1" presStyleIdx="1" presStyleCnt="5">
        <dgm:presLayoutVars>
          <dgm:bulletEnabled val="1"/>
        </dgm:presLayoutVars>
      </dgm:prSet>
      <dgm:spPr/>
    </dgm:pt>
    <dgm:pt modelId="{F566106E-BDFB-4EA8-A5B3-9DE8225485D4}" type="pres">
      <dgm:prSet presAssocID="{794CB91C-6985-45DB-9BF3-D6333D98022D}" presName="sibTrans" presStyleCnt="0"/>
      <dgm:spPr/>
    </dgm:pt>
    <dgm:pt modelId="{2D5DC03A-EDE8-4AFE-8428-E3401273D754}" type="pres">
      <dgm:prSet presAssocID="{188B5B13-E3BB-411A-B460-893D6835A93B}" presName="compositeNode" presStyleCnt="0">
        <dgm:presLayoutVars>
          <dgm:bulletEnabled val="1"/>
        </dgm:presLayoutVars>
      </dgm:prSet>
      <dgm:spPr/>
    </dgm:pt>
    <dgm:pt modelId="{5CCD9035-B876-4D3F-B72C-EE936796CABB}" type="pres">
      <dgm:prSet presAssocID="{188B5B13-E3BB-411A-B460-893D6835A93B}" presName="bgRect" presStyleLbl="bgAccFollowNode1" presStyleIdx="2" presStyleCnt="5"/>
      <dgm:spPr/>
    </dgm:pt>
    <dgm:pt modelId="{CB92B5BA-9622-4AA0-AC44-FECE81AFE7C1}" type="pres">
      <dgm:prSet presAssocID="{7ABFB9B1-87B6-4E95-AAE2-2F429D6F6156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5C701769-BBC5-4277-A43D-A4BC86017D13}" type="pres">
      <dgm:prSet presAssocID="{188B5B13-E3BB-411A-B460-893D6835A93B}" presName="bottomLine" presStyleLbl="alignNode1" presStyleIdx="5" presStyleCnt="10">
        <dgm:presLayoutVars/>
      </dgm:prSet>
      <dgm:spPr/>
    </dgm:pt>
    <dgm:pt modelId="{871D1D34-E231-46EF-B767-8FE2D4C0B1AD}" type="pres">
      <dgm:prSet presAssocID="{188B5B13-E3BB-411A-B460-893D6835A93B}" presName="nodeText" presStyleLbl="bgAccFollowNode1" presStyleIdx="2" presStyleCnt="5">
        <dgm:presLayoutVars>
          <dgm:bulletEnabled val="1"/>
        </dgm:presLayoutVars>
      </dgm:prSet>
      <dgm:spPr/>
    </dgm:pt>
    <dgm:pt modelId="{802895E3-55D0-4703-BC3D-53F6620B7CF7}" type="pres">
      <dgm:prSet presAssocID="{7ABFB9B1-87B6-4E95-AAE2-2F429D6F6156}" presName="sibTrans" presStyleCnt="0"/>
      <dgm:spPr/>
    </dgm:pt>
    <dgm:pt modelId="{5AFAAAD9-313A-4FE4-8964-856D45070703}" type="pres">
      <dgm:prSet presAssocID="{96BF36B0-B9DB-4A9A-95C4-AEAF42BD17F0}" presName="compositeNode" presStyleCnt="0">
        <dgm:presLayoutVars>
          <dgm:bulletEnabled val="1"/>
        </dgm:presLayoutVars>
      </dgm:prSet>
      <dgm:spPr/>
    </dgm:pt>
    <dgm:pt modelId="{80240CC7-B6FF-4AD3-86D0-1669D69EBE8C}" type="pres">
      <dgm:prSet presAssocID="{96BF36B0-B9DB-4A9A-95C4-AEAF42BD17F0}" presName="bgRect" presStyleLbl="bgAccFollowNode1" presStyleIdx="3" presStyleCnt="5"/>
      <dgm:spPr/>
    </dgm:pt>
    <dgm:pt modelId="{EEDC20D4-0960-43FA-9A59-A3F98A5C121C}" type="pres">
      <dgm:prSet presAssocID="{A2831FEA-5304-4130-B451-A0C32B942EAA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02235388-8848-4732-887E-ED207112E0F5}" type="pres">
      <dgm:prSet presAssocID="{96BF36B0-B9DB-4A9A-95C4-AEAF42BD17F0}" presName="bottomLine" presStyleLbl="alignNode1" presStyleIdx="7" presStyleCnt="10">
        <dgm:presLayoutVars/>
      </dgm:prSet>
      <dgm:spPr/>
    </dgm:pt>
    <dgm:pt modelId="{4E28D6A8-D845-48D9-BDB3-E54C928F8601}" type="pres">
      <dgm:prSet presAssocID="{96BF36B0-B9DB-4A9A-95C4-AEAF42BD17F0}" presName="nodeText" presStyleLbl="bgAccFollowNode1" presStyleIdx="3" presStyleCnt="5">
        <dgm:presLayoutVars>
          <dgm:bulletEnabled val="1"/>
        </dgm:presLayoutVars>
      </dgm:prSet>
      <dgm:spPr/>
    </dgm:pt>
    <dgm:pt modelId="{6A7D3B74-42C3-4701-AADA-8E21BF69CCFE}" type="pres">
      <dgm:prSet presAssocID="{A2831FEA-5304-4130-B451-A0C32B942EAA}" presName="sibTrans" presStyleCnt="0"/>
      <dgm:spPr/>
    </dgm:pt>
    <dgm:pt modelId="{428BF908-D5CE-4EC6-B77E-EDB81C3F99FC}" type="pres">
      <dgm:prSet presAssocID="{2A33275D-853B-4DFB-BEA9-5B2471CB87B8}" presName="compositeNode" presStyleCnt="0">
        <dgm:presLayoutVars>
          <dgm:bulletEnabled val="1"/>
        </dgm:presLayoutVars>
      </dgm:prSet>
      <dgm:spPr/>
    </dgm:pt>
    <dgm:pt modelId="{1ABF2596-C6F0-45CC-8EE2-8C9837D1F2E5}" type="pres">
      <dgm:prSet presAssocID="{2A33275D-853B-4DFB-BEA9-5B2471CB87B8}" presName="bgRect" presStyleLbl="bgAccFollowNode1" presStyleIdx="4" presStyleCnt="5"/>
      <dgm:spPr/>
    </dgm:pt>
    <dgm:pt modelId="{042EF22D-F9DE-4E84-BEC9-D7866FEC219A}" type="pres">
      <dgm:prSet presAssocID="{B17F6A7D-14D6-46ED-ABC2-65377702FEE5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6F7B14AA-D9CE-4215-A9CB-A6B747039EA1}" type="pres">
      <dgm:prSet presAssocID="{2A33275D-853B-4DFB-BEA9-5B2471CB87B8}" presName="bottomLine" presStyleLbl="alignNode1" presStyleIdx="9" presStyleCnt="10">
        <dgm:presLayoutVars/>
      </dgm:prSet>
      <dgm:spPr/>
    </dgm:pt>
    <dgm:pt modelId="{431E0D22-7387-4C79-98EA-88EE1218F179}" type="pres">
      <dgm:prSet presAssocID="{2A33275D-853B-4DFB-BEA9-5B2471CB87B8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22C602-E7FF-4107-A3A9-62DC3BB1F51B}" type="presOf" srcId="{34853D66-02A7-4D9E-BD1C-999066AAE89A}" destId="{9E2B04B4-1F60-4E8F-927D-426F9326E7E1}" srcOrd="0" destOrd="0" presId="urn:microsoft.com/office/officeart/2016/7/layout/BasicLinearProcessNumbered"/>
    <dgm:cxn modelId="{6B041F13-C94A-4CC4-B209-E182D8533907}" type="presOf" srcId="{188B5B13-E3BB-411A-B460-893D6835A93B}" destId="{871D1D34-E231-46EF-B767-8FE2D4C0B1AD}" srcOrd="1" destOrd="0" presId="urn:microsoft.com/office/officeart/2016/7/layout/BasicLinearProcessNumbered"/>
    <dgm:cxn modelId="{858AA021-8956-4622-972D-8E92168CB236}" type="presOf" srcId="{C86981B8-D5FE-406A-88A7-9781E8AA4343}" destId="{9B736310-3376-439D-94EE-6BDB07D1BDBA}" srcOrd="1" destOrd="0" presId="urn:microsoft.com/office/officeart/2016/7/layout/BasicLinearProcessNumbered"/>
    <dgm:cxn modelId="{875B2025-051C-4A02-817D-B1751EA16476}" type="presOf" srcId="{794CB91C-6985-45DB-9BF3-D6333D98022D}" destId="{3B54D6D3-2DBF-481A-A9B1-0674DA705F8B}" srcOrd="0" destOrd="0" presId="urn:microsoft.com/office/officeart/2016/7/layout/BasicLinearProcessNumbered"/>
    <dgm:cxn modelId="{6BD4262D-9641-4214-9EEC-2E0857C975B2}" type="presOf" srcId="{2A33275D-853B-4DFB-BEA9-5B2471CB87B8}" destId="{1ABF2596-C6F0-45CC-8EE2-8C9837D1F2E5}" srcOrd="0" destOrd="0" presId="urn:microsoft.com/office/officeart/2016/7/layout/BasicLinearProcessNumbered"/>
    <dgm:cxn modelId="{8A03F036-5F12-441F-A02F-1F9BD79AE3A2}" type="presOf" srcId="{34853D66-02A7-4D9E-BD1C-999066AAE89A}" destId="{0D8F1EDB-D054-4887-A854-189094AEFE78}" srcOrd="1" destOrd="0" presId="urn:microsoft.com/office/officeart/2016/7/layout/BasicLinearProcessNumbered"/>
    <dgm:cxn modelId="{9FFC5B3C-FD85-4DAA-9151-584F943B6CC3}" srcId="{06302DE5-B91A-492E-866D-B4412AA099BD}" destId="{188B5B13-E3BB-411A-B460-893D6835A93B}" srcOrd="2" destOrd="0" parTransId="{863630FA-1519-4379-8377-48D437E50209}" sibTransId="{7ABFB9B1-87B6-4E95-AAE2-2F429D6F6156}"/>
    <dgm:cxn modelId="{273B9E4F-58C7-4EF6-82FC-CB9E1337CE05}" type="presOf" srcId="{C86981B8-D5FE-406A-88A7-9781E8AA4343}" destId="{F401593E-FC05-480E-863F-224CE4822803}" srcOrd="0" destOrd="0" presId="urn:microsoft.com/office/officeart/2016/7/layout/BasicLinearProcessNumbered"/>
    <dgm:cxn modelId="{F562B375-5B84-4093-A86F-F4BD5EEC5EF2}" type="presOf" srcId="{96BF36B0-B9DB-4A9A-95C4-AEAF42BD17F0}" destId="{80240CC7-B6FF-4AD3-86D0-1669D69EBE8C}" srcOrd="0" destOrd="0" presId="urn:microsoft.com/office/officeart/2016/7/layout/BasicLinearProcessNumbered"/>
    <dgm:cxn modelId="{13A0B658-335A-4CB6-AACB-D70B74DF3EB8}" srcId="{06302DE5-B91A-492E-866D-B4412AA099BD}" destId="{96BF36B0-B9DB-4A9A-95C4-AEAF42BD17F0}" srcOrd="3" destOrd="0" parTransId="{10975D62-71F2-4F6F-A33E-8264FDF25E1C}" sibTransId="{A2831FEA-5304-4130-B451-A0C32B942EAA}"/>
    <dgm:cxn modelId="{A107CD5A-4A1B-4B1F-8AB3-79BCFA27CA6F}" type="presOf" srcId="{06302DE5-B91A-492E-866D-B4412AA099BD}" destId="{A36075F8-576E-4694-BD78-DAA403C3F692}" srcOrd="0" destOrd="0" presId="urn:microsoft.com/office/officeart/2016/7/layout/BasicLinearProcessNumbered"/>
    <dgm:cxn modelId="{9CB15F83-46FF-4A64-AADF-4E608531189C}" type="presOf" srcId="{96BF36B0-B9DB-4A9A-95C4-AEAF42BD17F0}" destId="{4E28D6A8-D845-48D9-BDB3-E54C928F8601}" srcOrd="1" destOrd="0" presId="urn:microsoft.com/office/officeart/2016/7/layout/BasicLinearProcessNumbered"/>
    <dgm:cxn modelId="{E2764C87-D2CC-4FCF-94D1-96F5793883B4}" type="presOf" srcId="{188B5B13-E3BB-411A-B460-893D6835A93B}" destId="{5CCD9035-B876-4D3F-B72C-EE936796CABB}" srcOrd="0" destOrd="0" presId="urn:microsoft.com/office/officeart/2016/7/layout/BasicLinearProcessNumbered"/>
    <dgm:cxn modelId="{713B58B7-2F95-4C04-AAB4-136F2816EA14}" type="presOf" srcId="{289E6BA5-A1A2-4586-B967-3BA74DF3A337}" destId="{0C12F966-4562-4001-87A0-1F84507E2988}" srcOrd="0" destOrd="0" presId="urn:microsoft.com/office/officeart/2016/7/layout/BasicLinearProcessNumbered"/>
    <dgm:cxn modelId="{8932DDC1-261F-41CE-AB7B-D839DE706509}" type="presOf" srcId="{7ABFB9B1-87B6-4E95-AAE2-2F429D6F6156}" destId="{CB92B5BA-9622-4AA0-AC44-FECE81AFE7C1}" srcOrd="0" destOrd="0" presId="urn:microsoft.com/office/officeart/2016/7/layout/BasicLinearProcessNumbered"/>
    <dgm:cxn modelId="{C3A0A6C9-F76E-45D4-897A-818DCD67D90F}" type="presOf" srcId="{A2831FEA-5304-4130-B451-A0C32B942EAA}" destId="{EEDC20D4-0960-43FA-9A59-A3F98A5C121C}" srcOrd="0" destOrd="0" presId="urn:microsoft.com/office/officeart/2016/7/layout/BasicLinearProcessNumbered"/>
    <dgm:cxn modelId="{982A78CD-4588-48D0-93AE-17BEBA23B26D}" srcId="{06302DE5-B91A-492E-866D-B4412AA099BD}" destId="{34853D66-02A7-4D9E-BD1C-999066AAE89A}" srcOrd="0" destOrd="0" parTransId="{33D93354-AD51-4777-8E38-9723F455A5DF}" sibTransId="{289E6BA5-A1A2-4586-B967-3BA74DF3A337}"/>
    <dgm:cxn modelId="{A11899D2-A942-462E-BA70-6186EBB63E57}" type="presOf" srcId="{B17F6A7D-14D6-46ED-ABC2-65377702FEE5}" destId="{042EF22D-F9DE-4E84-BEC9-D7866FEC219A}" srcOrd="0" destOrd="0" presId="urn:microsoft.com/office/officeart/2016/7/layout/BasicLinearProcessNumbered"/>
    <dgm:cxn modelId="{8ADA51DD-2BA8-42CF-BD4D-E8920B864A56}" type="presOf" srcId="{2A33275D-853B-4DFB-BEA9-5B2471CB87B8}" destId="{431E0D22-7387-4C79-98EA-88EE1218F179}" srcOrd="1" destOrd="0" presId="urn:microsoft.com/office/officeart/2016/7/layout/BasicLinearProcessNumbered"/>
    <dgm:cxn modelId="{D6083ADF-36AC-4EBD-B1BA-A830E2F71051}" srcId="{06302DE5-B91A-492E-866D-B4412AA099BD}" destId="{C86981B8-D5FE-406A-88A7-9781E8AA4343}" srcOrd="1" destOrd="0" parTransId="{8F49F7B7-9A5E-457A-A593-D8D5573310AD}" sibTransId="{794CB91C-6985-45DB-9BF3-D6333D98022D}"/>
    <dgm:cxn modelId="{1E1AC3E5-0A08-4971-8E87-E481C5DE3298}" srcId="{06302DE5-B91A-492E-866D-B4412AA099BD}" destId="{2A33275D-853B-4DFB-BEA9-5B2471CB87B8}" srcOrd="4" destOrd="0" parTransId="{BAC1B76E-DDBD-44CE-9D1A-CC25D1BD78D1}" sibTransId="{B17F6A7D-14D6-46ED-ABC2-65377702FEE5}"/>
    <dgm:cxn modelId="{5051E294-C167-49AC-834E-F4E9F49D06BD}" type="presParOf" srcId="{A36075F8-576E-4694-BD78-DAA403C3F692}" destId="{98CF1078-3718-4B2A-AEEA-8AE152435622}" srcOrd="0" destOrd="0" presId="urn:microsoft.com/office/officeart/2016/7/layout/BasicLinearProcessNumbered"/>
    <dgm:cxn modelId="{9A524FF1-BE1E-4166-B6C8-836E02E0000B}" type="presParOf" srcId="{98CF1078-3718-4B2A-AEEA-8AE152435622}" destId="{9E2B04B4-1F60-4E8F-927D-426F9326E7E1}" srcOrd="0" destOrd="0" presId="urn:microsoft.com/office/officeart/2016/7/layout/BasicLinearProcessNumbered"/>
    <dgm:cxn modelId="{33D3CDED-EC68-4ED5-975F-70A4A73B8AAF}" type="presParOf" srcId="{98CF1078-3718-4B2A-AEEA-8AE152435622}" destId="{0C12F966-4562-4001-87A0-1F84507E2988}" srcOrd="1" destOrd="0" presId="urn:microsoft.com/office/officeart/2016/7/layout/BasicLinearProcessNumbered"/>
    <dgm:cxn modelId="{AD2CC0C1-E5A2-45B2-A398-419C166B4266}" type="presParOf" srcId="{98CF1078-3718-4B2A-AEEA-8AE152435622}" destId="{E0AB7C96-EA3C-44B2-805B-174401B353CE}" srcOrd="2" destOrd="0" presId="urn:microsoft.com/office/officeart/2016/7/layout/BasicLinearProcessNumbered"/>
    <dgm:cxn modelId="{50FD1849-CC67-4599-96C7-A74CA18A4A28}" type="presParOf" srcId="{98CF1078-3718-4B2A-AEEA-8AE152435622}" destId="{0D8F1EDB-D054-4887-A854-189094AEFE78}" srcOrd="3" destOrd="0" presId="urn:microsoft.com/office/officeart/2016/7/layout/BasicLinearProcessNumbered"/>
    <dgm:cxn modelId="{4CD9346A-32D2-43B6-A171-CA4611527C3E}" type="presParOf" srcId="{A36075F8-576E-4694-BD78-DAA403C3F692}" destId="{8FD8591F-9AFD-425C-8FD8-A2DF498348D3}" srcOrd="1" destOrd="0" presId="urn:microsoft.com/office/officeart/2016/7/layout/BasicLinearProcessNumbered"/>
    <dgm:cxn modelId="{66256E1C-FC5C-4B0C-8D71-490CA56BAF36}" type="presParOf" srcId="{A36075F8-576E-4694-BD78-DAA403C3F692}" destId="{C7DF83A0-A6A0-4A73-81F0-4522C00AED41}" srcOrd="2" destOrd="0" presId="urn:microsoft.com/office/officeart/2016/7/layout/BasicLinearProcessNumbered"/>
    <dgm:cxn modelId="{B409E898-4FD0-49B7-A3A0-FF2F69757C9E}" type="presParOf" srcId="{C7DF83A0-A6A0-4A73-81F0-4522C00AED41}" destId="{F401593E-FC05-480E-863F-224CE4822803}" srcOrd="0" destOrd="0" presId="urn:microsoft.com/office/officeart/2016/7/layout/BasicLinearProcessNumbered"/>
    <dgm:cxn modelId="{1509C9A7-0594-4E5F-8826-CA1B5F4D4B80}" type="presParOf" srcId="{C7DF83A0-A6A0-4A73-81F0-4522C00AED41}" destId="{3B54D6D3-2DBF-481A-A9B1-0674DA705F8B}" srcOrd="1" destOrd="0" presId="urn:microsoft.com/office/officeart/2016/7/layout/BasicLinearProcessNumbered"/>
    <dgm:cxn modelId="{7E341425-CEA6-4F01-BB29-9BA5D19F3ABC}" type="presParOf" srcId="{C7DF83A0-A6A0-4A73-81F0-4522C00AED41}" destId="{98F1820E-17F9-4945-B63E-1815D8D8248A}" srcOrd="2" destOrd="0" presId="urn:microsoft.com/office/officeart/2016/7/layout/BasicLinearProcessNumbered"/>
    <dgm:cxn modelId="{98B58946-3259-414B-93F7-781693B2CA28}" type="presParOf" srcId="{C7DF83A0-A6A0-4A73-81F0-4522C00AED41}" destId="{9B736310-3376-439D-94EE-6BDB07D1BDBA}" srcOrd="3" destOrd="0" presId="urn:microsoft.com/office/officeart/2016/7/layout/BasicLinearProcessNumbered"/>
    <dgm:cxn modelId="{B97F7684-D92E-4627-9282-A6A38368F31C}" type="presParOf" srcId="{A36075F8-576E-4694-BD78-DAA403C3F692}" destId="{F566106E-BDFB-4EA8-A5B3-9DE8225485D4}" srcOrd="3" destOrd="0" presId="urn:microsoft.com/office/officeart/2016/7/layout/BasicLinearProcessNumbered"/>
    <dgm:cxn modelId="{AD47D95A-F030-4F67-B32C-33E32E408A44}" type="presParOf" srcId="{A36075F8-576E-4694-BD78-DAA403C3F692}" destId="{2D5DC03A-EDE8-4AFE-8428-E3401273D754}" srcOrd="4" destOrd="0" presId="urn:microsoft.com/office/officeart/2016/7/layout/BasicLinearProcessNumbered"/>
    <dgm:cxn modelId="{070626DA-2D6A-441C-A30F-26A4C1A730A8}" type="presParOf" srcId="{2D5DC03A-EDE8-4AFE-8428-E3401273D754}" destId="{5CCD9035-B876-4D3F-B72C-EE936796CABB}" srcOrd="0" destOrd="0" presId="urn:microsoft.com/office/officeart/2016/7/layout/BasicLinearProcessNumbered"/>
    <dgm:cxn modelId="{A8F3DAED-EFFD-45E0-A493-B4FC7B9077C2}" type="presParOf" srcId="{2D5DC03A-EDE8-4AFE-8428-E3401273D754}" destId="{CB92B5BA-9622-4AA0-AC44-FECE81AFE7C1}" srcOrd="1" destOrd="0" presId="urn:microsoft.com/office/officeart/2016/7/layout/BasicLinearProcessNumbered"/>
    <dgm:cxn modelId="{FE3F4A6F-6F74-41EE-B1E3-053ED28331F5}" type="presParOf" srcId="{2D5DC03A-EDE8-4AFE-8428-E3401273D754}" destId="{5C701769-BBC5-4277-A43D-A4BC86017D13}" srcOrd="2" destOrd="0" presId="urn:microsoft.com/office/officeart/2016/7/layout/BasicLinearProcessNumbered"/>
    <dgm:cxn modelId="{AF5C51D6-9524-4E88-9DEA-1B9E532B2D36}" type="presParOf" srcId="{2D5DC03A-EDE8-4AFE-8428-E3401273D754}" destId="{871D1D34-E231-46EF-B767-8FE2D4C0B1AD}" srcOrd="3" destOrd="0" presId="urn:microsoft.com/office/officeart/2016/7/layout/BasicLinearProcessNumbered"/>
    <dgm:cxn modelId="{154EA0B7-5E10-4FD7-A0C5-D518B61E9D4B}" type="presParOf" srcId="{A36075F8-576E-4694-BD78-DAA403C3F692}" destId="{802895E3-55D0-4703-BC3D-53F6620B7CF7}" srcOrd="5" destOrd="0" presId="urn:microsoft.com/office/officeart/2016/7/layout/BasicLinearProcessNumbered"/>
    <dgm:cxn modelId="{93D18196-638F-4C85-A85B-4D5D56A3C774}" type="presParOf" srcId="{A36075F8-576E-4694-BD78-DAA403C3F692}" destId="{5AFAAAD9-313A-4FE4-8964-856D45070703}" srcOrd="6" destOrd="0" presId="urn:microsoft.com/office/officeart/2016/7/layout/BasicLinearProcessNumbered"/>
    <dgm:cxn modelId="{43498CD3-8C67-48B5-9F33-8AB22164D9D2}" type="presParOf" srcId="{5AFAAAD9-313A-4FE4-8964-856D45070703}" destId="{80240CC7-B6FF-4AD3-86D0-1669D69EBE8C}" srcOrd="0" destOrd="0" presId="urn:microsoft.com/office/officeart/2016/7/layout/BasicLinearProcessNumbered"/>
    <dgm:cxn modelId="{8945FA1E-B8AE-4E0A-95AE-88AE8213C830}" type="presParOf" srcId="{5AFAAAD9-313A-4FE4-8964-856D45070703}" destId="{EEDC20D4-0960-43FA-9A59-A3F98A5C121C}" srcOrd="1" destOrd="0" presId="urn:microsoft.com/office/officeart/2016/7/layout/BasicLinearProcessNumbered"/>
    <dgm:cxn modelId="{D9D8A560-1F96-45C5-AAEF-DC2FC73D58DE}" type="presParOf" srcId="{5AFAAAD9-313A-4FE4-8964-856D45070703}" destId="{02235388-8848-4732-887E-ED207112E0F5}" srcOrd="2" destOrd="0" presId="urn:microsoft.com/office/officeart/2016/7/layout/BasicLinearProcessNumbered"/>
    <dgm:cxn modelId="{CB8ED390-9365-47F3-AB95-FB3BA3AC2FFD}" type="presParOf" srcId="{5AFAAAD9-313A-4FE4-8964-856D45070703}" destId="{4E28D6A8-D845-48D9-BDB3-E54C928F8601}" srcOrd="3" destOrd="0" presId="urn:microsoft.com/office/officeart/2016/7/layout/BasicLinearProcessNumbered"/>
    <dgm:cxn modelId="{6D91AABE-DC3E-46BE-AE2E-FFE9CC9DC82A}" type="presParOf" srcId="{A36075F8-576E-4694-BD78-DAA403C3F692}" destId="{6A7D3B74-42C3-4701-AADA-8E21BF69CCFE}" srcOrd="7" destOrd="0" presId="urn:microsoft.com/office/officeart/2016/7/layout/BasicLinearProcessNumbered"/>
    <dgm:cxn modelId="{A7D951BB-8463-4476-8D71-9F3A56C5287D}" type="presParOf" srcId="{A36075F8-576E-4694-BD78-DAA403C3F692}" destId="{428BF908-D5CE-4EC6-B77E-EDB81C3F99FC}" srcOrd="8" destOrd="0" presId="urn:microsoft.com/office/officeart/2016/7/layout/BasicLinearProcessNumbered"/>
    <dgm:cxn modelId="{13C0F9F6-C109-40DD-B934-6FC739205E92}" type="presParOf" srcId="{428BF908-D5CE-4EC6-B77E-EDB81C3F99FC}" destId="{1ABF2596-C6F0-45CC-8EE2-8C9837D1F2E5}" srcOrd="0" destOrd="0" presId="urn:microsoft.com/office/officeart/2016/7/layout/BasicLinearProcessNumbered"/>
    <dgm:cxn modelId="{59AA3786-F0A1-4602-A0F1-AAFF669F9D2B}" type="presParOf" srcId="{428BF908-D5CE-4EC6-B77E-EDB81C3F99FC}" destId="{042EF22D-F9DE-4E84-BEC9-D7866FEC219A}" srcOrd="1" destOrd="0" presId="urn:microsoft.com/office/officeart/2016/7/layout/BasicLinearProcessNumbered"/>
    <dgm:cxn modelId="{4EA4E3F8-3306-4540-8A2A-ED29E4F72C37}" type="presParOf" srcId="{428BF908-D5CE-4EC6-B77E-EDB81C3F99FC}" destId="{6F7B14AA-D9CE-4215-A9CB-A6B747039EA1}" srcOrd="2" destOrd="0" presId="urn:microsoft.com/office/officeart/2016/7/layout/BasicLinearProcessNumbered"/>
    <dgm:cxn modelId="{DC8B83B6-EC95-4D5A-BD17-07C1910C7829}" type="presParOf" srcId="{428BF908-D5CE-4EC6-B77E-EDB81C3F99FC}" destId="{431E0D22-7387-4C79-98EA-88EE1218F17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FD243-5323-4ADA-87C1-970E4E1123A6}">
      <dsp:nvSpPr>
        <dsp:cNvPr id="0" name=""/>
        <dsp:cNvSpPr/>
      </dsp:nvSpPr>
      <dsp:spPr>
        <a:xfrm>
          <a:off x="0" y="866007"/>
          <a:ext cx="6096000" cy="15987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77522-BF25-4364-9FCF-C99E6A2B5C9D}">
      <dsp:nvSpPr>
        <dsp:cNvPr id="0" name=""/>
        <dsp:cNvSpPr/>
      </dsp:nvSpPr>
      <dsp:spPr>
        <a:xfrm>
          <a:off x="483632" y="1225734"/>
          <a:ext cx="879331" cy="8793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BBAC8-8C7F-435C-B666-6F06AF5532DF}">
      <dsp:nvSpPr>
        <dsp:cNvPr id="0" name=""/>
        <dsp:cNvSpPr/>
      </dsp:nvSpPr>
      <dsp:spPr>
        <a:xfrm>
          <a:off x="1846595" y="866007"/>
          <a:ext cx="4249404" cy="159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205" tIns="169205" rIns="169205" bIns="1692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When you are on online Word, there will be a button next to "Help" labeled "Editing"</a:t>
          </a:r>
        </a:p>
      </dsp:txBody>
      <dsp:txXfrm>
        <a:off x="1846595" y="866007"/>
        <a:ext cx="4249404" cy="1598784"/>
      </dsp:txXfrm>
    </dsp:sp>
    <dsp:sp modelId="{6CA8188B-28FC-4008-BDDD-484065578117}">
      <dsp:nvSpPr>
        <dsp:cNvPr id="0" name=""/>
        <dsp:cNvSpPr/>
      </dsp:nvSpPr>
      <dsp:spPr>
        <a:xfrm>
          <a:off x="0" y="2864488"/>
          <a:ext cx="6096000" cy="15987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8EBFF7-2501-4C91-AB18-B38B7518F594}">
      <dsp:nvSpPr>
        <dsp:cNvPr id="0" name=""/>
        <dsp:cNvSpPr/>
      </dsp:nvSpPr>
      <dsp:spPr>
        <a:xfrm>
          <a:off x="483632" y="3224214"/>
          <a:ext cx="879331" cy="8793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3185C-D2D5-4257-AC84-99AC94F52E88}">
      <dsp:nvSpPr>
        <dsp:cNvPr id="0" name=""/>
        <dsp:cNvSpPr/>
      </dsp:nvSpPr>
      <dsp:spPr>
        <a:xfrm>
          <a:off x="1846595" y="2864488"/>
          <a:ext cx="4249404" cy="159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205" tIns="169205" rIns="169205" bIns="1692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When you click "Editing", a tab labeled "Open in Desktop App" will pop up – click that and that's it!</a:t>
          </a:r>
        </a:p>
      </dsp:txBody>
      <dsp:txXfrm>
        <a:off x="1846595" y="2864488"/>
        <a:ext cx="4249404" cy="1598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E3491-E808-4516-B244-D96DA584147A}">
      <dsp:nvSpPr>
        <dsp:cNvPr id="0" name=""/>
        <dsp:cNvSpPr/>
      </dsp:nvSpPr>
      <dsp:spPr>
        <a:xfrm>
          <a:off x="0" y="458325"/>
          <a:ext cx="6858000" cy="220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257" tIns="520700" rIns="532257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Highlight the word(s) you want to comment 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A tool bar will pop up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Click "New Comment"</a:t>
          </a:r>
        </a:p>
      </dsp:txBody>
      <dsp:txXfrm>
        <a:off x="0" y="458325"/>
        <a:ext cx="6858000" cy="2205000"/>
      </dsp:txXfrm>
    </dsp:sp>
    <dsp:sp modelId="{8F746EBE-7D28-4D84-95DA-99BEBAF2891C}">
      <dsp:nvSpPr>
        <dsp:cNvPr id="0" name=""/>
        <dsp:cNvSpPr/>
      </dsp:nvSpPr>
      <dsp:spPr>
        <a:xfrm>
          <a:off x="342900" y="89325"/>
          <a:ext cx="4800600" cy="738000"/>
        </a:xfrm>
        <a:prstGeom prst="round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451" tIns="0" rIns="181451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Word Document</a:t>
          </a:r>
        </a:p>
      </dsp:txBody>
      <dsp:txXfrm>
        <a:off x="378926" y="125351"/>
        <a:ext cx="4728548" cy="665948"/>
      </dsp:txXfrm>
    </dsp:sp>
    <dsp:sp modelId="{0EB5D11F-F608-4938-91AB-56E4A9974021}">
      <dsp:nvSpPr>
        <dsp:cNvPr id="0" name=""/>
        <dsp:cNvSpPr/>
      </dsp:nvSpPr>
      <dsp:spPr>
        <a:xfrm>
          <a:off x="0" y="3167325"/>
          <a:ext cx="6858000" cy="208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131758"/>
              <a:satOff val="391"/>
              <a:lumOff val="22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2257" tIns="520700" rIns="532257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Under the slide there is a "Notes" Section, you need to put your curser over the line under the slide and then click and drag the "Notes" section up</a:t>
          </a:r>
        </a:p>
      </dsp:txBody>
      <dsp:txXfrm>
        <a:off x="0" y="3167325"/>
        <a:ext cx="6858000" cy="2086875"/>
      </dsp:txXfrm>
    </dsp:sp>
    <dsp:sp modelId="{7447B8E3-D509-4C67-B991-F73B5C844419}">
      <dsp:nvSpPr>
        <dsp:cNvPr id="0" name=""/>
        <dsp:cNvSpPr/>
      </dsp:nvSpPr>
      <dsp:spPr>
        <a:xfrm>
          <a:off x="342900" y="2798325"/>
          <a:ext cx="4800600" cy="738000"/>
        </a:xfrm>
        <a:prstGeom prst="roundRect">
          <a:avLst/>
        </a:prstGeom>
        <a:solidFill>
          <a:schemeClr val="accent5">
            <a:shade val="80000"/>
            <a:hueOff val="131758"/>
            <a:satOff val="391"/>
            <a:lumOff val="22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451" tIns="0" rIns="181451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Power Point</a:t>
          </a:r>
        </a:p>
      </dsp:txBody>
      <dsp:txXfrm>
        <a:off x="378926" y="2834351"/>
        <a:ext cx="4728548" cy="665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5BFBA-5A37-4FDC-998F-D6ED53CA2F79}">
      <dsp:nvSpPr>
        <dsp:cNvPr id="0" name=""/>
        <dsp:cNvSpPr/>
      </dsp:nvSpPr>
      <dsp:spPr>
        <a:xfrm>
          <a:off x="3125" y="0"/>
          <a:ext cx="2479476" cy="3048001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310" tIns="330200" rIns="193310" bIns="33020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Open to Desktop Word</a:t>
          </a:r>
          <a:r>
            <a:rPr lang="en-US" sz="1400" kern="1200" dirty="0">
              <a:latin typeface="Impact"/>
            </a:rPr>
            <a:t>   </a:t>
          </a:r>
          <a:r>
            <a:rPr lang="en-US" sz="1400" kern="1200" dirty="0"/>
            <a:t>(Slide 2)</a:t>
          </a:r>
        </a:p>
      </dsp:txBody>
      <dsp:txXfrm>
        <a:off x="3125" y="1158240"/>
        <a:ext cx="2479476" cy="1828800"/>
      </dsp:txXfrm>
    </dsp:sp>
    <dsp:sp modelId="{681E29D4-6536-42DD-8B6C-5DFAB2B94FBA}">
      <dsp:nvSpPr>
        <dsp:cNvPr id="0" name=""/>
        <dsp:cNvSpPr/>
      </dsp:nvSpPr>
      <dsp:spPr>
        <a:xfrm>
          <a:off x="785663" y="304800"/>
          <a:ext cx="914400" cy="914400"/>
        </a:xfrm>
        <a:prstGeom prst="ellipse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90" tIns="12700" rIns="712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919574" y="438711"/>
        <a:ext cx="646578" cy="646578"/>
      </dsp:txXfrm>
    </dsp:sp>
    <dsp:sp modelId="{48739934-0DAC-42FF-9BA1-EFFD4240FD5A}">
      <dsp:nvSpPr>
        <dsp:cNvPr id="0" name=""/>
        <dsp:cNvSpPr/>
      </dsp:nvSpPr>
      <dsp:spPr>
        <a:xfrm>
          <a:off x="3125" y="3047929"/>
          <a:ext cx="2479476" cy="72"/>
        </a:xfrm>
        <a:prstGeom prst="rect">
          <a:avLst/>
        </a:prstGeom>
        <a:solidFill>
          <a:schemeClr val="accent5">
            <a:shade val="50000"/>
            <a:hueOff val="40515"/>
            <a:satOff val="-96"/>
            <a:lumOff val="9828"/>
            <a:alphaOff val="0"/>
          </a:schemeClr>
        </a:solidFill>
        <a:ln w="12700" cap="flat" cmpd="sng" algn="ctr">
          <a:solidFill>
            <a:schemeClr val="accent5">
              <a:shade val="50000"/>
              <a:hueOff val="40515"/>
              <a:satOff val="-96"/>
              <a:lumOff val="98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DC42DE-D62B-4113-ACB8-E50E62B750EC}">
      <dsp:nvSpPr>
        <dsp:cNvPr id="0" name=""/>
        <dsp:cNvSpPr/>
      </dsp:nvSpPr>
      <dsp:spPr>
        <a:xfrm>
          <a:off x="2730549" y="0"/>
          <a:ext cx="2479476" cy="3048001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310" tIns="330200" rIns="19331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Highlight/Select paper</a:t>
          </a:r>
        </a:p>
      </dsp:txBody>
      <dsp:txXfrm>
        <a:off x="2730549" y="1158240"/>
        <a:ext cx="2479476" cy="1828800"/>
      </dsp:txXfrm>
    </dsp:sp>
    <dsp:sp modelId="{A99B4804-679C-4F81-B2D4-4861E74F398D}">
      <dsp:nvSpPr>
        <dsp:cNvPr id="0" name=""/>
        <dsp:cNvSpPr/>
      </dsp:nvSpPr>
      <dsp:spPr>
        <a:xfrm>
          <a:off x="3513087" y="304800"/>
          <a:ext cx="914400" cy="914400"/>
        </a:xfrm>
        <a:prstGeom prst="ellipse">
          <a:avLst/>
        </a:prstGeom>
        <a:solidFill>
          <a:schemeClr val="accent5">
            <a:shade val="50000"/>
            <a:hueOff val="81030"/>
            <a:satOff val="-192"/>
            <a:lumOff val="19656"/>
            <a:alphaOff val="0"/>
          </a:schemeClr>
        </a:solidFill>
        <a:ln w="12700" cap="flat" cmpd="sng" algn="ctr">
          <a:solidFill>
            <a:schemeClr val="accent5">
              <a:shade val="50000"/>
              <a:hueOff val="81030"/>
              <a:satOff val="-192"/>
              <a:lumOff val="196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90" tIns="12700" rIns="712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3646998" y="438711"/>
        <a:ext cx="646578" cy="646578"/>
      </dsp:txXfrm>
    </dsp:sp>
    <dsp:sp modelId="{6346666D-73D0-41C1-87CF-AC04BC23A142}">
      <dsp:nvSpPr>
        <dsp:cNvPr id="0" name=""/>
        <dsp:cNvSpPr/>
      </dsp:nvSpPr>
      <dsp:spPr>
        <a:xfrm>
          <a:off x="2730549" y="3047929"/>
          <a:ext cx="2479476" cy="72"/>
        </a:xfrm>
        <a:prstGeom prst="rect">
          <a:avLst/>
        </a:prstGeom>
        <a:solidFill>
          <a:schemeClr val="accent5">
            <a:shade val="50000"/>
            <a:hueOff val="121546"/>
            <a:satOff val="-288"/>
            <a:lumOff val="29484"/>
            <a:alphaOff val="0"/>
          </a:schemeClr>
        </a:solidFill>
        <a:ln w="12700" cap="flat" cmpd="sng" algn="ctr">
          <a:solidFill>
            <a:schemeClr val="accent5">
              <a:shade val="50000"/>
              <a:hueOff val="121546"/>
              <a:satOff val="-288"/>
              <a:lumOff val="294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35A39-62C4-4764-A851-26E6EE73E9FB}">
      <dsp:nvSpPr>
        <dsp:cNvPr id="0" name=""/>
        <dsp:cNvSpPr/>
      </dsp:nvSpPr>
      <dsp:spPr>
        <a:xfrm>
          <a:off x="5457973" y="0"/>
          <a:ext cx="2479476" cy="3048001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310" tIns="330200" rIns="19331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On the tool bar – in between the align words tools, and the paint bucket there is a button that on the left side as arrows going up and down next to four lines – Click it</a:t>
          </a:r>
        </a:p>
      </dsp:txBody>
      <dsp:txXfrm>
        <a:off x="5457973" y="1158240"/>
        <a:ext cx="2479476" cy="1828800"/>
      </dsp:txXfrm>
    </dsp:sp>
    <dsp:sp modelId="{540C4FAE-9FD4-45AA-B00A-B47E339CD669}">
      <dsp:nvSpPr>
        <dsp:cNvPr id="0" name=""/>
        <dsp:cNvSpPr/>
      </dsp:nvSpPr>
      <dsp:spPr>
        <a:xfrm>
          <a:off x="6240511" y="304800"/>
          <a:ext cx="914400" cy="914400"/>
        </a:xfrm>
        <a:prstGeom prst="ellipse">
          <a:avLst/>
        </a:prstGeom>
        <a:solidFill>
          <a:schemeClr val="accent5">
            <a:shade val="50000"/>
            <a:hueOff val="162061"/>
            <a:satOff val="-384"/>
            <a:lumOff val="39312"/>
            <a:alphaOff val="0"/>
          </a:schemeClr>
        </a:solidFill>
        <a:ln w="12700" cap="flat" cmpd="sng" algn="ctr">
          <a:solidFill>
            <a:schemeClr val="accent5">
              <a:shade val="50000"/>
              <a:hueOff val="162061"/>
              <a:satOff val="-384"/>
              <a:lumOff val="393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90" tIns="12700" rIns="712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6374422" y="438711"/>
        <a:ext cx="646578" cy="646578"/>
      </dsp:txXfrm>
    </dsp:sp>
    <dsp:sp modelId="{0D0DBA9C-DE2B-4751-A869-B44B1DB631BC}">
      <dsp:nvSpPr>
        <dsp:cNvPr id="0" name=""/>
        <dsp:cNvSpPr/>
      </dsp:nvSpPr>
      <dsp:spPr>
        <a:xfrm>
          <a:off x="5457973" y="3047929"/>
          <a:ext cx="2479476" cy="72"/>
        </a:xfrm>
        <a:prstGeom prst="rect">
          <a:avLst/>
        </a:prstGeom>
        <a:solidFill>
          <a:schemeClr val="accent5">
            <a:shade val="50000"/>
            <a:hueOff val="121546"/>
            <a:satOff val="-288"/>
            <a:lumOff val="29484"/>
            <a:alphaOff val="0"/>
          </a:schemeClr>
        </a:solidFill>
        <a:ln w="12700" cap="flat" cmpd="sng" algn="ctr">
          <a:solidFill>
            <a:schemeClr val="accent5">
              <a:shade val="50000"/>
              <a:hueOff val="121546"/>
              <a:satOff val="-288"/>
              <a:lumOff val="294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09320-D406-4C84-B758-045FFFA83E50}">
      <dsp:nvSpPr>
        <dsp:cNvPr id="0" name=""/>
        <dsp:cNvSpPr/>
      </dsp:nvSpPr>
      <dsp:spPr>
        <a:xfrm>
          <a:off x="8185398" y="0"/>
          <a:ext cx="2479476" cy="3048001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310" tIns="330200" rIns="193310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Click "2.0"</a:t>
          </a:r>
        </a:p>
      </dsp:txBody>
      <dsp:txXfrm>
        <a:off x="8185398" y="1158240"/>
        <a:ext cx="2479476" cy="1828800"/>
      </dsp:txXfrm>
    </dsp:sp>
    <dsp:sp modelId="{D8B37D3D-44F0-47D9-A48F-1CB513230CB5}">
      <dsp:nvSpPr>
        <dsp:cNvPr id="0" name=""/>
        <dsp:cNvSpPr/>
      </dsp:nvSpPr>
      <dsp:spPr>
        <a:xfrm>
          <a:off x="8967936" y="304800"/>
          <a:ext cx="914400" cy="914400"/>
        </a:xfrm>
        <a:prstGeom prst="ellipse">
          <a:avLst/>
        </a:prstGeom>
        <a:solidFill>
          <a:schemeClr val="accent5">
            <a:shade val="50000"/>
            <a:hueOff val="81030"/>
            <a:satOff val="-192"/>
            <a:lumOff val="19656"/>
            <a:alphaOff val="0"/>
          </a:schemeClr>
        </a:solidFill>
        <a:ln w="12700" cap="flat" cmpd="sng" algn="ctr">
          <a:solidFill>
            <a:schemeClr val="accent5">
              <a:shade val="50000"/>
              <a:hueOff val="81030"/>
              <a:satOff val="-192"/>
              <a:lumOff val="196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290" tIns="12700" rIns="712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4</a:t>
          </a:r>
        </a:p>
      </dsp:txBody>
      <dsp:txXfrm>
        <a:off x="9101847" y="438711"/>
        <a:ext cx="646578" cy="646578"/>
      </dsp:txXfrm>
    </dsp:sp>
    <dsp:sp modelId="{1713FDF8-E4F2-4BC9-A9E0-A8B248401411}">
      <dsp:nvSpPr>
        <dsp:cNvPr id="0" name=""/>
        <dsp:cNvSpPr/>
      </dsp:nvSpPr>
      <dsp:spPr>
        <a:xfrm>
          <a:off x="8185398" y="3047929"/>
          <a:ext cx="2479476" cy="72"/>
        </a:xfrm>
        <a:prstGeom prst="rect">
          <a:avLst/>
        </a:prstGeom>
        <a:solidFill>
          <a:schemeClr val="accent5">
            <a:shade val="50000"/>
            <a:hueOff val="40515"/>
            <a:satOff val="-96"/>
            <a:lumOff val="9828"/>
            <a:alphaOff val="0"/>
          </a:schemeClr>
        </a:solidFill>
        <a:ln w="12700" cap="flat" cmpd="sng" algn="ctr">
          <a:solidFill>
            <a:schemeClr val="accent5">
              <a:shade val="50000"/>
              <a:hueOff val="40515"/>
              <a:satOff val="-96"/>
              <a:lumOff val="98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66741-5895-436A-B50B-F2E983093795}">
      <dsp:nvSpPr>
        <dsp:cNvPr id="0" name=""/>
        <dsp:cNvSpPr/>
      </dsp:nvSpPr>
      <dsp:spPr>
        <a:xfrm>
          <a:off x="531067" y="140555"/>
          <a:ext cx="1194418" cy="1194418"/>
        </a:xfrm>
        <a:prstGeom prst="ellipse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DF8251-C543-4898-B606-94114BB48E93}">
      <dsp:nvSpPr>
        <dsp:cNvPr id="0" name=""/>
        <dsp:cNvSpPr/>
      </dsp:nvSpPr>
      <dsp:spPr>
        <a:xfrm>
          <a:off x="785615" y="395103"/>
          <a:ext cx="685321" cy="6853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A42BA-4521-409A-8764-069BF987365A}">
      <dsp:nvSpPr>
        <dsp:cNvPr id="0" name=""/>
        <dsp:cNvSpPr/>
      </dsp:nvSpPr>
      <dsp:spPr>
        <a:xfrm>
          <a:off x="149245" y="1707005"/>
          <a:ext cx="1958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Open document to Desktop Word (Slide 2)</a:t>
          </a:r>
        </a:p>
      </dsp:txBody>
      <dsp:txXfrm>
        <a:off x="149245" y="1707005"/>
        <a:ext cx="1958062" cy="720000"/>
      </dsp:txXfrm>
    </dsp:sp>
    <dsp:sp modelId="{776B8C05-428B-4FF1-9853-235E226AF3DE}">
      <dsp:nvSpPr>
        <dsp:cNvPr id="0" name=""/>
        <dsp:cNvSpPr/>
      </dsp:nvSpPr>
      <dsp:spPr>
        <a:xfrm>
          <a:off x="2831790" y="140555"/>
          <a:ext cx="1194418" cy="1194418"/>
        </a:xfrm>
        <a:prstGeom prst="ellipse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CA145-3A3B-44EF-AC21-81F853C60E6C}">
      <dsp:nvSpPr>
        <dsp:cNvPr id="0" name=""/>
        <dsp:cNvSpPr/>
      </dsp:nvSpPr>
      <dsp:spPr>
        <a:xfrm>
          <a:off x="3086339" y="395103"/>
          <a:ext cx="685321" cy="6853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2FE80-0F2F-46C8-A991-BA1FC9640FED}">
      <dsp:nvSpPr>
        <dsp:cNvPr id="0" name=""/>
        <dsp:cNvSpPr/>
      </dsp:nvSpPr>
      <dsp:spPr>
        <a:xfrm>
          <a:off x="2449968" y="1707005"/>
          <a:ext cx="1958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If ruler did not automatically pop up at the top of the screen, then...</a:t>
          </a:r>
        </a:p>
      </dsp:txBody>
      <dsp:txXfrm>
        <a:off x="2449968" y="1707005"/>
        <a:ext cx="1958062" cy="720000"/>
      </dsp:txXfrm>
    </dsp:sp>
    <dsp:sp modelId="{3201865D-B230-4B0B-B16A-9882FD06DABC}">
      <dsp:nvSpPr>
        <dsp:cNvPr id="0" name=""/>
        <dsp:cNvSpPr/>
      </dsp:nvSpPr>
      <dsp:spPr>
        <a:xfrm>
          <a:off x="5132514" y="140555"/>
          <a:ext cx="1194418" cy="1194418"/>
        </a:xfrm>
        <a:prstGeom prst="ellipse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E2785-AC43-4ECD-8F3D-936BFEB6059C}">
      <dsp:nvSpPr>
        <dsp:cNvPr id="0" name=""/>
        <dsp:cNvSpPr/>
      </dsp:nvSpPr>
      <dsp:spPr>
        <a:xfrm>
          <a:off x="5387062" y="395103"/>
          <a:ext cx="685321" cy="6853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7111E-4141-4F7C-B5CC-8786E5998220}">
      <dsp:nvSpPr>
        <dsp:cNvPr id="0" name=""/>
        <dsp:cNvSpPr/>
      </dsp:nvSpPr>
      <dsp:spPr>
        <a:xfrm>
          <a:off x="4750692" y="1707005"/>
          <a:ext cx="1958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Click "View" button</a:t>
          </a:r>
        </a:p>
      </dsp:txBody>
      <dsp:txXfrm>
        <a:off x="4750692" y="1707005"/>
        <a:ext cx="1958062" cy="720000"/>
      </dsp:txXfrm>
    </dsp:sp>
    <dsp:sp modelId="{D067EC52-8716-44FF-B4F7-3AF1F43865A7}">
      <dsp:nvSpPr>
        <dsp:cNvPr id="0" name=""/>
        <dsp:cNvSpPr/>
      </dsp:nvSpPr>
      <dsp:spPr>
        <a:xfrm>
          <a:off x="2831790" y="2916520"/>
          <a:ext cx="1194418" cy="1194418"/>
        </a:xfrm>
        <a:prstGeom prst="ellipse">
          <a:avLst/>
        </a:prstGeom>
        <a:solidFill>
          <a:schemeClr val="accent6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26BAB-F3DD-422C-94AB-37AFADB1FBF7}">
      <dsp:nvSpPr>
        <dsp:cNvPr id="0" name=""/>
        <dsp:cNvSpPr/>
      </dsp:nvSpPr>
      <dsp:spPr>
        <a:xfrm>
          <a:off x="3086339" y="3171068"/>
          <a:ext cx="685321" cy="6853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2F8D1-0B54-454E-A560-06C38F406289}">
      <dsp:nvSpPr>
        <dsp:cNvPr id="0" name=""/>
        <dsp:cNvSpPr/>
      </dsp:nvSpPr>
      <dsp:spPr>
        <a:xfrm>
          <a:off x="2449968" y="4482970"/>
          <a:ext cx="1958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 the "Show" section, there is a Check Box with "Ruler" Labeled – Click it</a:t>
          </a:r>
        </a:p>
      </dsp:txBody>
      <dsp:txXfrm>
        <a:off x="2449968" y="4482970"/>
        <a:ext cx="195806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BE022-1A4A-4518-9BAF-A0B626A9A7F8}">
      <dsp:nvSpPr>
        <dsp:cNvPr id="0" name=""/>
        <dsp:cNvSpPr/>
      </dsp:nvSpPr>
      <dsp:spPr>
        <a:xfrm>
          <a:off x="0" y="370"/>
          <a:ext cx="4572000" cy="8674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E98C2-A4AA-4BA6-81A7-C95405DF5279}">
      <dsp:nvSpPr>
        <dsp:cNvPr id="0" name=""/>
        <dsp:cNvSpPr/>
      </dsp:nvSpPr>
      <dsp:spPr>
        <a:xfrm>
          <a:off x="262409" y="195551"/>
          <a:ext cx="477108" cy="4771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5821E-F055-44A1-965C-B45DDC6A7C86}">
      <dsp:nvSpPr>
        <dsp:cNvPr id="0" name=""/>
        <dsp:cNvSpPr/>
      </dsp:nvSpPr>
      <dsp:spPr>
        <a:xfrm>
          <a:off x="1001928" y="370"/>
          <a:ext cx="3570071" cy="867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807" tIns="91807" rIns="91807" bIns="9180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You want to Download the document (look on Slide 3)</a:t>
          </a:r>
        </a:p>
      </dsp:txBody>
      <dsp:txXfrm>
        <a:off x="1001928" y="370"/>
        <a:ext cx="3570071" cy="867470"/>
      </dsp:txXfrm>
    </dsp:sp>
    <dsp:sp modelId="{9B56240D-5E6E-461D-A0BB-BEF3B69354F8}">
      <dsp:nvSpPr>
        <dsp:cNvPr id="0" name=""/>
        <dsp:cNvSpPr/>
      </dsp:nvSpPr>
      <dsp:spPr>
        <a:xfrm>
          <a:off x="0" y="1084708"/>
          <a:ext cx="4572000" cy="8674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BDFAA-222A-466D-BE71-CDE687E6A586}">
      <dsp:nvSpPr>
        <dsp:cNvPr id="0" name=""/>
        <dsp:cNvSpPr/>
      </dsp:nvSpPr>
      <dsp:spPr>
        <a:xfrm>
          <a:off x="262409" y="1279889"/>
          <a:ext cx="477108" cy="4771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F6D57-AB91-4078-88F8-579D742F1F6C}">
      <dsp:nvSpPr>
        <dsp:cNvPr id="0" name=""/>
        <dsp:cNvSpPr/>
      </dsp:nvSpPr>
      <dsp:spPr>
        <a:xfrm>
          <a:off x="1001928" y="1084708"/>
          <a:ext cx="3570071" cy="867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807" tIns="91807" rIns="91807" bIns="9180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 the email to the recipient</a:t>
          </a:r>
        </a:p>
      </dsp:txBody>
      <dsp:txXfrm>
        <a:off x="1001928" y="1084708"/>
        <a:ext cx="3570071" cy="867470"/>
      </dsp:txXfrm>
    </dsp:sp>
    <dsp:sp modelId="{819572D0-5996-4197-9956-91EC8B9BF059}">
      <dsp:nvSpPr>
        <dsp:cNvPr id="0" name=""/>
        <dsp:cNvSpPr/>
      </dsp:nvSpPr>
      <dsp:spPr>
        <a:xfrm>
          <a:off x="0" y="2169046"/>
          <a:ext cx="4572000" cy="8674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09F23-2CD3-464E-9BFA-7F97FACE0A78}">
      <dsp:nvSpPr>
        <dsp:cNvPr id="0" name=""/>
        <dsp:cNvSpPr/>
      </dsp:nvSpPr>
      <dsp:spPr>
        <a:xfrm>
          <a:off x="262409" y="2364226"/>
          <a:ext cx="477108" cy="4771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DDE82-8ABD-4B7D-9090-91484E05AA15}">
      <dsp:nvSpPr>
        <dsp:cNvPr id="0" name=""/>
        <dsp:cNvSpPr/>
      </dsp:nvSpPr>
      <dsp:spPr>
        <a:xfrm>
          <a:off x="1001928" y="2169046"/>
          <a:ext cx="3570071" cy="867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807" tIns="91807" rIns="91807" bIns="9180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Drag and drop from the bottom of the screen to the email</a:t>
          </a:r>
        </a:p>
      </dsp:txBody>
      <dsp:txXfrm>
        <a:off x="1001928" y="2169046"/>
        <a:ext cx="3570071" cy="8674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B04B4-1F60-4E8F-927D-426F9326E7E1}">
      <dsp:nvSpPr>
        <dsp:cNvPr id="0" name=""/>
        <dsp:cNvSpPr/>
      </dsp:nvSpPr>
      <dsp:spPr>
        <a:xfrm>
          <a:off x="3646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When in the Flash Drive, Right Click</a:t>
          </a:r>
        </a:p>
      </dsp:txBody>
      <dsp:txXfrm>
        <a:off x="3646" y="1192334"/>
        <a:ext cx="1974205" cy="1658332"/>
      </dsp:txXfrm>
    </dsp:sp>
    <dsp:sp modelId="{0C12F966-4562-4001-87A0-1F84507E2988}">
      <dsp:nvSpPr>
        <dsp:cNvPr id="0" name=""/>
        <dsp:cNvSpPr/>
      </dsp:nvSpPr>
      <dsp:spPr>
        <a:xfrm>
          <a:off x="576165" y="418445"/>
          <a:ext cx="829166" cy="829166"/>
        </a:xfrm>
        <a:prstGeom prst="ellipse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697594" y="539874"/>
        <a:ext cx="586308" cy="586308"/>
      </dsp:txXfrm>
    </dsp:sp>
    <dsp:sp modelId="{E0AB7C96-EA3C-44B2-805B-174401B353CE}">
      <dsp:nvSpPr>
        <dsp:cNvPr id="0" name=""/>
        <dsp:cNvSpPr/>
      </dsp:nvSpPr>
      <dsp:spPr>
        <a:xfrm>
          <a:off x="3646" y="2905872"/>
          <a:ext cx="1974205" cy="72"/>
        </a:xfrm>
        <a:prstGeom prst="rect">
          <a:avLst/>
        </a:prstGeom>
        <a:solidFill>
          <a:schemeClr val="accent5">
            <a:shade val="50000"/>
            <a:hueOff val="32412"/>
            <a:satOff val="-77"/>
            <a:lumOff val="7862"/>
            <a:alphaOff val="0"/>
          </a:schemeClr>
        </a:solidFill>
        <a:ln w="12700" cap="flat" cmpd="sng" algn="ctr">
          <a:solidFill>
            <a:schemeClr val="accent5">
              <a:shade val="50000"/>
              <a:hueOff val="32412"/>
              <a:satOff val="-77"/>
              <a:lumOff val="78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1593E-FC05-480E-863F-224CE4822803}">
      <dsp:nvSpPr>
        <dsp:cNvPr id="0" name=""/>
        <dsp:cNvSpPr/>
      </dsp:nvSpPr>
      <dsp:spPr>
        <a:xfrm>
          <a:off x="2175271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Click "New"</a:t>
          </a:r>
        </a:p>
      </dsp:txBody>
      <dsp:txXfrm>
        <a:off x="2175271" y="1192334"/>
        <a:ext cx="1974205" cy="1658332"/>
      </dsp:txXfrm>
    </dsp:sp>
    <dsp:sp modelId="{3B54D6D3-2DBF-481A-A9B1-0674DA705F8B}">
      <dsp:nvSpPr>
        <dsp:cNvPr id="0" name=""/>
        <dsp:cNvSpPr/>
      </dsp:nvSpPr>
      <dsp:spPr>
        <a:xfrm>
          <a:off x="2747791" y="418445"/>
          <a:ext cx="829166" cy="829166"/>
        </a:xfrm>
        <a:prstGeom prst="ellipse">
          <a:avLst/>
        </a:prstGeom>
        <a:solidFill>
          <a:schemeClr val="accent5">
            <a:shade val="50000"/>
            <a:hueOff val="64824"/>
            <a:satOff val="-154"/>
            <a:lumOff val="15725"/>
            <a:alphaOff val="0"/>
          </a:schemeClr>
        </a:solidFill>
        <a:ln w="12700" cap="flat" cmpd="sng" algn="ctr">
          <a:solidFill>
            <a:schemeClr val="accent5">
              <a:shade val="50000"/>
              <a:hueOff val="64824"/>
              <a:satOff val="-154"/>
              <a:lumOff val="157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869220" y="539874"/>
        <a:ext cx="586308" cy="586308"/>
      </dsp:txXfrm>
    </dsp:sp>
    <dsp:sp modelId="{98F1820E-17F9-4945-B63E-1815D8D8248A}">
      <dsp:nvSpPr>
        <dsp:cNvPr id="0" name=""/>
        <dsp:cNvSpPr/>
      </dsp:nvSpPr>
      <dsp:spPr>
        <a:xfrm>
          <a:off x="2175271" y="2905872"/>
          <a:ext cx="1974205" cy="72"/>
        </a:xfrm>
        <a:prstGeom prst="rect">
          <a:avLst/>
        </a:prstGeom>
        <a:solidFill>
          <a:schemeClr val="accent5">
            <a:shade val="50000"/>
            <a:hueOff val="97236"/>
            <a:satOff val="-230"/>
            <a:lumOff val="23587"/>
            <a:alphaOff val="0"/>
          </a:schemeClr>
        </a:solidFill>
        <a:ln w="12700" cap="flat" cmpd="sng" algn="ctr">
          <a:solidFill>
            <a:schemeClr val="accent5">
              <a:shade val="50000"/>
              <a:hueOff val="97236"/>
              <a:satOff val="-230"/>
              <a:lumOff val="235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D9035-B876-4D3F-B72C-EE936796CABB}">
      <dsp:nvSpPr>
        <dsp:cNvPr id="0" name=""/>
        <dsp:cNvSpPr/>
      </dsp:nvSpPr>
      <dsp:spPr>
        <a:xfrm>
          <a:off x="4346897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Click "Folder"</a:t>
          </a:r>
        </a:p>
      </dsp:txBody>
      <dsp:txXfrm>
        <a:off x="4346897" y="1192334"/>
        <a:ext cx="1974205" cy="1658332"/>
      </dsp:txXfrm>
    </dsp:sp>
    <dsp:sp modelId="{CB92B5BA-9622-4AA0-AC44-FECE81AFE7C1}">
      <dsp:nvSpPr>
        <dsp:cNvPr id="0" name=""/>
        <dsp:cNvSpPr/>
      </dsp:nvSpPr>
      <dsp:spPr>
        <a:xfrm>
          <a:off x="4919416" y="418445"/>
          <a:ext cx="829166" cy="829166"/>
        </a:xfrm>
        <a:prstGeom prst="ellipse">
          <a:avLst/>
        </a:prstGeom>
        <a:solidFill>
          <a:schemeClr val="accent5">
            <a:shade val="50000"/>
            <a:hueOff val="129649"/>
            <a:satOff val="-307"/>
            <a:lumOff val="31450"/>
            <a:alphaOff val="0"/>
          </a:schemeClr>
        </a:solidFill>
        <a:ln w="12700" cap="flat" cmpd="sng" algn="ctr">
          <a:solidFill>
            <a:schemeClr val="accent5">
              <a:shade val="50000"/>
              <a:hueOff val="129649"/>
              <a:satOff val="-307"/>
              <a:lumOff val="314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040845" y="539874"/>
        <a:ext cx="586308" cy="586308"/>
      </dsp:txXfrm>
    </dsp:sp>
    <dsp:sp modelId="{5C701769-BBC5-4277-A43D-A4BC86017D13}">
      <dsp:nvSpPr>
        <dsp:cNvPr id="0" name=""/>
        <dsp:cNvSpPr/>
      </dsp:nvSpPr>
      <dsp:spPr>
        <a:xfrm>
          <a:off x="4346897" y="2905872"/>
          <a:ext cx="1974205" cy="72"/>
        </a:xfrm>
        <a:prstGeom prst="rect">
          <a:avLst/>
        </a:prstGeom>
        <a:solidFill>
          <a:schemeClr val="accent5">
            <a:shade val="50000"/>
            <a:hueOff val="162061"/>
            <a:satOff val="-384"/>
            <a:lumOff val="39312"/>
            <a:alphaOff val="0"/>
          </a:schemeClr>
        </a:solidFill>
        <a:ln w="12700" cap="flat" cmpd="sng" algn="ctr">
          <a:solidFill>
            <a:schemeClr val="accent5">
              <a:shade val="50000"/>
              <a:hueOff val="162061"/>
              <a:satOff val="-384"/>
              <a:lumOff val="393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40CC7-B6FF-4AD3-86D0-1669D69EBE8C}">
      <dsp:nvSpPr>
        <dsp:cNvPr id="0" name=""/>
        <dsp:cNvSpPr/>
      </dsp:nvSpPr>
      <dsp:spPr>
        <a:xfrm>
          <a:off x="6518523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Name the Folder</a:t>
          </a:r>
        </a:p>
      </dsp:txBody>
      <dsp:txXfrm>
        <a:off x="6518523" y="1192334"/>
        <a:ext cx="1974205" cy="1658332"/>
      </dsp:txXfrm>
    </dsp:sp>
    <dsp:sp modelId="{EEDC20D4-0960-43FA-9A59-A3F98A5C121C}">
      <dsp:nvSpPr>
        <dsp:cNvPr id="0" name=""/>
        <dsp:cNvSpPr/>
      </dsp:nvSpPr>
      <dsp:spPr>
        <a:xfrm>
          <a:off x="7091042" y="418445"/>
          <a:ext cx="829166" cy="829166"/>
        </a:xfrm>
        <a:prstGeom prst="ellipse">
          <a:avLst/>
        </a:prstGeom>
        <a:solidFill>
          <a:schemeClr val="accent5">
            <a:shade val="50000"/>
            <a:hueOff val="129649"/>
            <a:satOff val="-307"/>
            <a:lumOff val="31450"/>
            <a:alphaOff val="0"/>
          </a:schemeClr>
        </a:solidFill>
        <a:ln w="12700" cap="flat" cmpd="sng" algn="ctr">
          <a:solidFill>
            <a:schemeClr val="accent5">
              <a:shade val="50000"/>
              <a:hueOff val="129649"/>
              <a:satOff val="-307"/>
              <a:lumOff val="314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212471" y="539874"/>
        <a:ext cx="586308" cy="586308"/>
      </dsp:txXfrm>
    </dsp:sp>
    <dsp:sp modelId="{02235388-8848-4732-887E-ED207112E0F5}">
      <dsp:nvSpPr>
        <dsp:cNvPr id="0" name=""/>
        <dsp:cNvSpPr/>
      </dsp:nvSpPr>
      <dsp:spPr>
        <a:xfrm>
          <a:off x="6518523" y="2905872"/>
          <a:ext cx="1974205" cy="72"/>
        </a:xfrm>
        <a:prstGeom prst="rect">
          <a:avLst/>
        </a:prstGeom>
        <a:solidFill>
          <a:schemeClr val="accent5">
            <a:shade val="50000"/>
            <a:hueOff val="97236"/>
            <a:satOff val="-230"/>
            <a:lumOff val="23587"/>
            <a:alphaOff val="0"/>
          </a:schemeClr>
        </a:solidFill>
        <a:ln w="12700" cap="flat" cmpd="sng" algn="ctr">
          <a:solidFill>
            <a:schemeClr val="accent5">
              <a:shade val="50000"/>
              <a:hueOff val="97236"/>
              <a:satOff val="-230"/>
              <a:lumOff val="235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F2596-C6F0-45CC-8EE2-8C9837D1F2E5}">
      <dsp:nvSpPr>
        <dsp:cNvPr id="0" name=""/>
        <dsp:cNvSpPr/>
      </dsp:nvSpPr>
      <dsp:spPr>
        <a:xfrm>
          <a:off x="8690148" y="142056"/>
          <a:ext cx="1974205" cy="2763887"/>
        </a:xfrm>
        <a:prstGeom prst="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17" tIns="330200" rIns="1539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Drag and drop the files you want to place in the folder</a:t>
          </a:r>
        </a:p>
      </dsp:txBody>
      <dsp:txXfrm>
        <a:off x="8690148" y="1192334"/>
        <a:ext cx="1974205" cy="1658332"/>
      </dsp:txXfrm>
    </dsp:sp>
    <dsp:sp modelId="{042EF22D-F9DE-4E84-BEC9-D7866FEC219A}">
      <dsp:nvSpPr>
        <dsp:cNvPr id="0" name=""/>
        <dsp:cNvSpPr/>
      </dsp:nvSpPr>
      <dsp:spPr>
        <a:xfrm>
          <a:off x="9262668" y="418445"/>
          <a:ext cx="829166" cy="829166"/>
        </a:xfrm>
        <a:prstGeom prst="ellipse">
          <a:avLst/>
        </a:prstGeom>
        <a:solidFill>
          <a:schemeClr val="accent5">
            <a:shade val="50000"/>
            <a:hueOff val="64824"/>
            <a:satOff val="-154"/>
            <a:lumOff val="15725"/>
            <a:alphaOff val="0"/>
          </a:schemeClr>
        </a:solidFill>
        <a:ln w="12700" cap="flat" cmpd="sng" algn="ctr">
          <a:solidFill>
            <a:schemeClr val="accent5">
              <a:shade val="50000"/>
              <a:hueOff val="64824"/>
              <a:satOff val="-154"/>
              <a:lumOff val="157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45" tIns="12700" rIns="64645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384097" y="539874"/>
        <a:ext cx="586308" cy="586308"/>
      </dsp:txXfrm>
    </dsp:sp>
    <dsp:sp modelId="{6F7B14AA-D9CE-4215-A9CB-A6B747039EA1}">
      <dsp:nvSpPr>
        <dsp:cNvPr id="0" name=""/>
        <dsp:cNvSpPr/>
      </dsp:nvSpPr>
      <dsp:spPr>
        <a:xfrm>
          <a:off x="8690148" y="2905872"/>
          <a:ext cx="1974205" cy="72"/>
        </a:xfrm>
        <a:prstGeom prst="rect">
          <a:avLst/>
        </a:prstGeom>
        <a:solidFill>
          <a:schemeClr val="accent5">
            <a:shade val="50000"/>
            <a:hueOff val="32412"/>
            <a:satOff val="-77"/>
            <a:lumOff val="7862"/>
            <a:alphaOff val="0"/>
          </a:schemeClr>
        </a:solidFill>
        <a:ln w="12700" cap="flat" cmpd="sng" algn="ctr">
          <a:solidFill>
            <a:schemeClr val="accent5">
              <a:shade val="50000"/>
              <a:hueOff val="32412"/>
              <a:satOff val="-77"/>
              <a:lumOff val="78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77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6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4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1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9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9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5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1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6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2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6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5/13/2022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44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5" r:id="rId6"/>
    <p:sldLayoutId id="2147483680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tionary.org/wiki/File:Edit-find-replace.sv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aynestocks.com/2009/08/05/abcs-of-childrens-ministry/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2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qubodup.deviantart.com/art/PDF-Icon-SVG-582902566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dgetsin.com/iron-man-themed-usb-flash-drive.htm" TargetMode="Externa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ork tools on a bench">
            <a:extLst>
              <a:ext uri="{FF2B5EF4-FFF2-40B4-BE49-F238E27FC236}">
                <a16:creationId xmlns:a16="http://schemas.microsoft.com/office/drawing/2014/main" id="{51974511-EAFA-D29D-5BCD-09EAFE6EA2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rcRect t="16133" r="-2" b="8902"/>
          <a:stretch/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33451"/>
            <a:ext cx="5334000" cy="2576512"/>
          </a:xfrm>
        </p:spPr>
        <p:txBody>
          <a:bodyPr>
            <a:normAutofit/>
          </a:bodyPr>
          <a:lstStyle/>
          <a:p>
            <a:pPr algn="l"/>
            <a:r>
              <a:rPr lang="en-US" sz="5600" dirty="0">
                <a:solidFill>
                  <a:srgbClr val="FFFFFF"/>
                </a:solidFill>
                <a:ea typeface="Calibri Light"/>
                <a:cs typeface="Calibri Light"/>
              </a:rPr>
              <a:t>Tools that will help you throughout Life</a:t>
            </a: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8382000" cy="133847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Dana Zolla</a:t>
            </a:r>
          </a:p>
          <a:p>
            <a:pPr algn="l"/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Quarter 4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DBC43-F846-0621-5AD7-6672BE9BD170}"/>
              </a:ext>
            </a:extLst>
          </p:cNvPr>
          <p:cNvSpPr txBox="1"/>
          <p:nvPr/>
        </p:nvSpPr>
        <p:spPr>
          <a:xfrm>
            <a:off x="6946900" y="702733"/>
            <a:ext cx="4267200" cy="3970318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Key: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Desktop Word --&gt; Online Word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Download a Document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Find Tool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Replace a Word Tool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How to comment on a document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Double-Space Word Doc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Ruler tool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Alphabetical Order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Share a Word/PowerPoint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Attach a doc to an email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Changing chrome PDF to Word Doc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File on Flash Drive</a:t>
            </a:r>
          </a:p>
          <a:p>
            <a:pPr marL="285750" indent="-285750">
              <a:buFont typeface="Courier New"/>
              <a:buChar char="o"/>
            </a:pPr>
            <a:r>
              <a:rPr lang="en-US" dirty="0"/>
              <a:t>Create a Folder on a Flash Drive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DB02BD-FF61-4042-BC21-4EFF543EC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CBAE4-9939-952F-3180-EDEFCF6B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1"/>
            <a:ext cx="3047999" cy="3810000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en-US" dirty="0"/>
              <a:t>How to open Desktop Word on Online Word</a:t>
            </a:r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811A85E-38EA-465A-84F9-6230CF743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66290A3-7E80-441D-AA1E-5263326B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EE53F2-A864-9574-D291-7889612FE5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411410"/>
              </p:ext>
            </p:extLst>
          </p:nvPr>
        </p:nvGraphicFramePr>
        <p:xfrm>
          <a:off x="5334000" y="766719"/>
          <a:ext cx="6096000" cy="532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458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4AED-641F-B08C-C341-BAE670E4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Download a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55818-2339-B35F-A778-96AC48DE0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Online Word</a:t>
            </a:r>
          </a:p>
          <a:p>
            <a:pPr lvl="1"/>
            <a:r>
              <a:rPr lang="en-US" dirty="0"/>
              <a:t>Click "File" in the upper left-hand corner</a:t>
            </a:r>
          </a:p>
          <a:p>
            <a:pPr lvl="1"/>
            <a:r>
              <a:rPr lang="en-US" dirty="0"/>
              <a:t>Click "Save As"</a:t>
            </a:r>
          </a:p>
          <a:p>
            <a:pPr lvl="1"/>
            <a:r>
              <a:rPr lang="en-US" dirty="0"/>
              <a:t>Click "Download a Copy" referring to a Word Document OR Click "Download as PDF" - depending on how you need the document.</a:t>
            </a:r>
          </a:p>
          <a:p>
            <a:r>
              <a:rPr lang="en-US" dirty="0"/>
              <a:t>Desktop Word</a:t>
            </a:r>
          </a:p>
          <a:p>
            <a:pPr lvl="1"/>
            <a:r>
              <a:rPr lang="en-US" dirty="0">
                <a:ea typeface="+mn-lt"/>
                <a:cs typeface="+mn-lt"/>
              </a:rPr>
              <a:t>Click "File" in the upper left-hand corner</a:t>
            </a:r>
          </a:p>
          <a:p>
            <a:pPr lvl="1"/>
            <a:r>
              <a:rPr lang="en-US" dirty="0">
                <a:ea typeface="+mn-lt"/>
                <a:cs typeface="+mn-lt"/>
              </a:rPr>
              <a:t>Click "Save a Copy"</a:t>
            </a:r>
          </a:p>
          <a:p>
            <a:pPr lvl="1"/>
            <a:r>
              <a:rPr lang="en-US" dirty="0">
                <a:ea typeface="+mn-lt"/>
                <a:cs typeface="+mn-lt"/>
              </a:rPr>
              <a:t>Now you can either download it to your OneDrive or the PC if you want to put it on the flash drive (look in later slides)</a:t>
            </a:r>
          </a:p>
        </p:txBody>
      </p:sp>
      <p:pic>
        <p:nvPicPr>
          <p:cNvPr id="4" name="Picture 4" descr="Word Document Text · Free vector graphic on Pixabay">
            <a:extLst>
              <a:ext uri="{FF2B5EF4-FFF2-40B4-BE49-F238E27FC236}">
                <a16:creationId xmlns:a16="http://schemas.microsoft.com/office/drawing/2014/main" id="{52D75CB2-B513-A67F-060B-04E1315A0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672" y="569151"/>
            <a:ext cx="20764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7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2E5DF58-5CFD-4D62-AC3A-9EA04E1AF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5" descr="Magnifying Glass Free Stock Photo - Public Domain Pictures">
            <a:extLst>
              <a:ext uri="{FF2B5EF4-FFF2-40B4-BE49-F238E27FC236}">
                <a16:creationId xmlns:a16="http://schemas.microsoft.com/office/drawing/2014/main" id="{D8D05C34-E523-D3F1-1BFF-C9620C0BE0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16" r="23837"/>
          <a:stretch/>
        </p:blipFill>
        <p:spPr>
          <a:xfrm rot="16200000">
            <a:off x="2667000" y="-2667000"/>
            <a:ext cx="6857999" cy="12191999"/>
          </a:xfrm>
          <a:prstGeom prst="rect">
            <a:avLst/>
          </a:prstGeom>
        </p:spPr>
      </p:pic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8064D39A-E0A4-461B-A8D2-9C3AE870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9" y="1498601"/>
            <a:ext cx="5260975" cy="4707593"/>
          </a:xfrm>
          <a:custGeom>
            <a:avLst/>
            <a:gdLst>
              <a:gd name="connsiteX0" fmla="*/ 0 w 5260975"/>
              <a:gd name="connsiteY0" fmla="*/ 0 h 4707593"/>
              <a:gd name="connsiteX1" fmla="*/ 5260975 w 5260975"/>
              <a:gd name="connsiteY1" fmla="*/ 0 h 4707593"/>
              <a:gd name="connsiteX2" fmla="*/ 5260975 w 5260975"/>
              <a:gd name="connsiteY2" fmla="*/ 3296937 h 4707593"/>
              <a:gd name="connsiteX3" fmla="*/ 5260975 w 5260975"/>
              <a:gd name="connsiteY3" fmla="*/ 3518571 h 4707593"/>
              <a:gd name="connsiteX4" fmla="*/ 5226504 w 5260975"/>
              <a:gd name="connsiteY4" fmla="*/ 3534000 h 4707593"/>
              <a:gd name="connsiteX5" fmla="*/ 5206341 w 5260975"/>
              <a:gd name="connsiteY5" fmla="*/ 3542065 h 4707593"/>
              <a:gd name="connsiteX6" fmla="*/ 5123287 w 5260975"/>
              <a:gd name="connsiteY6" fmla="*/ 3594010 h 4707593"/>
              <a:gd name="connsiteX7" fmla="*/ 5048107 w 5260975"/>
              <a:gd name="connsiteY7" fmla="*/ 3658244 h 4707593"/>
              <a:gd name="connsiteX8" fmla="*/ 4992899 w 5260975"/>
              <a:gd name="connsiteY8" fmla="*/ 3734479 h 4707593"/>
              <a:gd name="connsiteX9" fmla="*/ 4977440 w 5260975"/>
              <a:gd name="connsiteY9" fmla="*/ 3752627 h 4707593"/>
              <a:gd name="connsiteX10" fmla="*/ 4935194 w 5260975"/>
              <a:gd name="connsiteY10" fmla="*/ 3775382 h 4707593"/>
              <a:gd name="connsiteX11" fmla="*/ 4897844 w 5260975"/>
              <a:gd name="connsiteY11" fmla="*/ 3792472 h 4707593"/>
              <a:gd name="connsiteX12" fmla="*/ 4870767 w 5260975"/>
              <a:gd name="connsiteY12" fmla="*/ 3811388 h 4707593"/>
              <a:gd name="connsiteX13" fmla="*/ 4847917 w 5260975"/>
              <a:gd name="connsiteY13" fmla="*/ 3828767 h 4707593"/>
              <a:gd name="connsiteX14" fmla="*/ 4796163 w 5260975"/>
              <a:gd name="connsiteY14" fmla="*/ 3873702 h 4707593"/>
              <a:gd name="connsiteX15" fmla="*/ 4738843 w 5260975"/>
              <a:gd name="connsiteY15" fmla="*/ 3911628 h 4707593"/>
              <a:gd name="connsiteX16" fmla="*/ 4692755 w 5260975"/>
              <a:gd name="connsiteY16" fmla="*/ 3958099 h 4707593"/>
              <a:gd name="connsiteX17" fmla="*/ 4673744 w 5260975"/>
              <a:gd name="connsiteY17" fmla="*/ 3983255 h 4707593"/>
              <a:gd name="connsiteX18" fmla="*/ 4633801 w 5260975"/>
              <a:gd name="connsiteY18" fmla="*/ 4000442 h 4707593"/>
              <a:gd name="connsiteX19" fmla="*/ 4590499 w 5260975"/>
              <a:gd name="connsiteY19" fmla="*/ 4027326 h 4707593"/>
              <a:gd name="connsiteX20" fmla="*/ 4559773 w 5260975"/>
              <a:gd name="connsiteY20" fmla="*/ 4054018 h 4707593"/>
              <a:gd name="connsiteX21" fmla="*/ 4536059 w 5260975"/>
              <a:gd name="connsiteY21" fmla="*/ 4071877 h 4707593"/>
              <a:gd name="connsiteX22" fmla="*/ 4502550 w 5260975"/>
              <a:gd name="connsiteY22" fmla="*/ 4089832 h 4707593"/>
              <a:gd name="connsiteX23" fmla="*/ 4468944 w 5260975"/>
              <a:gd name="connsiteY23" fmla="*/ 4113356 h 4707593"/>
              <a:gd name="connsiteX24" fmla="*/ 4452623 w 5260975"/>
              <a:gd name="connsiteY24" fmla="*/ 4127854 h 4707593"/>
              <a:gd name="connsiteX25" fmla="*/ 4421032 w 5260975"/>
              <a:gd name="connsiteY25" fmla="*/ 4151953 h 4707593"/>
              <a:gd name="connsiteX26" fmla="*/ 4388483 w 5260975"/>
              <a:gd name="connsiteY26" fmla="*/ 4174421 h 4707593"/>
              <a:gd name="connsiteX27" fmla="*/ 4327321 w 5260975"/>
              <a:gd name="connsiteY27" fmla="*/ 4200153 h 4707593"/>
              <a:gd name="connsiteX28" fmla="*/ 4271633 w 5260975"/>
              <a:gd name="connsiteY28" fmla="*/ 4237983 h 4707593"/>
              <a:gd name="connsiteX29" fmla="*/ 4227465 w 5260975"/>
              <a:gd name="connsiteY29" fmla="*/ 4265635 h 4707593"/>
              <a:gd name="connsiteX30" fmla="*/ 4201733 w 5260975"/>
              <a:gd name="connsiteY30" fmla="*/ 4283783 h 4707593"/>
              <a:gd name="connsiteX31" fmla="*/ 4154494 w 5260975"/>
              <a:gd name="connsiteY31" fmla="*/ 4324301 h 4707593"/>
              <a:gd name="connsiteX32" fmla="*/ 4081234 w 5260975"/>
              <a:gd name="connsiteY32" fmla="*/ 4366931 h 4707593"/>
              <a:gd name="connsiteX33" fmla="*/ 4036971 w 5260975"/>
              <a:gd name="connsiteY33" fmla="*/ 4389975 h 4707593"/>
              <a:gd name="connsiteX34" fmla="*/ 3941725 w 5260975"/>
              <a:gd name="connsiteY34" fmla="*/ 4424733 h 4707593"/>
              <a:gd name="connsiteX35" fmla="*/ 3910999 w 5260975"/>
              <a:gd name="connsiteY35" fmla="*/ 4437119 h 4707593"/>
              <a:gd name="connsiteX36" fmla="*/ 3875859 w 5260975"/>
              <a:gd name="connsiteY36" fmla="*/ 4445280 h 4707593"/>
              <a:gd name="connsiteX37" fmla="*/ 3819401 w 5260975"/>
              <a:gd name="connsiteY37" fmla="*/ 4464579 h 4707593"/>
              <a:gd name="connsiteX38" fmla="*/ 3709176 w 5260975"/>
              <a:gd name="connsiteY38" fmla="*/ 4497800 h 4707593"/>
              <a:gd name="connsiteX39" fmla="*/ 3684981 w 5260975"/>
              <a:gd name="connsiteY39" fmla="*/ 4502889 h 4707593"/>
              <a:gd name="connsiteX40" fmla="*/ 3623338 w 5260975"/>
              <a:gd name="connsiteY40" fmla="*/ 4524300 h 4707593"/>
              <a:gd name="connsiteX41" fmla="*/ 3586373 w 5260975"/>
              <a:gd name="connsiteY41" fmla="*/ 4538702 h 4707593"/>
              <a:gd name="connsiteX42" fmla="*/ 3555743 w 5260975"/>
              <a:gd name="connsiteY42" fmla="*/ 4546960 h 4707593"/>
              <a:gd name="connsiteX43" fmla="*/ 3528667 w 5260975"/>
              <a:gd name="connsiteY43" fmla="*/ 4550801 h 4707593"/>
              <a:gd name="connsiteX44" fmla="*/ 3457424 w 5260975"/>
              <a:gd name="connsiteY44" fmla="*/ 4569811 h 4707593"/>
              <a:gd name="connsiteX45" fmla="*/ 3429003 w 5260975"/>
              <a:gd name="connsiteY45" fmla="*/ 4577301 h 4707593"/>
              <a:gd name="connsiteX46" fmla="*/ 3355264 w 5260975"/>
              <a:gd name="connsiteY46" fmla="*/ 4603033 h 4707593"/>
              <a:gd name="connsiteX47" fmla="*/ 3292757 w 5260975"/>
              <a:gd name="connsiteY47" fmla="*/ 4620027 h 4707593"/>
              <a:gd name="connsiteX48" fmla="*/ 3266643 w 5260975"/>
              <a:gd name="connsiteY48" fmla="*/ 4628188 h 4707593"/>
              <a:gd name="connsiteX49" fmla="*/ 3206921 w 5260975"/>
              <a:gd name="connsiteY49" fmla="*/ 4641823 h 4707593"/>
              <a:gd name="connsiteX50" fmla="*/ 3173123 w 5260975"/>
              <a:gd name="connsiteY50" fmla="*/ 4651425 h 4707593"/>
              <a:gd name="connsiteX51" fmla="*/ 3090646 w 5260975"/>
              <a:gd name="connsiteY51" fmla="*/ 4662274 h 4707593"/>
              <a:gd name="connsiteX52" fmla="*/ 3005480 w 5260975"/>
              <a:gd name="connsiteY52" fmla="*/ 4672739 h 4707593"/>
              <a:gd name="connsiteX53" fmla="*/ 2958721 w 5260975"/>
              <a:gd name="connsiteY53" fmla="*/ 4676196 h 4707593"/>
              <a:gd name="connsiteX54" fmla="*/ 2917915 w 5260975"/>
              <a:gd name="connsiteY54" fmla="*/ 4681670 h 4707593"/>
              <a:gd name="connsiteX55" fmla="*/ 2882389 w 5260975"/>
              <a:gd name="connsiteY55" fmla="*/ 4685126 h 4707593"/>
              <a:gd name="connsiteX56" fmla="*/ 2825837 w 5260975"/>
              <a:gd name="connsiteY56" fmla="*/ 4692135 h 4707593"/>
              <a:gd name="connsiteX57" fmla="*/ 2802313 w 5260975"/>
              <a:gd name="connsiteY57" fmla="*/ 4693960 h 4707593"/>
              <a:gd name="connsiteX58" fmla="*/ 2746816 w 5260975"/>
              <a:gd name="connsiteY58" fmla="*/ 4693863 h 4707593"/>
              <a:gd name="connsiteX59" fmla="*/ 2727517 w 5260975"/>
              <a:gd name="connsiteY59" fmla="*/ 4692903 h 4707593"/>
              <a:gd name="connsiteX60" fmla="*/ 2690359 w 5260975"/>
              <a:gd name="connsiteY60" fmla="*/ 4680997 h 4707593"/>
              <a:gd name="connsiteX61" fmla="*/ 2685943 w 5260975"/>
              <a:gd name="connsiteY61" fmla="*/ 4680133 h 4707593"/>
              <a:gd name="connsiteX62" fmla="*/ 2661554 w 5260975"/>
              <a:gd name="connsiteY62" fmla="*/ 4675428 h 4707593"/>
              <a:gd name="connsiteX63" fmla="*/ 2648208 w 5260975"/>
              <a:gd name="connsiteY63" fmla="*/ 4673892 h 4707593"/>
              <a:gd name="connsiteX64" fmla="*/ 2597512 w 5260975"/>
              <a:gd name="connsiteY64" fmla="*/ 4664099 h 4707593"/>
              <a:gd name="connsiteX65" fmla="*/ 2568324 w 5260975"/>
              <a:gd name="connsiteY65" fmla="*/ 4659490 h 4707593"/>
              <a:gd name="connsiteX66" fmla="*/ 2544704 w 5260975"/>
              <a:gd name="connsiteY66" fmla="*/ 4660162 h 4707593"/>
              <a:gd name="connsiteX67" fmla="*/ 2503225 w 5260975"/>
              <a:gd name="connsiteY67" fmla="*/ 4661026 h 4707593"/>
              <a:gd name="connsiteX68" fmla="*/ 2489975 w 5260975"/>
              <a:gd name="connsiteY68" fmla="*/ 4663235 h 4707593"/>
              <a:gd name="connsiteX69" fmla="*/ 2430061 w 5260975"/>
              <a:gd name="connsiteY69" fmla="*/ 4656897 h 4707593"/>
              <a:gd name="connsiteX70" fmla="*/ 2395880 w 5260975"/>
              <a:gd name="connsiteY70" fmla="*/ 4656417 h 4707593"/>
              <a:gd name="connsiteX71" fmla="*/ 2357378 w 5260975"/>
              <a:gd name="connsiteY71" fmla="*/ 4648544 h 4707593"/>
              <a:gd name="connsiteX72" fmla="*/ 2346145 w 5260975"/>
              <a:gd name="connsiteY72" fmla="*/ 4648928 h 4707593"/>
              <a:gd name="connsiteX73" fmla="*/ 2333567 w 5260975"/>
              <a:gd name="connsiteY73" fmla="*/ 4649600 h 4707593"/>
              <a:gd name="connsiteX74" fmla="*/ 2294968 w 5260975"/>
              <a:gd name="connsiteY74" fmla="*/ 4650177 h 4707593"/>
              <a:gd name="connsiteX75" fmla="*/ 2271540 w 5260975"/>
              <a:gd name="connsiteY75" fmla="*/ 4653057 h 4707593"/>
              <a:gd name="connsiteX76" fmla="*/ 2226895 w 5260975"/>
              <a:gd name="connsiteY76" fmla="*/ 4651329 h 4707593"/>
              <a:gd name="connsiteX77" fmla="*/ 2210379 w 5260975"/>
              <a:gd name="connsiteY77" fmla="*/ 4653825 h 4707593"/>
              <a:gd name="connsiteX78" fmla="*/ 2168613 w 5260975"/>
              <a:gd name="connsiteY78" fmla="*/ 4654113 h 4707593"/>
              <a:gd name="connsiteX79" fmla="*/ 2131167 w 5260975"/>
              <a:gd name="connsiteY79" fmla="*/ 4652673 h 4707593"/>
              <a:gd name="connsiteX80" fmla="*/ 2095065 w 5260975"/>
              <a:gd name="connsiteY80" fmla="*/ 4653441 h 4707593"/>
              <a:gd name="connsiteX81" fmla="*/ 2069237 w 5260975"/>
              <a:gd name="connsiteY81" fmla="*/ 4656609 h 4707593"/>
              <a:gd name="connsiteX82" fmla="*/ 2041201 w 5260975"/>
              <a:gd name="connsiteY82" fmla="*/ 4658529 h 4707593"/>
              <a:gd name="connsiteX83" fmla="*/ 1963909 w 5260975"/>
              <a:gd name="connsiteY83" fmla="*/ 4669955 h 4707593"/>
              <a:gd name="connsiteX84" fmla="*/ 1949603 w 5260975"/>
              <a:gd name="connsiteY84" fmla="*/ 4667171 h 4707593"/>
              <a:gd name="connsiteX85" fmla="*/ 1868373 w 5260975"/>
              <a:gd name="connsiteY85" fmla="*/ 4664578 h 4707593"/>
              <a:gd name="connsiteX86" fmla="*/ 1850707 w 5260975"/>
              <a:gd name="connsiteY86" fmla="*/ 4664771 h 4707593"/>
              <a:gd name="connsiteX87" fmla="*/ 1803275 w 5260975"/>
              <a:gd name="connsiteY87" fmla="*/ 4653441 h 4707593"/>
              <a:gd name="connsiteX88" fmla="*/ 1730112 w 5260975"/>
              <a:gd name="connsiteY88" fmla="*/ 4671396 h 4707593"/>
              <a:gd name="connsiteX89" fmla="*/ 1661652 w 5260975"/>
              <a:gd name="connsiteY89" fmla="*/ 4693863 h 4707593"/>
              <a:gd name="connsiteX90" fmla="*/ 1653011 w 5260975"/>
              <a:gd name="connsiteY90" fmla="*/ 4696744 h 4707593"/>
              <a:gd name="connsiteX91" fmla="*/ 1628431 w 5260975"/>
              <a:gd name="connsiteY91" fmla="*/ 4701641 h 4707593"/>
              <a:gd name="connsiteX92" fmla="*/ 1597995 w 5260975"/>
              <a:gd name="connsiteY92" fmla="*/ 4703369 h 4707593"/>
              <a:gd name="connsiteX93" fmla="*/ 1559396 w 5260975"/>
              <a:gd name="connsiteY93" fmla="*/ 4707593 h 4707593"/>
              <a:gd name="connsiteX94" fmla="*/ 1528480 w 5260975"/>
              <a:gd name="connsiteY94" fmla="*/ 4702312 h 4707593"/>
              <a:gd name="connsiteX95" fmla="*/ 1485272 w 5260975"/>
              <a:gd name="connsiteY95" fmla="*/ 4694439 h 4707593"/>
              <a:gd name="connsiteX96" fmla="*/ 1444562 w 5260975"/>
              <a:gd name="connsiteY96" fmla="*/ 4686950 h 4707593"/>
              <a:gd name="connsiteX97" fmla="*/ 1431696 w 5260975"/>
              <a:gd name="connsiteY97" fmla="*/ 4695783 h 4707593"/>
              <a:gd name="connsiteX98" fmla="*/ 1411821 w 5260975"/>
              <a:gd name="connsiteY98" fmla="*/ 4703464 h 4707593"/>
              <a:gd name="connsiteX99" fmla="*/ 1389738 w 5260975"/>
              <a:gd name="connsiteY99" fmla="*/ 4694247 h 4707593"/>
              <a:gd name="connsiteX100" fmla="*/ 1338081 w 5260975"/>
              <a:gd name="connsiteY100" fmla="*/ 4675141 h 4707593"/>
              <a:gd name="connsiteX101" fmla="*/ 1305436 w 5260975"/>
              <a:gd name="connsiteY101" fmla="*/ 4674276 h 4707593"/>
              <a:gd name="connsiteX102" fmla="*/ 1234481 w 5260975"/>
              <a:gd name="connsiteY102" fmla="*/ 4666115 h 4707593"/>
              <a:gd name="connsiteX103" fmla="*/ 1188106 w 5260975"/>
              <a:gd name="connsiteY103" fmla="*/ 4654497 h 4707593"/>
              <a:gd name="connsiteX104" fmla="*/ 1154790 w 5260975"/>
              <a:gd name="connsiteY104" fmla="*/ 4641343 h 4707593"/>
              <a:gd name="connsiteX105" fmla="*/ 1107069 w 5260975"/>
              <a:gd name="connsiteY105" fmla="*/ 4624156 h 4707593"/>
              <a:gd name="connsiteX106" fmla="*/ 1059158 w 5260975"/>
              <a:gd name="connsiteY106" fmla="*/ 4615227 h 4707593"/>
              <a:gd name="connsiteX107" fmla="*/ 1024496 w 5260975"/>
              <a:gd name="connsiteY107" fmla="*/ 4603993 h 4707593"/>
              <a:gd name="connsiteX108" fmla="*/ 982153 w 5260975"/>
              <a:gd name="connsiteY108" fmla="*/ 4596311 h 4707593"/>
              <a:gd name="connsiteX109" fmla="*/ 946628 w 5260975"/>
              <a:gd name="connsiteY109" fmla="*/ 4596024 h 4707593"/>
              <a:gd name="connsiteX110" fmla="*/ 890939 w 5260975"/>
              <a:gd name="connsiteY110" fmla="*/ 4597368 h 4707593"/>
              <a:gd name="connsiteX111" fmla="*/ 822769 w 5260975"/>
              <a:gd name="connsiteY111" fmla="*/ 4574133 h 4707593"/>
              <a:gd name="connsiteX112" fmla="*/ 795212 w 5260975"/>
              <a:gd name="connsiteY112" fmla="*/ 4568947 h 4707593"/>
              <a:gd name="connsiteX113" fmla="*/ 769288 w 5260975"/>
              <a:gd name="connsiteY113" fmla="*/ 4566547 h 4707593"/>
              <a:gd name="connsiteX114" fmla="*/ 714271 w 5260975"/>
              <a:gd name="connsiteY114" fmla="*/ 4551089 h 4707593"/>
              <a:gd name="connsiteX115" fmla="*/ 691900 w 5260975"/>
              <a:gd name="connsiteY115" fmla="*/ 4545999 h 4707593"/>
              <a:gd name="connsiteX116" fmla="*/ 660598 w 5260975"/>
              <a:gd name="connsiteY116" fmla="*/ 4546096 h 4707593"/>
              <a:gd name="connsiteX117" fmla="*/ 603662 w 5260975"/>
              <a:gd name="connsiteY117" fmla="*/ 4538991 h 4707593"/>
              <a:gd name="connsiteX118" fmla="*/ 546821 w 5260975"/>
              <a:gd name="connsiteY118" fmla="*/ 4518251 h 4707593"/>
              <a:gd name="connsiteX119" fmla="*/ 522721 w 5260975"/>
              <a:gd name="connsiteY119" fmla="*/ 4520267 h 4707593"/>
              <a:gd name="connsiteX120" fmla="*/ 514080 w 5260975"/>
              <a:gd name="connsiteY120" fmla="*/ 4519788 h 4707593"/>
              <a:gd name="connsiteX121" fmla="*/ 436404 w 5260975"/>
              <a:gd name="connsiteY121" fmla="*/ 4508361 h 4707593"/>
              <a:gd name="connsiteX122" fmla="*/ 428626 w 5260975"/>
              <a:gd name="connsiteY122" fmla="*/ 4507114 h 4707593"/>
              <a:gd name="connsiteX123" fmla="*/ 392141 w 5260975"/>
              <a:gd name="connsiteY123" fmla="*/ 4496936 h 4707593"/>
              <a:gd name="connsiteX124" fmla="*/ 300157 w 5260975"/>
              <a:gd name="connsiteY124" fmla="*/ 4490599 h 4707593"/>
              <a:gd name="connsiteX125" fmla="*/ 294493 w 5260975"/>
              <a:gd name="connsiteY125" fmla="*/ 4489831 h 4707593"/>
              <a:gd name="connsiteX126" fmla="*/ 263671 w 5260975"/>
              <a:gd name="connsiteY126" fmla="*/ 4494919 h 4707593"/>
              <a:gd name="connsiteX127" fmla="*/ 248406 w 5260975"/>
              <a:gd name="connsiteY127" fmla="*/ 4502121 h 4707593"/>
              <a:gd name="connsiteX128" fmla="*/ 224594 w 5260975"/>
              <a:gd name="connsiteY128" fmla="*/ 4509610 h 4707593"/>
              <a:gd name="connsiteX129" fmla="*/ 200398 w 5260975"/>
              <a:gd name="connsiteY129" fmla="*/ 4512395 h 4707593"/>
              <a:gd name="connsiteX130" fmla="*/ 159783 w 5260975"/>
              <a:gd name="connsiteY130" fmla="*/ 4501064 h 4707593"/>
              <a:gd name="connsiteX131" fmla="*/ 144997 w 5260975"/>
              <a:gd name="connsiteY131" fmla="*/ 4499912 h 4707593"/>
              <a:gd name="connsiteX132" fmla="*/ 112064 w 5260975"/>
              <a:gd name="connsiteY132" fmla="*/ 4494440 h 4707593"/>
              <a:gd name="connsiteX133" fmla="*/ 83259 w 5260975"/>
              <a:gd name="connsiteY133" fmla="*/ 4494824 h 4707593"/>
              <a:gd name="connsiteX134" fmla="*/ 60120 w 5260975"/>
              <a:gd name="connsiteY134" fmla="*/ 4503561 h 4707593"/>
              <a:gd name="connsiteX135" fmla="*/ 26514 w 5260975"/>
              <a:gd name="connsiteY135" fmla="*/ 4505289 h 4707593"/>
              <a:gd name="connsiteX136" fmla="*/ 4814 w 5260975"/>
              <a:gd name="connsiteY136" fmla="*/ 4498952 h 4707593"/>
              <a:gd name="connsiteX137" fmla="*/ 398 w 5260975"/>
              <a:gd name="connsiteY137" fmla="*/ 4498089 h 4707593"/>
              <a:gd name="connsiteX138" fmla="*/ 0 w 5260975"/>
              <a:gd name="connsiteY138" fmla="*/ 4498087 h 47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4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4" y="3748498"/>
                  <a:pt x="4977440" y="3752627"/>
                </a:cubicBezTo>
                <a:cubicBezTo>
                  <a:pt x="4964094" y="3761268"/>
                  <a:pt x="4949500" y="3768277"/>
                  <a:pt x="4935194" y="3775382"/>
                </a:cubicBezTo>
                <a:cubicBezTo>
                  <a:pt x="4922903" y="3781431"/>
                  <a:pt x="4909846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7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2" y="4077254"/>
                  <a:pt x="4512727" y="4081479"/>
                  <a:pt x="4502550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3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DF82A-F131-17D6-7A31-D4ED9FDE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6" y="1771650"/>
            <a:ext cx="4629150" cy="1343026"/>
          </a:xfrm>
        </p:spPr>
        <p:txBody>
          <a:bodyPr anchor="b">
            <a:normAutofit/>
          </a:bodyPr>
          <a:lstStyle/>
          <a:p>
            <a:r>
              <a:rPr lang="en-US" dirty="0"/>
              <a:t>The Find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66B71-6910-08E8-3C1A-EFA1AAF3B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376" y="3295649"/>
            <a:ext cx="4629150" cy="19240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/>
              <a:t>Both Online &amp; Desktop Word</a:t>
            </a:r>
          </a:p>
          <a:p>
            <a:pPr lvl="1"/>
            <a:r>
              <a:rPr lang="en-US" sz="1300"/>
              <a:t>CTRL + F</a:t>
            </a:r>
          </a:p>
          <a:p>
            <a:r>
              <a:rPr lang="en-US" sz="1300"/>
              <a:t>Desktop Word</a:t>
            </a:r>
          </a:p>
          <a:p>
            <a:pPr lvl="1"/>
            <a:r>
              <a:rPr lang="en-US" sz="1300"/>
              <a:t>In the upper right-hand, there is a "Find" button with a magnifying glass – Click it</a:t>
            </a:r>
          </a:p>
        </p:txBody>
      </p:sp>
    </p:spTree>
    <p:extLst>
      <p:ext uri="{BB962C8B-B14F-4D97-AF65-F5344CB8AC3E}">
        <p14:creationId xmlns:p14="http://schemas.microsoft.com/office/powerpoint/2010/main" val="17032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56E78-2010-0623-8A33-6D8E938A8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3810001" cy="2025649"/>
          </a:xfrm>
        </p:spPr>
        <p:txBody>
          <a:bodyPr anchor="b">
            <a:normAutofit/>
          </a:bodyPr>
          <a:lstStyle/>
          <a:p>
            <a:r>
              <a:rPr lang="en-US" dirty="0"/>
              <a:t>Replace a Word Tool</a:t>
            </a:r>
          </a:p>
        </p:txBody>
      </p:sp>
      <p:pic>
        <p:nvPicPr>
          <p:cNvPr id="4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0AD907D-CDB7-579B-06E9-61AD7B6E2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15000" y="762000"/>
            <a:ext cx="5333999" cy="533399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DA15-108C-80A6-C6A2-55C22F163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3047999"/>
            <a:ext cx="3810000" cy="3048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/>
              <a:t>Open to Desktop Word</a:t>
            </a:r>
          </a:p>
          <a:p>
            <a:pPr lvl="1"/>
            <a:r>
              <a:rPr lang="en-US" sz="1700">
                <a:ea typeface="+mn-lt"/>
                <a:cs typeface="+mn-lt"/>
              </a:rPr>
              <a:t>In the upper right-hand, there is a "Find" button, under that is a "Replace" button – click it</a:t>
            </a:r>
          </a:p>
          <a:p>
            <a:r>
              <a:rPr lang="en-US" sz="1700">
                <a:ea typeface="+mn-lt"/>
                <a:cs typeface="+mn-lt"/>
              </a:rPr>
              <a:t>Online</a:t>
            </a:r>
            <a:r>
              <a:rPr lang="en-US" sz="1700"/>
              <a:t> Word</a:t>
            </a:r>
          </a:p>
          <a:p>
            <a:pPr lvl="1"/>
            <a:r>
              <a:rPr lang="en-US" sz="1700"/>
              <a:t>CTRL + H</a:t>
            </a:r>
          </a:p>
        </p:txBody>
      </p:sp>
    </p:spTree>
    <p:extLst>
      <p:ext uri="{BB962C8B-B14F-4D97-AF65-F5344CB8AC3E}">
        <p14:creationId xmlns:p14="http://schemas.microsoft.com/office/powerpoint/2010/main" val="191207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B0479F5-59EA-43F3-BAFC-2606376E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B18D2-F78B-2D7A-A635-F4CA131F4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8717"/>
            <a:ext cx="3810000" cy="3805283"/>
          </a:xfrm>
        </p:spPr>
        <p:txBody>
          <a:bodyPr>
            <a:normAutofit/>
          </a:bodyPr>
          <a:lstStyle/>
          <a:p>
            <a:r>
              <a:rPr lang="en-US" dirty="0"/>
              <a:t>How to Comment 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D8F07C-D70E-E187-50C7-E32B74D8A3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3239920"/>
              </p:ext>
            </p:extLst>
          </p:nvPr>
        </p:nvGraphicFramePr>
        <p:xfrm>
          <a:off x="4572000" y="761999"/>
          <a:ext cx="6858000" cy="5343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43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0CF3-E6AF-6235-6136-FE87324D4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Double Space your Word Document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EFC919-9DCE-8F2C-C233-5CF284B75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203512"/>
              </p:ext>
            </p:extLst>
          </p:nvPr>
        </p:nvGraphicFramePr>
        <p:xfrm>
          <a:off x="762000" y="3047999"/>
          <a:ext cx="10668000" cy="30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6484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6B0479F5-59EA-43F3-BAFC-2606376E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5D9AE-D54B-9287-8BAF-19FD201B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8717"/>
            <a:ext cx="3810000" cy="3805283"/>
          </a:xfrm>
        </p:spPr>
        <p:txBody>
          <a:bodyPr>
            <a:normAutofit/>
          </a:bodyPr>
          <a:lstStyle/>
          <a:p>
            <a:r>
              <a:rPr lang="en-US" dirty="0"/>
              <a:t>How to use the Ruler tool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CC975FD-3204-977A-0A21-D1649BADB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504074"/>
              </p:ext>
            </p:extLst>
          </p:nvPr>
        </p:nvGraphicFramePr>
        <p:xfrm>
          <a:off x="4572000" y="761999"/>
          <a:ext cx="6858000" cy="5343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338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6AA80-DE29-A239-568D-6B85A747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1" y="1163594"/>
            <a:ext cx="6095999" cy="1624055"/>
          </a:xfrm>
        </p:spPr>
        <p:txBody>
          <a:bodyPr anchor="b">
            <a:normAutofit/>
          </a:bodyPr>
          <a:lstStyle/>
          <a:p>
            <a:r>
              <a:rPr lang="en-US"/>
              <a:t>How to Place References in Alphabetical Order</a:t>
            </a:r>
          </a:p>
        </p:txBody>
      </p:sp>
      <p:pic>
        <p:nvPicPr>
          <p:cNvPr id="4" name="Picture 4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A0AF3FFA-2243-5D7D-414E-042999CD7D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9831" r="37003" b="1"/>
          <a:stretch/>
        </p:blipFill>
        <p:spPr>
          <a:xfrm>
            <a:off x="20" y="10"/>
            <a:ext cx="4571982" cy="6857992"/>
          </a:xfrm>
          <a:custGeom>
            <a:avLst/>
            <a:gdLst/>
            <a:ahLst/>
            <a:cxnLst/>
            <a:rect l="l" t="t" r="r" b="b"/>
            <a:pathLst>
              <a:path w="4572002" h="6858002">
                <a:moveTo>
                  <a:pt x="4295315" y="6438981"/>
                </a:moveTo>
                <a:lnTo>
                  <a:pt x="4275384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19" y="6521804"/>
                </a:lnTo>
                <a:lnTo>
                  <a:pt x="4261587" y="6513012"/>
                </a:lnTo>
                <a:lnTo>
                  <a:pt x="4264397" y="6508052"/>
                </a:lnTo>
                <a:lnTo>
                  <a:pt x="4275382" y="6463849"/>
                </a:lnTo>
                <a:lnTo>
                  <a:pt x="4275384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211111" y="2836172"/>
                </a:moveTo>
                <a:lnTo>
                  <a:pt x="4202420" y="2848793"/>
                </a:lnTo>
                <a:cubicBezTo>
                  <a:pt x="4192420" y="2881226"/>
                  <a:pt x="4178988" y="2913982"/>
                  <a:pt x="4177881" y="2947862"/>
                </a:cubicBezTo>
                <a:lnTo>
                  <a:pt x="4177881" y="2947863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1"/>
                  <a:pt x="4093355" y="3574408"/>
                </a:cubicBezTo>
                <a:lnTo>
                  <a:pt x="4093356" y="3574408"/>
                </a:ln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cubicBezTo>
                  <a:pt x="4127218" y="3638158"/>
                  <a:pt x="4132898" y="3646123"/>
                  <a:pt x="4136708" y="3654416"/>
                </a:cubicBez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6645" y="3852620"/>
                </a:lnTo>
                <a:cubicBezTo>
                  <a:pt x="4114978" y="3863193"/>
                  <a:pt x="4117265" y="3874195"/>
                  <a:pt x="4126028" y="3885339"/>
                </a:cubicBez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55523" y="4002410"/>
                </a:lnTo>
                <a:cubicBezTo>
                  <a:pt x="4152853" y="4016025"/>
                  <a:pt x="4148364" y="4029837"/>
                  <a:pt x="4142220" y="4043839"/>
                </a:cubicBez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7099" y="4103826"/>
                </a:lnTo>
                <a:cubicBezTo>
                  <a:pt x="4126122" y="4123948"/>
                  <a:pt x="4129552" y="4144333"/>
                  <a:pt x="4138410" y="4165384"/>
                </a:cubicBezTo>
                <a:lnTo>
                  <a:pt x="4142315" y="4192388"/>
                </a:lnTo>
                <a:lnTo>
                  <a:pt x="4142220" y="4221391"/>
                </a:lnTo>
                <a:lnTo>
                  <a:pt x="4142220" y="4221391"/>
                </a:ln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6"/>
                  <a:pt x="4116716" y="4800483"/>
                </a:cubicBezTo>
                <a:lnTo>
                  <a:pt x="4116716" y="4800483"/>
                </a:ln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cubicBezTo>
                  <a:pt x="4142601" y="4840633"/>
                  <a:pt x="4151364" y="4853636"/>
                  <a:pt x="4156484" y="4867614"/>
                </a:cubicBez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5"/>
                </a:cubicBezTo>
                <a:lnTo>
                  <a:pt x="4158155" y="4933805"/>
                </a:lnTo>
                <a:lnTo>
                  <a:pt x="4158155" y="4933806"/>
                </a:lnTo>
                <a:cubicBezTo>
                  <a:pt x="4160163" y="4953853"/>
                  <a:pt x="4171415" y="4969748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706" y="5062669"/>
                  <a:pt x="4221137" y="5082339"/>
                  <a:pt x="4228472" y="5102461"/>
                </a:cubicBez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lnTo>
                  <a:pt x="4228901" y="5166114"/>
                </a:lnTo>
                <a:cubicBezTo>
                  <a:pt x="4228139" y="5167638"/>
                  <a:pt x="4228711" y="5169781"/>
                  <a:pt x="4229592" y="5172091"/>
                </a:cubicBezTo>
                <a:lnTo>
                  <a:pt x="4232139" y="5179068"/>
                </a:lnTo>
                <a:lnTo>
                  <a:pt x="4231973" y="5229433"/>
                </a:lnTo>
                <a:cubicBezTo>
                  <a:pt x="4228139" y="5245269"/>
                  <a:pt x="4220423" y="5259937"/>
                  <a:pt x="4208516" y="5272796"/>
                </a:cubicBezTo>
                <a:cubicBezTo>
                  <a:pt x="4185226" y="5298086"/>
                  <a:pt x="4177689" y="5325412"/>
                  <a:pt x="4179637" y="5355014"/>
                </a:cubicBez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6" y="5480638"/>
                </a:cubicBezTo>
                <a:lnTo>
                  <a:pt x="4208850" y="5507668"/>
                </a:lnTo>
                <a:lnTo>
                  <a:pt x="4206630" y="5520422"/>
                </a:lnTo>
                <a:cubicBezTo>
                  <a:pt x="4204993" y="5524467"/>
                  <a:pt x="4202326" y="5528265"/>
                  <a:pt x="4198230" y="5531693"/>
                </a:cubicBez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8"/>
                </a:lnTo>
                <a:lnTo>
                  <a:pt x="4188085" y="5547579"/>
                </a:lnTo>
                <a:cubicBezTo>
                  <a:pt x="4188180" y="5552508"/>
                  <a:pt x="4191562" y="5557318"/>
                  <a:pt x="4197658" y="5562747"/>
                </a:cubicBezTo>
                <a:cubicBezTo>
                  <a:pt x="4240331" y="5600468"/>
                  <a:pt x="4267002" y="5646190"/>
                  <a:pt x="4268906" y="5704484"/>
                </a:cubicBezTo>
                <a:cubicBezTo>
                  <a:pt x="4269288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7" y="5760874"/>
                </a:cubicBezTo>
                <a:cubicBezTo>
                  <a:pt x="4322820" y="5794975"/>
                  <a:pt x="4350063" y="5837458"/>
                  <a:pt x="4371972" y="5883752"/>
                </a:cubicBezTo>
                <a:cubicBezTo>
                  <a:pt x="4375877" y="5892038"/>
                  <a:pt x="4379782" y="5900611"/>
                  <a:pt x="4382997" y="5909351"/>
                </a:cubicBezTo>
                <a:lnTo>
                  <a:pt x="4389878" y="5935950"/>
                </a:lnTo>
                <a:lnTo>
                  <a:pt x="4389711" y="5964477"/>
                </a:lnTo>
                <a:cubicBezTo>
                  <a:pt x="4388783" y="5974097"/>
                  <a:pt x="4387306" y="5983766"/>
                  <a:pt x="4386258" y="5993291"/>
                </a:cubicBez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7" y="6082258"/>
                  <a:pt x="4323582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09890" y="6133315"/>
                </a:lnTo>
                <a:cubicBezTo>
                  <a:pt x="4309818" y="6139745"/>
                  <a:pt x="4314629" y="6145793"/>
                  <a:pt x="4325488" y="6155603"/>
                </a:cubicBezTo>
                <a:cubicBezTo>
                  <a:pt x="4347777" y="6175798"/>
                  <a:pt x="4359397" y="6200945"/>
                  <a:pt x="4364159" y="6228757"/>
                </a:cubicBezTo>
                <a:lnTo>
                  <a:pt x="4381496" y="6361540"/>
                </a:lnTo>
                <a:lnTo>
                  <a:pt x="4381314" y="6364769"/>
                </a:lnTo>
                <a:lnTo>
                  <a:pt x="4380007" y="6387910"/>
                </a:lnTo>
                <a:lnTo>
                  <a:pt x="4377352" y="6393385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7352" y="6393385"/>
                </a:lnTo>
                <a:lnTo>
                  <a:pt x="4380008" y="6387910"/>
                </a:lnTo>
                <a:lnTo>
                  <a:pt x="4381314" y="6364769"/>
                </a:lnTo>
                <a:lnTo>
                  <a:pt x="4381496" y="6361540"/>
                </a:lnTo>
                <a:lnTo>
                  <a:pt x="4381496" y="6361540"/>
                </a:lnTo>
                <a:lnTo>
                  <a:pt x="4381496" y="6361539"/>
                </a:lnTo>
                <a:cubicBezTo>
                  <a:pt x="4377876" y="6317151"/>
                  <a:pt x="4371590" y="6272764"/>
                  <a:pt x="4364159" y="6228756"/>
                </a:cubicBezTo>
                <a:cubicBezTo>
                  <a:pt x="4359397" y="6200944"/>
                  <a:pt x="4347777" y="6175797"/>
                  <a:pt x="4325488" y="6155602"/>
                </a:cubicBezTo>
                <a:cubicBezTo>
                  <a:pt x="4320059" y="6150697"/>
                  <a:pt x="4316141" y="6146732"/>
                  <a:pt x="4313590" y="6143190"/>
                </a:cubicBezTo>
                <a:lnTo>
                  <a:pt x="4309890" y="6133315"/>
                </a:lnTo>
                <a:lnTo>
                  <a:pt x="4323582" y="6108739"/>
                </a:lnTo>
                <a:cubicBezTo>
                  <a:pt x="4343777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8" y="5993292"/>
                </a:cubicBezTo>
                <a:cubicBezTo>
                  <a:pt x="4388354" y="5974241"/>
                  <a:pt x="4392164" y="5954618"/>
                  <a:pt x="4389878" y="5935950"/>
                </a:cubicBezTo>
                <a:lnTo>
                  <a:pt x="4389878" y="5935950"/>
                </a:lnTo>
                <a:lnTo>
                  <a:pt x="4389878" y="5935949"/>
                </a:lnTo>
                <a:cubicBezTo>
                  <a:pt x="4387592" y="5918042"/>
                  <a:pt x="4379782" y="5900323"/>
                  <a:pt x="4371972" y="5883751"/>
                </a:cubicBezTo>
                <a:cubicBezTo>
                  <a:pt x="4350063" y="5837457"/>
                  <a:pt x="4322820" y="5794974"/>
                  <a:pt x="4283577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8" y="5716485"/>
                  <a:pt x="4268906" y="5704483"/>
                </a:cubicBezTo>
                <a:cubicBezTo>
                  <a:pt x="4267002" y="5646189"/>
                  <a:pt x="4240331" y="5600467"/>
                  <a:pt x="4197658" y="5562746"/>
                </a:cubicBezTo>
                <a:lnTo>
                  <a:pt x="4188085" y="5547578"/>
                </a:lnTo>
                <a:lnTo>
                  <a:pt x="4198230" y="5531694"/>
                </a:lnTo>
                <a:cubicBezTo>
                  <a:pt x="4206421" y="5524837"/>
                  <a:pt x="4208898" y="5516503"/>
                  <a:pt x="4208850" y="5507668"/>
                </a:cubicBez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6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1083" y="5326163"/>
                </a:lnTo>
                <a:cubicBezTo>
                  <a:pt x="4184464" y="5307422"/>
                  <a:pt x="4192990" y="5289657"/>
                  <a:pt x="4208516" y="5272797"/>
                </a:cubicBezTo>
                <a:cubicBezTo>
                  <a:pt x="4232329" y="5247079"/>
                  <a:pt x="4239379" y="5214122"/>
                  <a:pt x="4232139" y="5179068"/>
                </a:cubicBez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2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5"/>
                </a:lnTo>
                <a:lnTo>
                  <a:pt x="4235616" y="5133224"/>
                </a:lnTo>
                <a:cubicBezTo>
                  <a:pt x="4233865" y="5101639"/>
                  <a:pt x="4211325" y="507324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cubicBezTo>
                  <a:pt x="4175273" y="4975511"/>
                  <a:pt x="4167700" y="4964604"/>
                  <a:pt x="4162914" y="4952673"/>
                </a:cubicBez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9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61262" y="4889275"/>
                </a:lnTo>
                <a:cubicBezTo>
                  <a:pt x="4159556" y="4866958"/>
                  <a:pt x="4148126" y="4846490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8" y="4442762"/>
                  <a:pt x="4197658" y="4403326"/>
                  <a:pt x="4196706" y="4363891"/>
                </a:cubicBezTo>
                <a:lnTo>
                  <a:pt x="4196706" y="4363891"/>
                </a:ln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lnTo>
                  <a:pt x="4142220" y="4221391"/>
                </a:lnTo>
                <a:lnTo>
                  <a:pt x="4142315" y="4192388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cubicBezTo>
                  <a:pt x="4133981" y="4154857"/>
                  <a:pt x="4130909" y="4144498"/>
                  <a:pt x="4129066" y="4134255"/>
                </a:cubicBezTo>
                <a:lnTo>
                  <a:pt x="4127099" y="4103826"/>
                </a:lnTo>
                <a:lnTo>
                  <a:pt x="4142220" y="4043840"/>
                </a:lnTo>
                <a:cubicBezTo>
                  <a:pt x="4154508" y="4015835"/>
                  <a:pt x="4160175" y="3988593"/>
                  <a:pt x="4157913" y="3962160"/>
                </a:cubicBez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cubicBezTo>
                  <a:pt x="4121646" y="3879766"/>
                  <a:pt x="4118884" y="3874229"/>
                  <a:pt x="4117425" y="3868764"/>
                </a:cubicBez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4"/>
                </a:lnTo>
                <a:lnTo>
                  <a:pt x="4143220" y="3680163"/>
                </a:lnTo>
                <a:cubicBezTo>
                  <a:pt x="4141696" y="3662494"/>
                  <a:pt x="4135458" y="3645682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6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2"/>
                </a:ln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82513" y="2914328"/>
                </a:lnTo>
                <a:cubicBezTo>
                  <a:pt x="4187561" y="2892182"/>
                  <a:pt x="4195753" y="2870416"/>
                  <a:pt x="4202420" y="2848794"/>
                </a:cubicBezTo>
                <a:cubicBezTo>
                  <a:pt x="4203753" y="2844317"/>
                  <a:pt x="4207039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32419" y="2490551"/>
                </a:lnTo>
                <a:cubicBezTo>
                  <a:pt x="4130791" y="2499773"/>
                  <a:pt x="4128410" y="2509025"/>
                  <a:pt x="4125838" y="2518264"/>
                </a:cubicBezTo>
                <a:cubicBezTo>
                  <a:pt x="4123171" y="2527790"/>
                  <a:pt x="4122027" y="2536458"/>
                  <a:pt x="4122194" y="2545006"/>
                </a:cubicBezTo>
                <a:lnTo>
                  <a:pt x="4122194" y="2545007"/>
                </a:ln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2" y="2668002"/>
                </a:cubicBezTo>
                <a:cubicBezTo>
                  <a:pt x="4223947" y="2691055"/>
                  <a:pt x="4237663" y="2716964"/>
                  <a:pt x="4247952" y="2745349"/>
                </a:cubicBezTo>
                <a:lnTo>
                  <a:pt x="4247953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0" y="2811787"/>
                </a:lnTo>
                <a:lnTo>
                  <a:pt x="4243371" y="2811787"/>
                </a:lnTo>
                <a:lnTo>
                  <a:pt x="4243374" y="2811780"/>
                </a:lnTo>
                <a:lnTo>
                  <a:pt x="4253024" y="2793023"/>
                </a:lnTo>
                <a:lnTo>
                  <a:pt x="4253453" y="2785440"/>
                </a:lnTo>
                <a:lnTo>
                  <a:pt x="4254653" y="2782305"/>
                </a:lnTo>
                <a:lnTo>
                  <a:pt x="4253873" y="2778006"/>
                </a:lnTo>
                <a:lnTo>
                  <a:pt x="4254283" y="2770757"/>
                </a:lnTo>
                <a:lnTo>
                  <a:pt x="4247953" y="2745352"/>
                </a:lnTo>
                <a:lnTo>
                  <a:pt x="4247952" y="2745348"/>
                </a:lnTo>
                <a:cubicBezTo>
                  <a:pt x="4237663" y="2716963"/>
                  <a:pt x="4223947" y="2691054"/>
                  <a:pt x="4199562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cubicBezTo>
                  <a:pt x="4130981" y="2499786"/>
                  <a:pt x="4135363" y="2481259"/>
                  <a:pt x="4134482" y="2463019"/>
                </a:cubicBezTo>
                <a:lnTo>
                  <a:pt x="4134481" y="2463018"/>
                </a:lnTo>
                <a:lnTo>
                  <a:pt x="4134482" y="2463018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51027" y="1453958"/>
                </a:moveTo>
                <a:lnTo>
                  <a:pt x="3745230" y="1459073"/>
                </a:lnTo>
                <a:lnTo>
                  <a:pt x="3745230" y="1459073"/>
                </a:lnTo>
                <a:lnTo>
                  <a:pt x="3745229" y="1459074"/>
                </a:lnTo>
                <a:lnTo>
                  <a:pt x="3736012" y="1481572"/>
                </a:lnTo>
                <a:lnTo>
                  <a:pt x="3745230" y="1459073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cubicBezTo>
                  <a:pt x="3760922" y="348396"/>
                  <a:pt x="3763447" y="357874"/>
                  <a:pt x="3765590" y="367328"/>
                </a:cubicBezTo>
                <a:lnTo>
                  <a:pt x="3769400" y="395640"/>
                </a:lnTo>
                <a:cubicBezTo>
                  <a:pt x="3769590" y="376781"/>
                  <a:pt x="3762352" y="357921"/>
                  <a:pt x="3759494" y="338870"/>
                </a:cubicBez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8"/>
                </a:lnTo>
                <a:lnTo>
                  <a:pt x="3785402" y="228944"/>
                </a:lnTo>
                <a:lnTo>
                  <a:pt x="3785402" y="228949"/>
                </a:lnTo>
                <a:lnTo>
                  <a:pt x="3785402" y="228948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8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1" y="21486"/>
                  <a:pt x="4218423" y="43012"/>
                  <a:pt x="4215374" y="63587"/>
                </a:cubicBezTo>
                <a:cubicBezTo>
                  <a:pt x="4209850" y="101308"/>
                  <a:pt x="4206420" y="139219"/>
                  <a:pt x="4201468" y="176939"/>
                </a:cubicBezTo>
                <a:cubicBezTo>
                  <a:pt x="4200324" y="184941"/>
                  <a:pt x="4198230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4" y="1489720"/>
                </a:cubicBezTo>
                <a:cubicBezTo>
                  <a:pt x="4198992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3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1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49" y="1992279"/>
                  <a:pt x="4294815" y="2013043"/>
                  <a:pt x="4296911" y="2030378"/>
                </a:cubicBezTo>
                <a:cubicBezTo>
                  <a:pt x="4299387" y="2048668"/>
                  <a:pt x="4301673" y="2067525"/>
                  <a:pt x="4307200" y="2085054"/>
                </a:cubicBezTo>
                <a:cubicBezTo>
                  <a:pt x="4321678" y="2130393"/>
                  <a:pt x="4338061" y="2175163"/>
                  <a:pt x="4353301" y="2220312"/>
                </a:cubicBezTo>
                <a:cubicBezTo>
                  <a:pt x="4365876" y="2257459"/>
                  <a:pt x="4355969" y="2294039"/>
                  <a:pt x="4350635" y="2330806"/>
                </a:cubicBezTo>
                <a:cubicBezTo>
                  <a:pt x="4347205" y="2353859"/>
                  <a:pt x="4339013" y="2375383"/>
                  <a:pt x="4351205" y="2401292"/>
                </a:cubicBezTo>
                <a:cubicBezTo>
                  <a:pt x="4362827" y="2426059"/>
                  <a:pt x="4360159" y="2457492"/>
                  <a:pt x="4366446" y="2485307"/>
                </a:cubicBezTo>
                <a:cubicBezTo>
                  <a:pt x="4371780" y="2508742"/>
                  <a:pt x="4380354" y="2531409"/>
                  <a:pt x="4388736" y="2554079"/>
                </a:cubicBezTo>
                <a:cubicBezTo>
                  <a:pt x="4400167" y="2584942"/>
                  <a:pt x="4412167" y="2615421"/>
                  <a:pt x="4406453" y="2649143"/>
                </a:cubicBezTo>
                <a:cubicBezTo>
                  <a:pt x="4399975" y="2687436"/>
                  <a:pt x="4424359" y="2713723"/>
                  <a:pt x="4440554" y="2743826"/>
                </a:cubicBezTo>
                <a:cubicBezTo>
                  <a:pt x="4451602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4" y="2901943"/>
                </a:cubicBezTo>
                <a:cubicBezTo>
                  <a:pt x="4502848" y="2948047"/>
                  <a:pt x="4513136" y="2994722"/>
                  <a:pt x="4505896" y="3042728"/>
                </a:cubicBezTo>
                <a:cubicBezTo>
                  <a:pt x="4502658" y="3064827"/>
                  <a:pt x="4502848" y="3085403"/>
                  <a:pt x="4507612" y="3107500"/>
                </a:cubicBezTo>
                <a:cubicBezTo>
                  <a:pt x="4515422" y="3143695"/>
                  <a:pt x="4516375" y="3180844"/>
                  <a:pt x="4545521" y="3209993"/>
                </a:cubicBezTo>
                <a:cubicBezTo>
                  <a:pt x="4555810" y="3220280"/>
                  <a:pt x="4558476" y="3238758"/>
                  <a:pt x="4563810" y="3253809"/>
                </a:cubicBezTo>
                <a:cubicBezTo>
                  <a:pt x="4570098" y="3271145"/>
                  <a:pt x="4566858" y="3283908"/>
                  <a:pt x="4548570" y="3293244"/>
                </a:cubicBezTo>
                <a:cubicBezTo>
                  <a:pt x="4540379" y="3297434"/>
                  <a:pt x="4532377" y="3309437"/>
                  <a:pt x="4531043" y="3318771"/>
                </a:cubicBezTo>
                <a:cubicBezTo>
                  <a:pt x="4527043" y="3346776"/>
                  <a:pt x="4532949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6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6" y="3699976"/>
                  <a:pt x="4554096" y="3716168"/>
                  <a:pt x="4550476" y="3732361"/>
                </a:cubicBezTo>
                <a:cubicBezTo>
                  <a:pt x="4549142" y="3738267"/>
                  <a:pt x="4543997" y="3744173"/>
                  <a:pt x="4544759" y="3749506"/>
                </a:cubicBezTo>
                <a:cubicBezTo>
                  <a:pt x="4552952" y="3802467"/>
                  <a:pt x="4516375" y="3840569"/>
                  <a:pt x="4500182" y="3885338"/>
                </a:cubicBezTo>
                <a:cubicBezTo>
                  <a:pt x="4483035" y="3932394"/>
                  <a:pt x="4456747" y="3977925"/>
                  <a:pt x="4464557" y="4030503"/>
                </a:cubicBezTo>
                <a:cubicBezTo>
                  <a:pt x="4469319" y="4062318"/>
                  <a:pt x="4480369" y="4092989"/>
                  <a:pt x="4487038" y="4124614"/>
                </a:cubicBezTo>
                <a:cubicBezTo>
                  <a:pt x="4489324" y="4135854"/>
                  <a:pt x="4488942" y="4148427"/>
                  <a:pt x="4486656" y="4159667"/>
                </a:cubicBezTo>
                <a:cubicBezTo>
                  <a:pt x="4476177" y="4213961"/>
                  <a:pt x="4474653" y="4267493"/>
                  <a:pt x="4491800" y="4320837"/>
                </a:cubicBezTo>
                <a:cubicBezTo>
                  <a:pt x="4494658" y="4329979"/>
                  <a:pt x="4497324" y="4339695"/>
                  <a:pt x="4497324" y="4349222"/>
                </a:cubicBezTo>
                <a:cubicBezTo>
                  <a:pt x="4497324" y="4401419"/>
                  <a:pt x="4493324" y="4452665"/>
                  <a:pt x="4474653" y="4502579"/>
                </a:cubicBezTo>
                <a:cubicBezTo>
                  <a:pt x="4468367" y="4519343"/>
                  <a:pt x="4472367" y="4539728"/>
                  <a:pt x="4470843" y="4558207"/>
                </a:cubicBezTo>
                <a:cubicBezTo>
                  <a:pt x="4469511" y="4575351"/>
                  <a:pt x="4468939" y="4592878"/>
                  <a:pt x="4464557" y="4609452"/>
                </a:cubicBezTo>
                <a:cubicBezTo>
                  <a:pt x="4458081" y="4633647"/>
                  <a:pt x="4457319" y="4656126"/>
                  <a:pt x="4463033" y="4681083"/>
                </a:cubicBezTo>
                <a:cubicBezTo>
                  <a:pt x="4468367" y="4704895"/>
                  <a:pt x="4465701" y="4730614"/>
                  <a:pt x="4465891" y="4755381"/>
                </a:cubicBezTo>
                <a:cubicBezTo>
                  <a:pt x="4466081" y="4783004"/>
                  <a:pt x="4466271" y="4810627"/>
                  <a:pt x="4465319" y="4838250"/>
                </a:cubicBezTo>
                <a:cubicBezTo>
                  <a:pt x="4464939" y="4849300"/>
                  <a:pt x="4457319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3" y="4990465"/>
                  <a:pt x="4458081" y="5006086"/>
                </a:cubicBezTo>
                <a:cubicBezTo>
                  <a:pt x="4456747" y="5031614"/>
                  <a:pt x="4457319" y="5057141"/>
                  <a:pt x="4456937" y="5082670"/>
                </a:cubicBezTo>
                <a:cubicBezTo>
                  <a:pt x="4456747" y="5091052"/>
                  <a:pt x="4455985" y="5099245"/>
                  <a:pt x="4455602" y="5107627"/>
                </a:cubicBezTo>
                <a:cubicBezTo>
                  <a:pt x="4455222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3" y="5206308"/>
                </a:cubicBezTo>
                <a:cubicBezTo>
                  <a:pt x="4473129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89" y="5393005"/>
                </a:cubicBezTo>
                <a:cubicBezTo>
                  <a:pt x="4484751" y="5401579"/>
                  <a:pt x="4479987" y="5410531"/>
                  <a:pt x="4479607" y="5419295"/>
                </a:cubicBezTo>
                <a:cubicBezTo>
                  <a:pt x="4478655" y="5446728"/>
                  <a:pt x="4478463" y="5474161"/>
                  <a:pt x="4477893" y="5501594"/>
                </a:cubicBezTo>
                <a:cubicBezTo>
                  <a:pt x="4477701" y="5517215"/>
                  <a:pt x="4478273" y="5533027"/>
                  <a:pt x="4476559" y="5548460"/>
                </a:cubicBezTo>
                <a:cubicBezTo>
                  <a:pt x="4474273" y="5568842"/>
                  <a:pt x="4470843" y="5587321"/>
                  <a:pt x="4485703" y="5606372"/>
                </a:cubicBezTo>
                <a:cubicBezTo>
                  <a:pt x="4508754" y="5635711"/>
                  <a:pt x="4499800" y="5673050"/>
                  <a:pt x="4505134" y="5706959"/>
                </a:cubicBezTo>
                <a:cubicBezTo>
                  <a:pt x="4506468" y="5715723"/>
                  <a:pt x="4506658" y="5724678"/>
                  <a:pt x="4508182" y="5733440"/>
                </a:cubicBezTo>
                <a:cubicBezTo>
                  <a:pt x="4511040" y="5749634"/>
                  <a:pt x="4514278" y="5765635"/>
                  <a:pt x="4517519" y="5781830"/>
                </a:cubicBezTo>
                <a:cubicBezTo>
                  <a:pt x="4518089" y="5784686"/>
                  <a:pt x="4518281" y="5787924"/>
                  <a:pt x="4519233" y="5790592"/>
                </a:cubicBezTo>
                <a:cubicBezTo>
                  <a:pt x="4527233" y="5815169"/>
                  <a:pt x="4536377" y="5839361"/>
                  <a:pt x="4542855" y="5864318"/>
                </a:cubicBezTo>
                <a:cubicBezTo>
                  <a:pt x="4546094" y="5876511"/>
                  <a:pt x="4546476" y="5890037"/>
                  <a:pt x="4544759" y="5902610"/>
                </a:cubicBezTo>
                <a:cubicBezTo>
                  <a:pt x="4539807" y="5939377"/>
                  <a:pt x="4537711" y="5975764"/>
                  <a:pt x="4544951" y="6012723"/>
                </a:cubicBezTo>
                <a:cubicBezTo>
                  <a:pt x="4547808" y="6027392"/>
                  <a:pt x="4543045" y="6043776"/>
                  <a:pt x="4541331" y="6059397"/>
                </a:cubicBezTo>
                <a:cubicBezTo>
                  <a:pt x="4536759" y="6096736"/>
                  <a:pt x="4531805" y="6134075"/>
                  <a:pt x="4527425" y="6171605"/>
                </a:cubicBezTo>
                <a:cubicBezTo>
                  <a:pt x="4524757" y="6195037"/>
                  <a:pt x="4523233" y="6218660"/>
                  <a:pt x="4520567" y="6242093"/>
                </a:cubicBezTo>
                <a:cubicBezTo>
                  <a:pt x="4517327" y="6269144"/>
                  <a:pt x="4512374" y="6296005"/>
                  <a:pt x="4509706" y="6323058"/>
                </a:cubicBezTo>
                <a:cubicBezTo>
                  <a:pt x="4506658" y="6353919"/>
                  <a:pt x="4506088" y="6384972"/>
                  <a:pt x="4502848" y="6415833"/>
                </a:cubicBezTo>
                <a:cubicBezTo>
                  <a:pt x="4496562" y="6472225"/>
                  <a:pt x="4489132" y="6528424"/>
                  <a:pt x="4482083" y="6584812"/>
                </a:cubicBezTo>
                <a:cubicBezTo>
                  <a:pt x="4475225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6" y="6815516"/>
                </a:cubicBezTo>
                <a:lnTo>
                  <a:pt x="4431806" y="6858001"/>
                </a:lnTo>
                <a:lnTo>
                  <a:pt x="4259553" y="6858001"/>
                </a:lnTo>
                <a:lnTo>
                  <a:pt x="4265716" y="6812064"/>
                </a:lnTo>
                <a:lnTo>
                  <a:pt x="4265716" y="6812064"/>
                </a:lnTo>
                <a:lnTo>
                  <a:pt x="4265716" y="6812063"/>
                </a:lnTo>
                <a:cubicBezTo>
                  <a:pt x="4265240" y="6788417"/>
                  <a:pt x="4259954" y="6764841"/>
                  <a:pt x="4246238" y="6742552"/>
                </a:cubicBezTo>
                <a:lnTo>
                  <a:pt x="4232402" y="6702976"/>
                </a:lnTo>
                <a:lnTo>
                  <a:pt x="4235549" y="6683027"/>
                </a:lnTo>
                <a:cubicBezTo>
                  <a:pt x="4237915" y="6676306"/>
                  <a:pt x="4241666" y="6669496"/>
                  <a:pt x="4247000" y="6662542"/>
                </a:cubicBezTo>
                <a:cubicBezTo>
                  <a:pt x="4254334" y="6653111"/>
                  <a:pt x="4256191" y="6639108"/>
                  <a:pt x="4254095" y="6625225"/>
                </a:cubicBezTo>
                <a:lnTo>
                  <a:pt x="4254095" y="6625225"/>
                </a:lnTo>
                <a:lnTo>
                  <a:pt x="4254095" y="6625224"/>
                </a:lnTo>
                <a:cubicBezTo>
                  <a:pt x="4251999" y="6611342"/>
                  <a:pt x="4245951" y="6597578"/>
                  <a:pt x="4237473" y="6588625"/>
                </a:cubicBezTo>
                <a:lnTo>
                  <a:pt x="4214994" y="6564620"/>
                </a:lnTo>
                <a:lnTo>
                  <a:pt x="4214994" y="6564621"/>
                </a:lnTo>
                <a:cubicBezTo>
                  <a:pt x="4225281" y="6575479"/>
                  <a:pt x="4231377" y="6582147"/>
                  <a:pt x="4237473" y="6588626"/>
                </a:cubicBezTo>
                <a:lnTo>
                  <a:pt x="4254095" y="6625225"/>
                </a:lnTo>
                <a:lnTo>
                  <a:pt x="4254084" y="6645552"/>
                </a:lnTo>
                <a:cubicBezTo>
                  <a:pt x="4252965" y="6651967"/>
                  <a:pt x="4250667" y="6657825"/>
                  <a:pt x="4247000" y="6662541"/>
                </a:cubicBezTo>
                <a:cubicBezTo>
                  <a:pt x="4236332" y="6676448"/>
                  <a:pt x="4231997" y="6689783"/>
                  <a:pt x="4232402" y="6702976"/>
                </a:cubicBezTo>
                <a:lnTo>
                  <a:pt x="4232402" y="6702976"/>
                </a:lnTo>
                <a:lnTo>
                  <a:pt x="4232402" y="6702977"/>
                </a:lnTo>
                <a:cubicBezTo>
                  <a:pt x="4232807" y="6716169"/>
                  <a:pt x="4237951" y="6729219"/>
                  <a:pt x="4246238" y="6742553"/>
                </a:cubicBezTo>
                <a:cubicBezTo>
                  <a:pt x="4253096" y="6753698"/>
                  <a:pt x="4257847" y="6765164"/>
                  <a:pt x="4260942" y="6776800"/>
                </a:cubicBezTo>
                <a:lnTo>
                  <a:pt x="4265716" y="6812064"/>
                </a:lnTo>
                <a:lnTo>
                  <a:pt x="4259553" y="6858001"/>
                </a:lnTo>
                <a:lnTo>
                  <a:pt x="4259553" y="6858001"/>
                </a:lnTo>
                <a:lnTo>
                  <a:pt x="4259553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effectLst>
            <a:outerShdw blurRad="381000" dist="152400" algn="l" rotWithShape="0">
              <a:prstClr val="black">
                <a:alpha val="10000"/>
              </a:prstClr>
            </a:outerShdw>
          </a:effectLst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40822D1-9EEA-4ECF-9360-D9AF87950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3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C292A62-7F34-4E30-BE04-48164A1D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4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blipFill dpi="0" rotWithShape="1">
            <a:blip r:embed="rId4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9C9C3-4B0F-BCA2-9E17-71C482DB5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1" y="3047999"/>
            <a:ext cx="6095999" cy="3048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Open to Desktop Word (Slide 2)</a:t>
            </a:r>
          </a:p>
          <a:p>
            <a:r>
              <a:rPr lang="en-US" sz="2000"/>
              <a:t>Highlight/Select what you want in alphabetical order</a:t>
            </a:r>
          </a:p>
          <a:p>
            <a:r>
              <a:rPr lang="en-US" sz="2000"/>
              <a:t>In the middle of the tool bar there is a button that has a blue "A" above a black "Z" with an arrow going down – click it</a:t>
            </a:r>
          </a:p>
          <a:p>
            <a:r>
              <a:rPr lang="en-US" sz="2000"/>
              <a:t>Then a screen will pop up asking you if you want it ascending (ABC) or if you want it descending (ZYX) - it will automatically be placed in ascending (ABC) so just click "Ok"</a:t>
            </a:r>
          </a:p>
        </p:txBody>
      </p:sp>
    </p:spTree>
    <p:extLst>
      <p:ext uri="{BB962C8B-B14F-4D97-AF65-F5344CB8AC3E}">
        <p14:creationId xmlns:p14="http://schemas.microsoft.com/office/powerpoint/2010/main" val="2016826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344DC-AF85-0994-CC7F-60EB33D0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009650"/>
            <a:ext cx="4400549" cy="1857375"/>
          </a:xfrm>
        </p:spPr>
        <p:txBody>
          <a:bodyPr anchor="b">
            <a:normAutofit/>
          </a:bodyPr>
          <a:lstStyle/>
          <a:p>
            <a:r>
              <a:rPr lang="en-US" sz="4100"/>
              <a:t>How to Share a Document/Power Point</a:t>
            </a:r>
          </a:p>
        </p:txBody>
      </p:sp>
      <p:pic>
        <p:nvPicPr>
          <p:cNvPr id="4" name="Picture 4" descr="Share Friends Chat · Free image on Pixabay">
            <a:extLst>
              <a:ext uri="{FF2B5EF4-FFF2-40B4-BE49-F238E27FC236}">
                <a16:creationId xmlns:a16="http://schemas.microsoft.com/office/drawing/2014/main" id="{BF077078-16C6-B89B-B5A6-F89B09B6E6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44" r="10613" b="1"/>
          <a:stretch/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A368-F1A7-072C-2C47-7181257A7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109956"/>
            <a:ext cx="4400549" cy="31670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In the upper right-hand corner, there is a button that says "Share" (on Word it's blue, on Power Point it's burnt orange).</a:t>
            </a:r>
          </a:p>
          <a:p>
            <a:r>
              <a:rPr lang="en-US" sz="2400"/>
              <a:t>Click it</a:t>
            </a:r>
          </a:p>
          <a:p>
            <a:r>
              <a:rPr lang="en-US" sz="2400"/>
              <a:t>Type to whom you would like to send the document/Power Point to.</a:t>
            </a:r>
          </a:p>
        </p:txBody>
      </p:sp>
    </p:spTree>
    <p:extLst>
      <p:ext uri="{BB962C8B-B14F-4D97-AF65-F5344CB8AC3E}">
        <p14:creationId xmlns:p14="http://schemas.microsoft.com/office/powerpoint/2010/main" val="221557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3E65-B084-B002-CEDB-4F5CB651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US"/>
              <a:t>Attach a Document too an Email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0019ECE-8992-3BD2-11F2-10C53C7CA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 1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0A59D9-41DC-414E-F6CA-F9892B5B1F8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9526721"/>
              </p:ext>
            </p:extLst>
          </p:nvPr>
        </p:nvGraphicFramePr>
        <p:xfrm>
          <a:off x="762000" y="3059113"/>
          <a:ext cx="4572000" cy="3036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8866479-B03B-D212-AF9B-3B13C8DAC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Way 2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125E2B4-84AC-F185-335B-EC471513D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186113"/>
            <a:ext cx="4571998" cy="3417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Create the email to the recipient</a:t>
            </a:r>
          </a:p>
          <a:p>
            <a:r>
              <a:rPr lang="en-US" sz="2400" dirty="0"/>
              <a:t>Click the paperclip icon or the attach button</a:t>
            </a:r>
          </a:p>
          <a:p>
            <a:r>
              <a:rPr lang="en-US" sz="2400" dirty="0"/>
              <a:t>EITHER click the recently opened documents OR open files</a:t>
            </a:r>
          </a:p>
          <a:p>
            <a:r>
              <a:rPr lang="en-US" sz="2400" dirty="0"/>
              <a:t>Click "Attach Copy to Email"</a:t>
            </a:r>
          </a:p>
        </p:txBody>
      </p:sp>
      <p:pic>
        <p:nvPicPr>
          <p:cNvPr id="62" name="Picture 62" descr="Icon&#10;&#10;Description automatically generated">
            <a:extLst>
              <a:ext uri="{FF2B5EF4-FFF2-40B4-BE49-F238E27FC236}">
                <a16:creationId xmlns:a16="http://schemas.microsoft.com/office/drawing/2014/main" id="{15B229A8-2A5A-FE43-39E4-C911EFAA7B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521" y="251355"/>
            <a:ext cx="2143125" cy="2143125"/>
          </a:xfrm>
          <a:prstGeom prst="rect">
            <a:avLst/>
          </a:prstGeom>
        </p:spPr>
      </p:pic>
      <p:pic>
        <p:nvPicPr>
          <p:cNvPr id="63" name="Picture 63">
            <a:extLst>
              <a:ext uri="{FF2B5EF4-FFF2-40B4-BE49-F238E27FC236}">
                <a16:creationId xmlns:a16="http://schemas.microsoft.com/office/drawing/2014/main" id="{41A69744-06D6-0AB9-3370-40B296D9539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0116" r="30116" b="-800"/>
          <a:stretch/>
        </p:blipFill>
        <p:spPr>
          <a:xfrm>
            <a:off x="311150" y="246490"/>
            <a:ext cx="1789428" cy="21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96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82134-A255-032B-4919-A7BB7E0C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1"/>
            <a:ext cx="6096000" cy="2747962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5400"/>
              <a:t>Changing Chrome PDF to Word Doc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19B58-B596-F116-7695-5B075AAD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3809999"/>
            <a:ext cx="4352925" cy="19859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Right-click on the PDF file in the file list and select Open With &gt; Google Docs.</a:t>
            </a:r>
          </a:p>
        </p:txBody>
      </p:sp>
      <p:pic>
        <p:nvPicPr>
          <p:cNvPr id="4" name="Picture 4" descr="Shape&#10;&#10;Description automatically generated">
            <a:extLst>
              <a:ext uri="{FF2B5EF4-FFF2-40B4-BE49-F238E27FC236}">
                <a16:creationId xmlns:a16="http://schemas.microsoft.com/office/drawing/2014/main" id="{E5F3F8A0-0E23-63D3-B078-54E601AB6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77074" y="1252537"/>
            <a:ext cx="43529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2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F38A3-8F67-1931-24F2-0359E9221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523" y="762000"/>
            <a:ext cx="3810001" cy="2025649"/>
          </a:xfrm>
        </p:spPr>
        <p:txBody>
          <a:bodyPr anchor="b">
            <a:normAutofit/>
          </a:bodyPr>
          <a:lstStyle/>
          <a:p>
            <a:r>
              <a:rPr lang="en-US" dirty="0"/>
              <a:t>How to Put a File onto a Flash Drive</a:t>
            </a:r>
          </a:p>
        </p:txBody>
      </p:sp>
      <p:pic>
        <p:nvPicPr>
          <p:cNvPr id="4" name="Picture 4" descr="A picture containing yellow, lighter&#10;&#10;Description automatically generated">
            <a:extLst>
              <a:ext uri="{FF2B5EF4-FFF2-40B4-BE49-F238E27FC236}">
                <a16:creationId xmlns:a16="http://schemas.microsoft.com/office/drawing/2014/main" id="{8293D1CE-7563-AAB9-EF8F-65FDBC7BC2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88"/>
          <a:stretch/>
        </p:blipFill>
        <p:spPr>
          <a:xfrm>
            <a:off x="762000" y="762001"/>
            <a:ext cx="6095524" cy="4707593"/>
          </a:xfrm>
          <a:custGeom>
            <a:avLst/>
            <a:gdLst/>
            <a:ahLst/>
            <a:cxnLst/>
            <a:rect l="l" t="t" r="r" b="b"/>
            <a:pathLst>
              <a:path w="6095524" h="4707593">
                <a:moveTo>
                  <a:pt x="0" y="0"/>
                </a:moveTo>
                <a:lnTo>
                  <a:pt x="6095524" y="0"/>
                </a:lnTo>
                <a:lnTo>
                  <a:pt x="6095524" y="3296937"/>
                </a:lnTo>
                <a:lnTo>
                  <a:pt x="6095524" y="3518571"/>
                </a:lnTo>
                <a:lnTo>
                  <a:pt x="6061052" y="3534000"/>
                </a:lnTo>
                <a:cubicBezTo>
                  <a:pt x="6054332" y="3536785"/>
                  <a:pt x="6046938" y="3538321"/>
                  <a:pt x="6040890" y="3542065"/>
                </a:cubicBezTo>
                <a:cubicBezTo>
                  <a:pt x="6013044" y="3559156"/>
                  <a:pt x="5986064" y="3577591"/>
                  <a:pt x="5957836" y="3594010"/>
                </a:cubicBezTo>
                <a:cubicBezTo>
                  <a:pt x="5928744" y="3611004"/>
                  <a:pt x="5902724" y="3631071"/>
                  <a:pt x="5882656" y="3658244"/>
                </a:cubicBezTo>
                <a:cubicBezTo>
                  <a:pt x="5864029" y="3683496"/>
                  <a:pt x="5845978" y="3709131"/>
                  <a:pt x="5827448" y="3734479"/>
                </a:cubicBezTo>
                <a:cubicBezTo>
                  <a:pt x="5822743" y="3740912"/>
                  <a:pt x="5818422" y="3748498"/>
                  <a:pt x="5811989" y="3752627"/>
                </a:cubicBezTo>
                <a:cubicBezTo>
                  <a:pt x="5798643" y="3761268"/>
                  <a:pt x="5784048" y="3768277"/>
                  <a:pt x="5769742" y="3775382"/>
                </a:cubicBezTo>
                <a:cubicBezTo>
                  <a:pt x="5757452" y="3781431"/>
                  <a:pt x="5744394" y="3785943"/>
                  <a:pt x="5732393" y="3792472"/>
                </a:cubicBezTo>
                <a:cubicBezTo>
                  <a:pt x="5722792" y="3797658"/>
                  <a:pt x="5714246" y="3804859"/>
                  <a:pt x="5705316" y="3811388"/>
                </a:cubicBezTo>
                <a:cubicBezTo>
                  <a:pt x="5697539" y="3817052"/>
                  <a:pt x="5688994" y="3821949"/>
                  <a:pt x="5682465" y="3828767"/>
                </a:cubicBezTo>
                <a:cubicBezTo>
                  <a:pt x="5666526" y="3845281"/>
                  <a:pt x="5650491" y="3861508"/>
                  <a:pt x="5630712" y="3873702"/>
                </a:cubicBezTo>
                <a:cubicBezTo>
                  <a:pt x="5611221" y="3885799"/>
                  <a:pt x="5592786" y="3899338"/>
                  <a:pt x="5573392" y="3911628"/>
                </a:cubicBezTo>
                <a:cubicBezTo>
                  <a:pt x="5554380" y="3923630"/>
                  <a:pt x="5537194" y="3936783"/>
                  <a:pt x="5527304" y="3958099"/>
                </a:cubicBezTo>
                <a:cubicBezTo>
                  <a:pt x="5522888" y="3967508"/>
                  <a:pt x="5516646" y="3977782"/>
                  <a:pt x="5508293" y="3983255"/>
                </a:cubicBezTo>
                <a:cubicBezTo>
                  <a:pt x="5496387" y="3991032"/>
                  <a:pt x="5481313" y="3993817"/>
                  <a:pt x="5468350" y="4000442"/>
                </a:cubicBezTo>
                <a:cubicBezTo>
                  <a:pt x="5453084" y="4008219"/>
                  <a:pt x="5435418" y="4014940"/>
                  <a:pt x="5425048" y="4027326"/>
                </a:cubicBezTo>
                <a:cubicBezTo>
                  <a:pt x="5415830" y="4038368"/>
                  <a:pt x="5406517" y="4047009"/>
                  <a:pt x="5394322" y="4054018"/>
                </a:cubicBezTo>
                <a:cubicBezTo>
                  <a:pt x="5385778" y="4058915"/>
                  <a:pt x="5379441" y="4067844"/>
                  <a:pt x="5370608" y="4071877"/>
                </a:cubicBezTo>
                <a:cubicBezTo>
                  <a:pt x="5358990" y="4077254"/>
                  <a:pt x="5347276" y="4081479"/>
                  <a:pt x="5337098" y="4089832"/>
                </a:cubicBezTo>
                <a:cubicBezTo>
                  <a:pt x="5326536" y="4098473"/>
                  <a:pt x="5314535" y="4105290"/>
                  <a:pt x="5303493" y="4113356"/>
                </a:cubicBezTo>
                <a:cubicBezTo>
                  <a:pt x="5297636" y="4117676"/>
                  <a:pt x="5292835" y="4123341"/>
                  <a:pt x="5287171" y="4127854"/>
                </a:cubicBezTo>
                <a:cubicBezTo>
                  <a:pt x="5276801" y="4136111"/>
                  <a:pt x="5266239" y="4144176"/>
                  <a:pt x="5255581" y="4151953"/>
                </a:cubicBezTo>
                <a:cubicBezTo>
                  <a:pt x="5244924" y="4159731"/>
                  <a:pt x="5234746" y="4168756"/>
                  <a:pt x="5223032" y="4174421"/>
                </a:cubicBezTo>
                <a:cubicBezTo>
                  <a:pt x="5203062" y="4184023"/>
                  <a:pt x="5181266" y="4189784"/>
                  <a:pt x="5161870" y="4200153"/>
                </a:cubicBezTo>
                <a:cubicBezTo>
                  <a:pt x="5142188" y="4210714"/>
                  <a:pt x="5123656" y="4223965"/>
                  <a:pt x="5106182" y="4237983"/>
                </a:cubicBezTo>
                <a:cubicBezTo>
                  <a:pt x="5092356" y="4249025"/>
                  <a:pt x="5079394" y="4259971"/>
                  <a:pt x="5062014" y="4265635"/>
                </a:cubicBezTo>
                <a:cubicBezTo>
                  <a:pt x="5052317" y="4268804"/>
                  <a:pt x="5042140" y="4275717"/>
                  <a:pt x="5036282" y="4283783"/>
                </a:cubicBezTo>
                <a:cubicBezTo>
                  <a:pt x="5023608" y="4301353"/>
                  <a:pt x="5007382" y="4313739"/>
                  <a:pt x="4989043" y="4324301"/>
                </a:cubicBezTo>
                <a:cubicBezTo>
                  <a:pt x="4964559" y="4338511"/>
                  <a:pt x="4940363" y="4353009"/>
                  <a:pt x="4915783" y="4366931"/>
                </a:cubicBezTo>
                <a:cubicBezTo>
                  <a:pt x="4901286" y="4375189"/>
                  <a:pt x="4886884" y="4383926"/>
                  <a:pt x="4871520" y="4389975"/>
                </a:cubicBezTo>
                <a:cubicBezTo>
                  <a:pt x="4840124" y="4402457"/>
                  <a:pt x="4807959" y="4413114"/>
                  <a:pt x="4776274" y="4424733"/>
                </a:cubicBezTo>
                <a:cubicBezTo>
                  <a:pt x="4765904" y="4428477"/>
                  <a:pt x="4756110" y="4433854"/>
                  <a:pt x="4745548" y="4437119"/>
                </a:cubicBezTo>
                <a:cubicBezTo>
                  <a:pt x="4734122" y="4440671"/>
                  <a:pt x="4721834" y="4441727"/>
                  <a:pt x="4710408" y="4445280"/>
                </a:cubicBezTo>
                <a:cubicBezTo>
                  <a:pt x="4691396" y="4451136"/>
                  <a:pt x="4672961" y="4458626"/>
                  <a:pt x="4653950" y="4464579"/>
                </a:cubicBezTo>
                <a:cubicBezTo>
                  <a:pt x="4617272" y="4476005"/>
                  <a:pt x="4580498" y="4486951"/>
                  <a:pt x="4543725" y="4497800"/>
                </a:cubicBezTo>
                <a:cubicBezTo>
                  <a:pt x="4535852" y="4500105"/>
                  <a:pt x="4527306" y="4500393"/>
                  <a:pt x="4519530" y="4502889"/>
                </a:cubicBezTo>
                <a:cubicBezTo>
                  <a:pt x="4498886" y="4509610"/>
                  <a:pt x="4478338" y="4516907"/>
                  <a:pt x="4457887" y="4524300"/>
                </a:cubicBezTo>
                <a:cubicBezTo>
                  <a:pt x="4445502" y="4528813"/>
                  <a:pt x="4433403" y="4534382"/>
                  <a:pt x="4420922" y="4538702"/>
                </a:cubicBezTo>
                <a:cubicBezTo>
                  <a:pt x="4410936" y="4542159"/>
                  <a:pt x="4400662" y="4544847"/>
                  <a:pt x="4390292" y="4546960"/>
                </a:cubicBezTo>
                <a:cubicBezTo>
                  <a:pt x="4381363" y="4548785"/>
                  <a:pt x="4372050" y="4548592"/>
                  <a:pt x="4363216" y="4550801"/>
                </a:cubicBezTo>
                <a:cubicBezTo>
                  <a:pt x="4339308" y="4556753"/>
                  <a:pt x="4315689" y="4563475"/>
                  <a:pt x="4291973" y="4569811"/>
                </a:cubicBezTo>
                <a:cubicBezTo>
                  <a:pt x="4282468" y="4572308"/>
                  <a:pt x="4272770" y="4574133"/>
                  <a:pt x="4263552" y="4577301"/>
                </a:cubicBezTo>
                <a:cubicBezTo>
                  <a:pt x="4238876" y="4585654"/>
                  <a:pt x="4214585" y="4595159"/>
                  <a:pt x="4189813" y="4603033"/>
                </a:cubicBezTo>
                <a:cubicBezTo>
                  <a:pt x="4169266" y="4609562"/>
                  <a:pt x="4148142" y="4614266"/>
                  <a:pt x="4127306" y="4620027"/>
                </a:cubicBezTo>
                <a:cubicBezTo>
                  <a:pt x="4118473" y="4622524"/>
                  <a:pt x="4110024" y="4626077"/>
                  <a:pt x="4101192" y="4628188"/>
                </a:cubicBezTo>
                <a:cubicBezTo>
                  <a:pt x="4081412" y="4632990"/>
                  <a:pt x="4061345" y="4637022"/>
                  <a:pt x="4041470" y="4641823"/>
                </a:cubicBezTo>
                <a:cubicBezTo>
                  <a:pt x="4030139" y="4644607"/>
                  <a:pt x="4019194" y="4649600"/>
                  <a:pt x="4007672" y="4651425"/>
                </a:cubicBezTo>
                <a:cubicBezTo>
                  <a:pt x="3980308" y="4655745"/>
                  <a:pt x="3952752" y="4658817"/>
                  <a:pt x="3925195" y="4662274"/>
                </a:cubicBezTo>
                <a:cubicBezTo>
                  <a:pt x="3896776" y="4665826"/>
                  <a:pt x="3868451" y="4669571"/>
                  <a:pt x="3840029" y="4672739"/>
                </a:cubicBezTo>
                <a:cubicBezTo>
                  <a:pt x="3824475" y="4674372"/>
                  <a:pt x="3808824" y="4674660"/>
                  <a:pt x="3793270" y="4676196"/>
                </a:cubicBezTo>
                <a:cubicBezTo>
                  <a:pt x="3779636" y="4677541"/>
                  <a:pt x="3766098" y="4680037"/>
                  <a:pt x="3752464" y="4681670"/>
                </a:cubicBezTo>
                <a:cubicBezTo>
                  <a:pt x="3740654" y="4683013"/>
                  <a:pt x="3728748" y="4683781"/>
                  <a:pt x="3716938" y="4685126"/>
                </a:cubicBezTo>
                <a:cubicBezTo>
                  <a:pt x="3698024" y="4687334"/>
                  <a:pt x="3679204" y="4689831"/>
                  <a:pt x="3660386" y="4692135"/>
                </a:cubicBezTo>
                <a:cubicBezTo>
                  <a:pt x="3652513" y="4692999"/>
                  <a:pt x="3644255" y="4695399"/>
                  <a:pt x="3636862" y="4693960"/>
                </a:cubicBezTo>
                <a:cubicBezTo>
                  <a:pt x="3618235" y="4690310"/>
                  <a:pt x="3599896" y="4691367"/>
                  <a:pt x="3581365" y="4693863"/>
                </a:cubicBezTo>
                <a:cubicBezTo>
                  <a:pt x="3575028" y="4694728"/>
                  <a:pt x="3568211" y="4694535"/>
                  <a:pt x="3562066" y="4692903"/>
                </a:cubicBezTo>
                <a:cubicBezTo>
                  <a:pt x="3549488" y="4689638"/>
                  <a:pt x="3537294" y="4685029"/>
                  <a:pt x="3524908" y="4680997"/>
                </a:cubicBezTo>
                <a:cubicBezTo>
                  <a:pt x="3523563" y="4680517"/>
                  <a:pt x="3521931" y="4680421"/>
                  <a:pt x="3520492" y="4680133"/>
                </a:cubicBezTo>
                <a:cubicBezTo>
                  <a:pt x="3512330" y="4678500"/>
                  <a:pt x="3504266" y="4676868"/>
                  <a:pt x="3496103" y="4675428"/>
                </a:cubicBezTo>
                <a:cubicBezTo>
                  <a:pt x="3491687" y="4674660"/>
                  <a:pt x="3487174" y="4674564"/>
                  <a:pt x="3482757" y="4673892"/>
                </a:cubicBezTo>
                <a:cubicBezTo>
                  <a:pt x="3465667" y="4671203"/>
                  <a:pt x="3446848" y="4675716"/>
                  <a:pt x="3432061" y="4664099"/>
                </a:cubicBezTo>
                <a:cubicBezTo>
                  <a:pt x="3422460" y="4656609"/>
                  <a:pt x="3413146" y="4658338"/>
                  <a:pt x="3402873" y="4659490"/>
                </a:cubicBezTo>
                <a:cubicBezTo>
                  <a:pt x="3395096" y="4660354"/>
                  <a:pt x="3387126" y="4660065"/>
                  <a:pt x="3379253" y="4660162"/>
                </a:cubicBezTo>
                <a:cubicBezTo>
                  <a:pt x="3365427" y="4660449"/>
                  <a:pt x="3351601" y="4660546"/>
                  <a:pt x="3337774" y="4661026"/>
                </a:cubicBezTo>
                <a:cubicBezTo>
                  <a:pt x="3333357" y="4661218"/>
                  <a:pt x="3328846" y="4663619"/>
                  <a:pt x="3324524" y="4663235"/>
                </a:cubicBezTo>
                <a:cubicBezTo>
                  <a:pt x="3304553" y="4661410"/>
                  <a:pt x="3284582" y="4658529"/>
                  <a:pt x="3264610" y="4656897"/>
                </a:cubicBezTo>
                <a:cubicBezTo>
                  <a:pt x="3253281" y="4655938"/>
                  <a:pt x="3241663" y="4657761"/>
                  <a:pt x="3230429" y="4656417"/>
                </a:cubicBezTo>
                <a:cubicBezTo>
                  <a:pt x="3217468" y="4654881"/>
                  <a:pt x="3204794" y="4650945"/>
                  <a:pt x="3191927" y="4648544"/>
                </a:cubicBezTo>
                <a:cubicBezTo>
                  <a:pt x="3188375" y="4647872"/>
                  <a:pt x="3184438" y="4648736"/>
                  <a:pt x="3180694" y="4648928"/>
                </a:cubicBezTo>
                <a:cubicBezTo>
                  <a:pt x="3176469" y="4649120"/>
                  <a:pt x="3172340" y="4649504"/>
                  <a:pt x="3168116" y="4649600"/>
                </a:cubicBezTo>
                <a:cubicBezTo>
                  <a:pt x="3155249" y="4649793"/>
                  <a:pt x="3142384" y="4649504"/>
                  <a:pt x="3129517" y="4650177"/>
                </a:cubicBezTo>
                <a:cubicBezTo>
                  <a:pt x="3121644" y="4650561"/>
                  <a:pt x="3113388" y="4654497"/>
                  <a:pt x="3106089" y="4653057"/>
                </a:cubicBezTo>
                <a:cubicBezTo>
                  <a:pt x="3091208" y="4650272"/>
                  <a:pt x="3076325" y="4656513"/>
                  <a:pt x="3061444" y="4651329"/>
                </a:cubicBezTo>
                <a:cubicBezTo>
                  <a:pt x="3056834" y="4649793"/>
                  <a:pt x="3050497" y="4653633"/>
                  <a:pt x="3044928" y="4653825"/>
                </a:cubicBezTo>
                <a:cubicBezTo>
                  <a:pt x="3031006" y="4654305"/>
                  <a:pt x="3017084" y="4654209"/>
                  <a:pt x="3003162" y="4654113"/>
                </a:cubicBezTo>
                <a:cubicBezTo>
                  <a:pt x="2990680" y="4654017"/>
                  <a:pt x="2977717" y="4655361"/>
                  <a:pt x="2965716" y="4652673"/>
                </a:cubicBezTo>
                <a:cubicBezTo>
                  <a:pt x="2953137" y="4649793"/>
                  <a:pt x="2941808" y="4650177"/>
                  <a:pt x="2929614" y="4653441"/>
                </a:cubicBezTo>
                <a:cubicBezTo>
                  <a:pt x="2921260" y="4655649"/>
                  <a:pt x="2912427" y="4655938"/>
                  <a:pt x="2903786" y="4656609"/>
                </a:cubicBezTo>
                <a:cubicBezTo>
                  <a:pt x="2894473" y="4657377"/>
                  <a:pt x="2884199" y="4655361"/>
                  <a:pt x="2875750" y="4658529"/>
                </a:cubicBezTo>
                <a:cubicBezTo>
                  <a:pt x="2850593" y="4667939"/>
                  <a:pt x="2824765" y="4669955"/>
                  <a:pt x="2798458" y="4669955"/>
                </a:cubicBezTo>
                <a:cubicBezTo>
                  <a:pt x="2793656" y="4669955"/>
                  <a:pt x="2788759" y="4668612"/>
                  <a:pt x="2784152" y="4667171"/>
                </a:cubicBezTo>
                <a:cubicBezTo>
                  <a:pt x="2757266" y="4658529"/>
                  <a:pt x="2730286" y="4659297"/>
                  <a:pt x="2702922" y="4664578"/>
                </a:cubicBezTo>
                <a:cubicBezTo>
                  <a:pt x="2697257" y="4665731"/>
                  <a:pt x="2690921" y="4665923"/>
                  <a:pt x="2685256" y="4664771"/>
                </a:cubicBezTo>
                <a:cubicBezTo>
                  <a:pt x="2669317" y="4661410"/>
                  <a:pt x="2653858" y="4655841"/>
                  <a:pt x="2637824" y="4653441"/>
                </a:cubicBezTo>
                <a:cubicBezTo>
                  <a:pt x="2611324" y="4649504"/>
                  <a:pt x="2588377" y="4662754"/>
                  <a:pt x="2564661" y="4671396"/>
                </a:cubicBezTo>
                <a:cubicBezTo>
                  <a:pt x="2542097" y="4679557"/>
                  <a:pt x="2522894" y="4697992"/>
                  <a:pt x="2496201" y="4693863"/>
                </a:cubicBezTo>
                <a:cubicBezTo>
                  <a:pt x="2493514" y="4693479"/>
                  <a:pt x="2490537" y="4696071"/>
                  <a:pt x="2487560" y="4696744"/>
                </a:cubicBezTo>
                <a:cubicBezTo>
                  <a:pt x="2479399" y="4698568"/>
                  <a:pt x="2471238" y="4700776"/>
                  <a:pt x="2462980" y="4701641"/>
                </a:cubicBezTo>
                <a:cubicBezTo>
                  <a:pt x="2452899" y="4702793"/>
                  <a:pt x="2442625" y="4702409"/>
                  <a:pt x="2432544" y="4703369"/>
                </a:cubicBezTo>
                <a:cubicBezTo>
                  <a:pt x="2419581" y="4704521"/>
                  <a:pt x="2406812" y="4707593"/>
                  <a:pt x="2393945" y="4707593"/>
                </a:cubicBezTo>
                <a:cubicBezTo>
                  <a:pt x="2383575" y="4707593"/>
                  <a:pt x="2373302" y="4704041"/>
                  <a:pt x="2363029" y="4702312"/>
                </a:cubicBezTo>
                <a:cubicBezTo>
                  <a:pt x="2348530" y="4699912"/>
                  <a:pt x="2332591" y="4700584"/>
                  <a:pt x="2319821" y="4694439"/>
                </a:cubicBezTo>
                <a:cubicBezTo>
                  <a:pt x="2306188" y="4687910"/>
                  <a:pt x="2293225" y="4684934"/>
                  <a:pt x="2279111" y="4686950"/>
                </a:cubicBezTo>
                <a:cubicBezTo>
                  <a:pt x="2274406" y="4687622"/>
                  <a:pt x="2268357" y="4691655"/>
                  <a:pt x="2266245" y="4695783"/>
                </a:cubicBezTo>
                <a:cubicBezTo>
                  <a:pt x="2261540" y="4705001"/>
                  <a:pt x="2255108" y="4706634"/>
                  <a:pt x="2246370" y="4703464"/>
                </a:cubicBezTo>
                <a:cubicBezTo>
                  <a:pt x="2238785" y="4700776"/>
                  <a:pt x="2229471" y="4699432"/>
                  <a:pt x="2224287" y="4694247"/>
                </a:cubicBezTo>
                <a:cubicBezTo>
                  <a:pt x="2209596" y="4679557"/>
                  <a:pt x="2190873" y="4679077"/>
                  <a:pt x="2172630" y="4675141"/>
                </a:cubicBezTo>
                <a:cubicBezTo>
                  <a:pt x="2161494" y="4672739"/>
                  <a:pt x="2151123" y="4672644"/>
                  <a:pt x="2139985" y="4674276"/>
                </a:cubicBezTo>
                <a:cubicBezTo>
                  <a:pt x="2115790" y="4677925"/>
                  <a:pt x="2092266" y="4672739"/>
                  <a:pt x="2069030" y="4666115"/>
                </a:cubicBezTo>
                <a:cubicBezTo>
                  <a:pt x="2053667" y="4661698"/>
                  <a:pt x="2037921" y="4659010"/>
                  <a:pt x="2022655" y="4654497"/>
                </a:cubicBezTo>
                <a:cubicBezTo>
                  <a:pt x="2011229" y="4651041"/>
                  <a:pt x="1999804" y="4646912"/>
                  <a:pt x="1989339" y="4641343"/>
                </a:cubicBezTo>
                <a:cubicBezTo>
                  <a:pt x="1974167" y="4633181"/>
                  <a:pt x="1960918" y="4620891"/>
                  <a:pt x="1941618" y="4624156"/>
                </a:cubicBezTo>
                <a:cubicBezTo>
                  <a:pt x="1924623" y="4627036"/>
                  <a:pt x="1909262" y="4620988"/>
                  <a:pt x="1893707" y="4615227"/>
                </a:cubicBezTo>
                <a:cubicBezTo>
                  <a:pt x="1882281" y="4611002"/>
                  <a:pt x="1870857" y="4606681"/>
                  <a:pt x="1859045" y="4603993"/>
                </a:cubicBezTo>
                <a:cubicBezTo>
                  <a:pt x="1845027" y="4600824"/>
                  <a:pt x="1829184" y="4602169"/>
                  <a:pt x="1816702" y="4596311"/>
                </a:cubicBezTo>
                <a:cubicBezTo>
                  <a:pt x="1803644" y="4590166"/>
                  <a:pt x="1792795" y="4594295"/>
                  <a:pt x="1781177" y="4596024"/>
                </a:cubicBezTo>
                <a:cubicBezTo>
                  <a:pt x="1762646" y="4598712"/>
                  <a:pt x="1744210" y="4603705"/>
                  <a:pt x="1725488" y="4597368"/>
                </a:cubicBezTo>
                <a:cubicBezTo>
                  <a:pt x="1702733" y="4589687"/>
                  <a:pt x="1680169" y="4581430"/>
                  <a:pt x="1657318" y="4574133"/>
                </a:cubicBezTo>
                <a:cubicBezTo>
                  <a:pt x="1648483" y="4571347"/>
                  <a:pt x="1638980" y="4570195"/>
                  <a:pt x="1629761" y="4568947"/>
                </a:cubicBezTo>
                <a:cubicBezTo>
                  <a:pt x="1621025" y="4567891"/>
                  <a:pt x="1610559" y="4570579"/>
                  <a:pt x="1603837" y="4566547"/>
                </a:cubicBezTo>
                <a:cubicBezTo>
                  <a:pt x="1586554" y="4556178"/>
                  <a:pt x="1568792" y="4551089"/>
                  <a:pt x="1548820" y="4551089"/>
                </a:cubicBezTo>
                <a:cubicBezTo>
                  <a:pt x="1541330" y="4551089"/>
                  <a:pt x="1534033" y="4546768"/>
                  <a:pt x="1526449" y="4545999"/>
                </a:cubicBezTo>
                <a:cubicBezTo>
                  <a:pt x="1516078" y="4545040"/>
                  <a:pt x="1504172" y="4542447"/>
                  <a:pt x="1495147" y="4546096"/>
                </a:cubicBezTo>
                <a:cubicBezTo>
                  <a:pt x="1473928" y="4554737"/>
                  <a:pt x="1456742" y="4547536"/>
                  <a:pt x="1438211" y="4538991"/>
                </a:cubicBezTo>
                <a:cubicBezTo>
                  <a:pt x="1419967" y="4530541"/>
                  <a:pt x="1400764" y="4523821"/>
                  <a:pt x="1381370" y="4518251"/>
                </a:cubicBezTo>
                <a:cubicBezTo>
                  <a:pt x="1374073" y="4516235"/>
                  <a:pt x="1365336" y="4519596"/>
                  <a:pt x="1357270" y="4520267"/>
                </a:cubicBezTo>
                <a:cubicBezTo>
                  <a:pt x="1354389" y="4520460"/>
                  <a:pt x="1351220" y="4520748"/>
                  <a:pt x="1348629" y="4519788"/>
                </a:cubicBezTo>
                <a:cubicBezTo>
                  <a:pt x="1323569" y="4510570"/>
                  <a:pt x="1298124" y="4503561"/>
                  <a:pt x="1270953" y="4508361"/>
                </a:cubicBezTo>
                <a:cubicBezTo>
                  <a:pt x="1268457" y="4508842"/>
                  <a:pt x="1265672" y="4507786"/>
                  <a:pt x="1263175" y="4507114"/>
                </a:cubicBezTo>
                <a:cubicBezTo>
                  <a:pt x="1250981" y="4503657"/>
                  <a:pt x="1239075" y="4498184"/>
                  <a:pt x="1226690" y="4496936"/>
                </a:cubicBezTo>
                <a:cubicBezTo>
                  <a:pt x="1196157" y="4493864"/>
                  <a:pt x="1165433" y="4492615"/>
                  <a:pt x="1134706" y="4490599"/>
                </a:cubicBezTo>
                <a:cubicBezTo>
                  <a:pt x="1132786" y="4490503"/>
                  <a:pt x="1130770" y="4490503"/>
                  <a:pt x="1129042" y="4489831"/>
                </a:cubicBezTo>
                <a:cubicBezTo>
                  <a:pt x="1117712" y="4485702"/>
                  <a:pt x="1107823" y="4487047"/>
                  <a:pt x="1098220" y="4494919"/>
                </a:cubicBezTo>
                <a:cubicBezTo>
                  <a:pt x="1093996" y="4498376"/>
                  <a:pt x="1088235" y="4500200"/>
                  <a:pt x="1082955" y="4502121"/>
                </a:cubicBezTo>
                <a:cubicBezTo>
                  <a:pt x="1075177" y="4505002"/>
                  <a:pt x="1067208" y="4507786"/>
                  <a:pt x="1059143" y="4509610"/>
                </a:cubicBezTo>
                <a:cubicBezTo>
                  <a:pt x="1051173" y="4511338"/>
                  <a:pt x="1042628" y="4513738"/>
                  <a:pt x="1034947" y="4512395"/>
                </a:cubicBezTo>
                <a:cubicBezTo>
                  <a:pt x="1021121" y="4509994"/>
                  <a:pt x="1007966" y="4504618"/>
                  <a:pt x="994332" y="4501064"/>
                </a:cubicBezTo>
                <a:cubicBezTo>
                  <a:pt x="989628" y="4499816"/>
                  <a:pt x="984442" y="4500009"/>
                  <a:pt x="979546" y="4499912"/>
                </a:cubicBezTo>
                <a:cubicBezTo>
                  <a:pt x="968312" y="4499625"/>
                  <a:pt x="956790" y="4502409"/>
                  <a:pt x="946613" y="4494440"/>
                </a:cubicBezTo>
                <a:cubicBezTo>
                  <a:pt x="937204" y="4486951"/>
                  <a:pt x="927697" y="4489158"/>
                  <a:pt x="917808" y="4494824"/>
                </a:cubicBezTo>
                <a:cubicBezTo>
                  <a:pt x="910703" y="4498857"/>
                  <a:pt x="902639" y="4502025"/>
                  <a:pt x="894669" y="4503561"/>
                </a:cubicBezTo>
                <a:cubicBezTo>
                  <a:pt x="883723" y="4505673"/>
                  <a:pt x="872873" y="4506538"/>
                  <a:pt x="861063" y="4505289"/>
                </a:cubicBezTo>
                <a:cubicBezTo>
                  <a:pt x="852710" y="4504425"/>
                  <a:pt x="845892" y="4504041"/>
                  <a:pt x="839363" y="4498952"/>
                </a:cubicBezTo>
                <a:cubicBezTo>
                  <a:pt x="838308" y="4498184"/>
                  <a:pt x="836388" y="4497992"/>
                  <a:pt x="834947" y="4498089"/>
                </a:cubicBezTo>
                <a:cubicBezTo>
                  <a:pt x="816032" y="4499721"/>
                  <a:pt x="797309" y="4498857"/>
                  <a:pt x="778202" y="4497704"/>
                </a:cubicBezTo>
                <a:cubicBezTo>
                  <a:pt x="753911" y="4496168"/>
                  <a:pt x="728370" y="4500680"/>
                  <a:pt x="707343" y="4516811"/>
                </a:cubicBezTo>
                <a:cubicBezTo>
                  <a:pt x="704271" y="4519212"/>
                  <a:pt x="699662" y="4520267"/>
                  <a:pt x="695629" y="4520844"/>
                </a:cubicBezTo>
                <a:cubicBezTo>
                  <a:pt x="676618" y="4523340"/>
                  <a:pt x="657511" y="4525069"/>
                  <a:pt x="638500" y="4527853"/>
                </a:cubicBezTo>
                <a:cubicBezTo>
                  <a:pt x="628130" y="4529389"/>
                  <a:pt x="617280" y="4530734"/>
                  <a:pt x="607872" y="4534958"/>
                </a:cubicBezTo>
                <a:cubicBezTo>
                  <a:pt x="598655" y="4539086"/>
                  <a:pt x="591260" y="4543983"/>
                  <a:pt x="585788" y="4535342"/>
                </a:cubicBezTo>
                <a:cubicBezTo>
                  <a:pt x="575995" y="4539951"/>
                  <a:pt x="567448" y="4543792"/>
                  <a:pt x="559097" y="4547920"/>
                </a:cubicBezTo>
                <a:cubicBezTo>
                  <a:pt x="556023" y="4549456"/>
                  <a:pt x="553431" y="4551953"/>
                  <a:pt x="550358" y="4553393"/>
                </a:cubicBezTo>
                <a:cubicBezTo>
                  <a:pt x="547093" y="4554930"/>
                  <a:pt x="543445" y="4555889"/>
                  <a:pt x="539893" y="4556657"/>
                </a:cubicBezTo>
                <a:cubicBezTo>
                  <a:pt x="524050" y="4560114"/>
                  <a:pt x="508207" y="4563282"/>
                  <a:pt x="492462" y="4567027"/>
                </a:cubicBezTo>
                <a:cubicBezTo>
                  <a:pt x="489388" y="4567795"/>
                  <a:pt x="486796" y="4570868"/>
                  <a:pt x="484011" y="4572884"/>
                </a:cubicBezTo>
                <a:cubicBezTo>
                  <a:pt x="482187" y="4574228"/>
                  <a:pt x="480363" y="4576244"/>
                  <a:pt x="478346" y="4576533"/>
                </a:cubicBezTo>
                <a:cubicBezTo>
                  <a:pt x="462984" y="4578837"/>
                  <a:pt x="447718" y="4581526"/>
                  <a:pt x="432260" y="4582678"/>
                </a:cubicBezTo>
                <a:cubicBezTo>
                  <a:pt x="419298" y="4583637"/>
                  <a:pt x="406815" y="4583350"/>
                  <a:pt x="403455" y="4600056"/>
                </a:cubicBezTo>
                <a:cubicBezTo>
                  <a:pt x="402879" y="4602937"/>
                  <a:pt x="398750" y="4606010"/>
                  <a:pt x="395583" y="4607449"/>
                </a:cubicBezTo>
                <a:cubicBezTo>
                  <a:pt x="386557" y="4611578"/>
                  <a:pt x="376954" y="4614362"/>
                  <a:pt x="368025" y="4618587"/>
                </a:cubicBezTo>
                <a:cubicBezTo>
                  <a:pt x="338741" y="4632701"/>
                  <a:pt x="308113" y="4641631"/>
                  <a:pt x="275371" y="4639999"/>
                </a:cubicBezTo>
                <a:cubicBezTo>
                  <a:pt x="265194" y="4639519"/>
                  <a:pt x="255304" y="4634333"/>
                  <a:pt x="248871" y="4632413"/>
                </a:cubicBezTo>
                <a:cubicBezTo>
                  <a:pt x="230341" y="4639999"/>
                  <a:pt x="214786" y="4647296"/>
                  <a:pt x="198559" y="4652768"/>
                </a:cubicBezTo>
                <a:cubicBezTo>
                  <a:pt x="184253" y="4657665"/>
                  <a:pt x="169274" y="4660738"/>
                  <a:pt x="154583" y="4664290"/>
                </a:cubicBezTo>
                <a:cubicBezTo>
                  <a:pt x="149206" y="4665635"/>
                  <a:pt x="143734" y="4666403"/>
                  <a:pt x="138261" y="4667075"/>
                </a:cubicBezTo>
                <a:cubicBezTo>
                  <a:pt x="121171" y="4669187"/>
                  <a:pt x="103312" y="4664099"/>
                  <a:pt x="86606" y="4672164"/>
                </a:cubicBezTo>
                <a:cubicBezTo>
                  <a:pt x="77868" y="4676389"/>
                  <a:pt x="69226" y="4681477"/>
                  <a:pt x="60009" y="4683686"/>
                </a:cubicBezTo>
                <a:cubicBezTo>
                  <a:pt x="50120" y="4686086"/>
                  <a:pt x="40446" y="4689831"/>
                  <a:pt x="30568" y="4692507"/>
                </a:cubicBezTo>
                <a:lnTo>
                  <a:pt x="0" y="4694912"/>
                </a:lnTo>
                <a:lnTo>
                  <a:pt x="0" y="4338332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027D562-8F7E-478A-942E-D959A950C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4058937"/>
            <a:ext cx="6095524" cy="1410656"/>
          </a:xfrm>
          <a:custGeom>
            <a:avLst/>
            <a:gdLst>
              <a:gd name="connsiteX0" fmla="*/ 6095524 w 6095524"/>
              <a:gd name="connsiteY0" fmla="*/ 0 h 1410656"/>
              <a:gd name="connsiteX1" fmla="*/ 6095524 w 6095524"/>
              <a:gd name="connsiteY1" fmla="*/ 221634 h 1410656"/>
              <a:gd name="connsiteX2" fmla="*/ 6061052 w 6095524"/>
              <a:gd name="connsiteY2" fmla="*/ 237063 h 1410656"/>
              <a:gd name="connsiteX3" fmla="*/ 6040890 w 6095524"/>
              <a:gd name="connsiteY3" fmla="*/ 245128 h 1410656"/>
              <a:gd name="connsiteX4" fmla="*/ 5957836 w 6095524"/>
              <a:gd name="connsiteY4" fmla="*/ 297073 h 1410656"/>
              <a:gd name="connsiteX5" fmla="*/ 5882656 w 6095524"/>
              <a:gd name="connsiteY5" fmla="*/ 361307 h 1410656"/>
              <a:gd name="connsiteX6" fmla="*/ 5827448 w 6095524"/>
              <a:gd name="connsiteY6" fmla="*/ 437542 h 1410656"/>
              <a:gd name="connsiteX7" fmla="*/ 5811989 w 6095524"/>
              <a:gd name="connsiteY7" fmla="*/ 455690 h 1410656"/>
              <a:gd name="connsiteX8" fmla="*/ 5769742 w 6095524"/>
              <a:gd name="connsiteY8" fmla="*/ 478445 h 1410656"/>
              <a:gd name="connsiteX9" fmla="*/ 5732393 w 6095524"/>
              <a:gd name="connsiteY9" fmla="*/ 495535 h 1410656"/>
              <a:gd name="connsiteX10" fmla="*/ 5705316 w 6095524"/>
              <a:gd name="connsiteY10" fmla="*/ 514451 h 1410656"/>
              <a:gd name="connsiteX11" fmla="*/ 5682465 w 6095524"/>
              <a:gd name="connsiteY11" fmla="*/ 531830 h 1410656"/>
              <a:gd name="connsiteX12" fmla="*/ 5630712 w 6095524"/>
              <a:gd name="connsiteY12" fmla="*/ 576765 h 1410656"/>
              <a:gd name="connsiteX13" fmla="*/ 5573392 w 6095524"/>
              <a:gd name="connsiteY13" fmla="*/ 614691 h 1410656"/>
              <a:gd name="connsiteX14" fmla="*/ 5527304 w 6095524"/>
              <a:gd name="connsiteY14" fmla="*/ 661162 h 1410656"/>
              <a:gd name="connsiteX15" fmla="*/ 5508293 w 6095524"/>
              <a:gd name="connsiteY15" fmla="*/ 686318 h 1410656"/>
              <a:gd name="connsiteX16" fmla="*/ 5468350 w 6095524"/>
              <a:gd name="connsiteY16" fmla="*/ 703505 h 1410656"/>
              <a:gd name="connsiteX17" fmla="*/ 5425048 w 6095524"/>
              <a:gd name="connsiteY17" fmla="*/ 730389 h 1410656"/>
              <a:gd name="connsiteX18" fmla="*/ 5394322 w 6095524"/>
              <a:gd name="connsiteY18" fmla="*/ 757081 h 1410656"/>
              <a:gd name="connsiteX19" fmla="*/ 5370608 w 6095524"/>
              <a:gd name="connsiteY19" fmla="*/ 774940 h 1410656"/>
              <a:gd name="connsiteX20" fmla="*/ 5337098 w 6095524"/>
              <a:gd name="connsiteY20" fmla="*/ 792895 h 1410656"/>
              <a:gd name="connsiteX21" fmla="*/ 5303493 w 6095524"/>
              <a:gd name="connsiteY21" fmla="*/ 816419 h 1410656"/>
              <a:gd name="connsiteX22" fmla="*/ 5287171 w 6095524"/>
              <a:gd name="connsiteY22" fmla="*/ 830917 h 1410656"/>
              <a:gd name="connsiteX23" fmla="*/ 5255581 w 6095524"/>
              <a:gd name="connsiteY23" fmla="*/ 855016 h 1410656"/>
              <a:gd name="connsiteX24" fmla="*/ 5223032 w 6095524"/>
              <a:gd name="connsiteY24" fmla="*/ 877484 h 1410656"/>
              <a:gd name="connsiteX25" fmla="*/ 5161870 w 6095524"/>
              <a:gd name="connsiteY25" fmla="*/ 903216 h 1410656"/>
              <a:gd name="connsiteX26" fmla="*/ 5106182 w 6095524"/>
              <a:gd name="connsiteY26" fmla="*/ 941046 h 1410656"/>
              <a:gd name="connsiteX27" fmla="*/ 5062014 w 6095524"/>
              <a:gd name="connsiteY27" fmla="*/ 968698 h 1410656"/>
              <a:gd name="connsiteX28" fmla="*/ 5036282 w 6095524"/>
              <a:gd name="connsiteY28" fmla="*/ 986846 h 1410656"/>
              <a:gd name="connsiteX29" fmla="*/ 4989043 w 6095524"/>
              <a:gd name="connsiteY29" fmla="*/ 1027364 h 1410656"/>
              <a:gd name="connsiteX30" fmla="*/ 4915783 w 6095524"/>
              <a:gd name="connsiteY30" fmla="*/ 1069994 h 1410656"/>
              <a:gd name="connsiteX31" fmla="*/ 4871520 w 6095524"/>
              <a:gd name="connsiteY31" fmla="*/ 1093038 h 1410656"/>
              <a:gd name="connsiteX32" fmla="*/ 4776274 w 6095524"/>
              <a:gd name="connsiteY32" fmla="*/ 1127796 h 1410656"/>
              <a:gd name="connsiteX33" fmla="*/ 4745548 w 6095524"/>
              <a:gd name="connsiteY33" fmla="*/ 1140182 h 1410656"/>
              <a:gd name="connsiteX34" fmla="*/ 4710408 w 6095524"/>
              <a:gd name="connsiteY34" fmla="*/ 1148343 h 1410656"/>
              <a:gd name="connsiteX35" fmla="*/ 4653950 w 6095524"/>
              <a:gd name="connsiteY35" fmla="*/ 1167642 h 1410656"/>
              <a:gd name="connsiteX36" fmla="*/ 4543725 w 6095524"/>
              <a:gd name="connsiteY36" fmla="*/ 1200863 h 1410656"/>
              <a:gd name="connsiteX37" fmla="*/ 4519530 w 6095524"/>
              <a:gd name="connsiteY37" fmla="*/ 1205952 h 1410656"/>
              <a:gd name="connsiteX38" fmla="*/ 4457887 w 6095524"/>
              <a:gd name="connsiteY38" fmla="*/ 1227363 h 1410656"/>
              <a:gd name="connsiteX39" fmla="*/ 4420922 w 6095524"/>
              <a:gd name="connsiteY39" fmla="*/ 1241765 h 1410656"/>
              <a:gd name="connsiteX40" fmla="*/ 4390292 w 6095524"/>
              <a:gd name="connsiteY40" fmla="*/ 1250023 h 1410656"/>
              <a:gd name="connsiteX41" fmla="*/ 4363216 w 6095524"/>
              <a:gd name="connsiteY41" fmla="*/ 1253864 h 1410656"/>
              <a:gd name="connsiteX42" fmla="*/ 4291973 w 6095524"/>
              <a:gd name="connsiteY42" fmla="*/ 1272874 h 1410656"/>
              <a:gd name="connsiteX43" fmla="*/ 4263552 w 6095524"/>
              <a:gd name="connsiteY43" fmla="*/ 1280364 h 1410656"/>
              <a:gd name="connsiteX44" fmla="*/ 4189813 w 6095524"/>
              <a:gd name="connsiteY44" fmla="*/ 1306096 h 1410656"/>
              <a:gd name="connsiteX45" fmla="*/ 4127306 w 6095524"/>
              <a:gd name="connsiteY45" fmla="*/ 1323090 h 1410656"/>
              <a:gd name="connsiteX46" fmla="*/ 4101192 w 6095524"/>
              <a:gd name="connsiteY46" fmla="*/ 1331251 h 1410656"/>
              <a:gd name="connsiteX47" fmla="*/ 4041470 w 6095524"/>
              <a:gd name="connsiteY47" fmla="*/ 1344886 h 1410656"/>
              <a:gd name="connsiteX48" fmla="*/ 4007672 w 6095524"/>
              <a:gd name="connsiteY48" fmla="*/ 1354488 h 1410656"/>
              <a:gd name="connsiteX49" fmla="*/ 3925195 w 6095524"/>
              <a:gd name="connsiteY49" fmla="*/ 1365337 h 1410656"/>
              <a:gd name="connsiteX50" fmla="*/ 3840029 w 6095524"/>
              <a:gd name="connsiteY50" fmla="*/ 1375802 h 1410656"/>
              <a:gd name="connsiteX51" fmla="*/ 3793270 w 6095524"/>
              <a:gd name="connsiteY51" fmla="*/ 1379259 h 1410656"/>
              <a:gd name="connsiteX52" fmla="*/ 3752464 w 6095524"/>
              <a:gd name="connsiteY52" fmla="*/ 1384733 h 1410656"/>
              <a:gd name="connsiteX53" fmla="*/ 3716938 w 6095524"/>
              <a:gd name="connsiteY53" fmla="*/ 1388189 h 1410656"/>
              <a:gd name="connsiteX54" fmla="*/ 3660386 w 6095524"/>
              <a:gd name="connsiteY54" fmla="*/ 1395198 h 1410656"/>
              <a:gd name="connsiteX55" fmla="*/ 3636862 w 6095524"/>
              <a:gd name="connsiteY55" fmla="*/ 1397023 h 1410656"/>
              <a:gd name="connsiteX56" fmla="*/ 3581365 w 6095524"/>
              <a:gd name="connsiteY56" fmla="*/ 1396926 h 1410656"/>
              <a:gd name="connsiteX57" fmla="*/ 3562066 w 6095524"/>
              <a:gd name="connsiteY57" fmla="*/ 1395966 h 1410656"/>
              <a:gd name="connsiteX58" fmla="*/ 3524908 w 6095524"/>
              <a:gd name="connsiteY58" fmla="*/ 1384060 h 1410656"/>
              <a:gd name="connsiteX59" fmla="*/ 3520492 w 6095524"/>
              <a:gd name="connsiteY59" fmla="*/ 1383196 h 1410656"/>
              <a:gd name="connsiteX60" fmla="*/ 3496103 w 6095524"/>
              <a:gd name="connsiteY60" fmla="*/ 1378491 h 1410656"/>
              <a:gd name="connsiteX61" fmla="*/ 3482757 w 6095524"/>
              <a:gd name="connsiteY61" fmla="*/ 1376955 h 1410656"/>
              <a:gd name="connsiteX62" fmla="*/ 3432061 w 6095524"/>
              <a:gd name="connsiteY62" fmla="*/ 1367162 h 1410656"/>
              <a:gd name="connsiteX63" fmla="*/ 3402873 w 6095524"/>
              <a:gd name="connsiteY63" fmla="*/ 1362553 h 1410656"/>
              <a:gd name="connsiteX64" fmla="*/ 3379253 w 6095524"/>
              <a:gd name="connsiteY64" fmla="*/ 1363225 h 1410656"/>
              <a:gd name="connsiteX65" fmla="*/ 3337774 w 6095524"/>
              <a:gd name="connsiteY65" fmla="*/ 1364089 h 1410656"/>
              <a:gd name="connsiteX66" fmla="*/ 3324524 w 6095524"/>
              <a:gd name="connsiteY66" fmla="*/ 1366298 h 1410656"/>
              <a:gd name="connsiteX67" fmla="*/ 3264610 w 6095524"/>
              <a:gd name="connsiteY67" fmla="*/ 1359960 h 1410656"/>
              <a:gd name="connsiteX68" fmla="*/ 3230429 w 6095524"/>
              <a:gd name="connsiteY68" fmla="*/ 1359480 h 1410656"/>
              <a:gd name="connsiteX69" fmla="*/ 3191927 w 6095524"/>
              <a:gd name="connsiteY69" fmla="*/ 1351607 h 1410656"/>
              <a:gd name="connsiteX70" fmla="*/ 3180694 w 6095524"/>
              <a:gd name="connsiteY70" fmla="*/ 1351991 h 1410656"/>
              <a:gd name="connsiteX71" fmla="*/ 3168116 w 6095524"/>
              <a:gd name="connsiteY71" fmla="*/ 1352663 h 1410656"/>
              <a:gd name="connsiteX72" fmla="*/ 3129517 w 6095524"/>
              <a:gd name="connsiteY72" fmla="*/ 1353240 h 1410656"/>
              <a:gd name="connsiteX73" fmla="*/ 3106089 w 6095524"/>
              <a:gd name="connsiteY73" fmla="*/ 1356120 h 1410656"/>
              <a:gd name="connsiteX74" fmla="*/ 3061444 w 6095524"/>
              <a:gd name="connsiteY74" fmla="*/ 1354392 h 1410656"/>
              <a:gd name="connsiteX75" fmla="*/ 3044928 w 6095524"/>
              <a:gd name="connsiteY75" fmla="*/ 1356888 h 1410656"/>
              <a:gd name="connsiteX76" fmla="*/ 3003162 w 6095524"/>
              <a:gd name="connsiteY76" fmla="*/ 1357176 h 1410656"/>
              <a:gd name="connsiteX77" fmla="*/ 2965716 w 6095524"/>
              <a:gd name="connsiteY77" fmla="*/ 1355736 h 1410656"/>
              <a:gd name="connsiteX78" fmla="*/ 2929614 w 6095524"/>
              <a:gd name="connsiteY78" fmla="*/ 1356504 h 1410656"/>
              <a:gd name="connsiteX79" fmla="*/ 2903786 w 6095524"/>
              <a:gd name="connsiteY79" fmla="*/ 1359672 h 1410656"/>
              <a:gd name="connsiteX80" fmla="*/ 2875750 w 6095524"/>
              <a:gd name="connsiteY80" fmla="*/ 1361592 h 1410656"/>
              <a:gd name="connsiteX81" fmla="*/ 2798458 w 6095524"/>
              <a:gd name="connsiteY81" fmla="*/ 1373018 h 1410656"/>
              <a:gd name="connsiteX82" fmla="*/ 2784152 w 6095524"/>
              <a:gd name="connsiteY82" fmla="*/ 1370234 h 1410656"/>
              <a:gd name="connsiteX83" fmla="*/ 2702922 w 6095524"/>
              <a:gd name="connsiteY83" fmla="*/ 1367641 h 1410656"/>
              <a:gd name="connsiteX84" fmla="*/ 2685256 w 6095524"/>
              <a:gd name="connsiteY84" fmla="*/ 1367834 h 1410656"/>
              <a:gd name="connsiteX85" fmla="*/ 2637824 w 6095524"/>
              <a:gd name="connsiteY85" fmla="*/ 1356504 h 1410656"/>
              <a:gd name="connsiteX86" fmla="*/ 2564661 w 6095524"/>
              <a:gd name="connsiteY86" fmla="*/ 1374459 h 1410656"/>
              <a:gd name="connsiteX87" fmla="*/ 2496201 w 6095524"/>
              <a:gd name="connsiteY87" fmla="*/ 1396926 h 1410656"/>
              <a:gd name="connsiteX88" fmla="*/ 2487560 w 6095524"/>
              <a:gd name="connsiteY88" fmla="*/ 1399807 h 1410656"/>
              <a:gd name="connsiteX89" fmla="*/ 2462980 w 6095524"/>
              <a:gd name="connsiteY89" fmla="*/ 1404704 h 1410656"/>
              <a:gd name="connsiteX90" fmla="*/ 2432544 w 6095524"/>
              <a:gd name="connsiteY90" fmla="*/ 1406432 h 1410656"/>
              <a:gd name="connsiteX91" fmla="*/ 2393945 w 6095524"/>
              <a:gd name="connsiteY91" fmla="*/ 1410656 h 1410656"/>
              <a:gd name="connsiteX92" fmla="*/ 2363029 w 6095524"/>
              <a:gd name="connsiteY92" fmla="*/ 1405375 h 1410656"/>
              <a:gd name="connsiteX93" fmla="*/ 2319821 w 6095524"/>
              <a:gd name="connsiteY93" fmla="*/ 1397502 h 1410656"/>
              <a:gd name="connsiteX94" fmla="*/ 2279111 w 6095524"/>
              <a:gd name="connsiteY94" fmla="*/ 1390013 h 1410656"/>
              <a:gd name="connsiteX95" fmla="*/ 2266245 w 6095524"/>
              <a:gd name="connsiteY95" fmla="*/ 1398846 h 1410656"/>
              <a:gd name="connsiteX96" fmla="*/ 2246370 w 6095524"/>
              <a:gd name="connsiteY96" fmla="*/ 1406527 h 1410656"/>
              <a:gd name="connsiteX97" fmla="*/ 2224287 w 6095524"/>
              <a:gd name="connsiteY97" fmla="*/ 1397310 h 1410656"/>
              <a:gd name="connsiteX98" fmla="*/ 2172630 w 6095524"/>
              <a:gd name="connsiteY98" fmla="*/ 1378204 h 1410656"/>
              <a:gd name="connsiteX99" fmla="*/ 2139985 w 6095524"/>
              <a:gd name="connsiteY99" fmla="*/ 1377339 h 1410656"/>
              <a:gd name="connsiteX100" fmla="*/ 2069030 w 6095524"/>
              <a:gd name="connsiteY100" fmla="*/ 1369178 h 1410656"/>
              <a:gd name="connsiteX101" fmla="*/ 2022655 w 6095524"/>
              <a:gd name="connsiteY101" fmla="*/ 1357560 h 1410656"/>
              <a:gd name="connsiteX102" fmla="*/ 1989339 w 6095524"/>
              <a:gd name="connsiteY102" fmla="*/ 1344406 h 1410656"/>
              <a:gd name="connsiteX103" fmla="*/ 1941618 w 6095524"/>
              <a:gd name="connsiteY103" fmla="*/ 1327219 h 1410656"/>
              <a:gd name="connsiteX104" fmla="*/ 1893707 w 6095524"/>
              <a:gd name="connsiteY104" fmla="*/ 1318290 h 1410656"/>
              <a:gd name="connsiteX105" fmla="*/ 1859045 w 6095524"/>
              <a:gd name="connsiteY105" fmla="*/ 1307056 h 1410656"/>
              <a:gd name="connsiteX106" fmla="*/ 1816702 w 6095524"/>
              <a:gd name="connsiteY106" fmla="*/ 1299374 h 1410656"/>
              <a:gd name="connsiteX107" fmla="*/ 1781177 w 6095524"/>
              <a:gd name="connsiteY107" fmla="*/ 1299087 h 1410656"/>
              <a:gd name="connsiteX108" fmla="*/ 1725488 w 6095524"/>
              <a:gd name="connsiteY108" fmla="*/ 1300431 h 1410656"/>
              <a:gd name="connsiteX109" fmla="*/ 1657318 w 6095524"/>
              <a:gd name="connsiteY109" fmla="*/ 1277196 h 1410656"/>
              <a:gd name="connsiteX110" fmla="*/ 1629761 w 6095524"/>
              <a:gd name="connsiteY110" fmla="*/ 1272010 h 1410656"/>
              <a:gd name="connsiteX111" fmla="*/ 1603837 w 6095524"/>
              <a:gd name="connsiteY111" fmla="*/ 1269610 h 1410656"/>
              <a:gd name="connsiteX112" fmla="*/ 1548820 w 6095524"/>
              <a:gd name="connsiteY112" fmla="*/ 1254152 h 1410656"/>
              <a:gd name="connsiteX113" fmla="*/ 1526449 w 6095524"/>
              <a:gd name="connsiteY113" fmla="*/ 1249062 h 1410656"/>
              <a:gd name="connsiteX114" fmla="*/ 1495147 w 6095524"/>
              <a:gd name="connsiteY114" fmla="*/ 1249159 h 1410656"/>
              <a:gd name="connsiteX115" fmla="*/ 1438211 w 6095524"/>
              <a:gd name="connsiteY115" fmla="*/ 1242054 h 1410656"/>
              <a:gd name="connsiteX116" fmla="*/ 1381370 w 6095524"/>
              <a:gd name="connsiteY116" fmla="*/ 1221314 h 1410656"/>
              <a:gd name="connsiteX117" fmla="*/ 1357270 w 6095524"/>
              <a:gd name="connsiteY117" fmla="*/ 1223330 h 1410656"/>
              <a:gd name="connsiteX118" fmla="*/ 1348629 w 6095524"/>
              <a:gd name="connsiteY118" fmla="*/ 1222851 h 1410656"/>
              <a:gd name="connsiteX119" fmla="*/ 1270953 w 6095524"/>
              <a:gd name="connsiteY119" fmla="*/ 1211424 h 1410656"/>
              <a:gd name="connsiteX120" fmla="*/ 1263175 w 6095524"/>
              <a:gd name="connsiteY120" fmla="*/ 1210177 h 1410656"/>
              <a:gd name="connsiteX121" fmla="*/ 1226690 w 6095524"/>
              <a:gd name="connsiteY121" fmla="*/ 1199999 h 1410656"/>
              <a:gd name="connsiteX122" fmla="*/ 1134706 w 6095524"/>
              <a:gd name="connsiteY122" fmla="*/ 1193662 h 1410656"/>
              <a:gd name="connsiteX123" fmla="*/ 1129042 w 6095524"/>
              <a:gd name="connsiteY123" fmla="*/ 1192894 h 1410656"/>
              <a:gd name="connsiteX124" fmla="*/ 1098220 w 6095524"/>
              <a:gd name="connsiteY124" fmla="*/ 1197982 h 1410656"/>
              <a:gd name="connsiteX125" fmla="*/ 1082955 w 6095524"/>
              <a:gd name="connsiteY125" fmla="*/ 1205184 h 1410656"/>
              <a:gd name="connsiteX126" fmla="*/ 1059143 w 6095524"/>
              <a:gd name="connsiteY126" fmla="*/ 1212673 h 1410656"/>
              <a:gd name="connsiteX127" fmla="*/ 1034947 w 6095524"/>
              <a:gd name="connsiteY127" fmla="*/ 1215458 h 1410656"/>
              <a:gd name="connsiteX128" fmla="*/ 994332 w 6095524"/>
              <a:gd name="connsiteY128" fmla="*/ 1204127 h 1410656"/>
              <a:gd name="connsiteX129" fmla="*/ 979546 w 6095524"/>
              <a:gd name="connsiteY129" fmla="*/ 1202975 h 1410656"/>
              <a:gd name="connsiteX130" fmla="*/ 946613 w 6095524"/>
              <a:gd name="connsiteY130" fmla="*/ 1197503 h 1410656"/>
              <a:gd name="connsiteX131" fmla="*/ 917808 w 6095524"/>
              <a:gd name="connsiteY131" fmla="*/ 1197887 h 1410656"/>
              <a:gd name="connsiteX132" fmla="*/ 894669 w 6095524"/>
              <a:gd name="connsiteY132" fmla="*/ 1206624 h 1410656"/>
              <a:gd name="connsiteX133" fmla="*/ 861063 w 6095524"/>
              <a:gd name="connsiteY133" fmla="*/ 1208352 h 1410656"/>
              <a:gd name="connsiteX134" fmla="*/ 839363 w 6095524"/>
              <a:gd name="connsiteY134" fmla="*/ 1202015 h 1410656"/>
              <a:gd name="connsiteX135" fmla="*/ 834947 w 6095524"/>
              <a:gd name="connsiteY135" fmla="*/ 1201152 h 1410656"/>
              <a:gd name="connsiteX136" fmla="*/ 778202 w 6095524"/>
              <a:gd name="connsiteY136" fmla="*/ 1200767 h 1410656"/>
              <a:gd name="connsiteX137" fmla="*/ 707343 w 6095524"/>
              <a:gd name="connsiteY137" fmla="*/ 1219874 h 1410656"/>
              <a:gd name="connsiteX138" fmla="*/ 695629 w 6095524"/>
              <a:gd name="connsiteY138" fmla="*/ 1223907 h 1410656"/>
              <a:gd name="connsiteX139" fmla="*/ 638500 w 6095524"/>
              <a:gd name="connsiteY139" fmla="*/ 1230916 h 1410656"/>
              <a:gd name="connsiteX140" fmla="*/ 607872 w 6095524"/>
              <a:gd name="connsiteY140" fmla="*/ 1238021 h 1410656"/>
              <a:gd name="connsiteX141" fmla="*/ 585788 w 6095524"/>
              <a:gd name="connsiteY141" fmla="*/ 1238405 h 1410656"/>
              <a:gd name="connsiteX142" fmla="*/ 559097 w 6095524"/>
              <a:gd name="connsiteY142" fmla="*/ 1250983 h 1410656"/>
              <a:gd name="connsiteX143" fmla="*/ 550358 w 6095524"/>
              <a:gd name="connsiteY143" fmla="*/ 1256456 h 1410656"/>
              <a:gd name="connsiteX144" fmla="*/ 539893 w 6095524"/>
              <a:gd name="connsiteY144" fmla="*/ 1259720 h 1410656"/>
              <a:gd name="connsiteX145" fmla="*/ 492462 w 6095524"/>
              <a:gd name="connsiteY145" fmla="*/ 1270090 h 1410656"/>
              <a:gd name="connsiteX146" fmla="*/ 484011 w 6095524"/>
              <a:gd name="connsiteY146" fmla="*/ 1275947 h 1410656"/>
              <a:gd name="connsiteX147" fmla="*/ 478346 w 6095524"/>
              <a:gd name="connsiteY147" fmla="*/ 1279596 h 1410656"/>
              <a:gd name="connsiteX148" fmla="*/ 432260 w 6095524"/>
              <a:gd name="connsiteY148" fmla="*/ 1285741 h 1410656"/>
              <a:gd name="connsiteX149" fmla="*/ 403455 w 6095524"/>
              <a:gd name="connsiteY149" fmla="*/ 1303119 h 1410656"/>
              <a:gd name="connsiteX150" fmla="*/ 395583 w 6095524"/>
              <a:gd name="connsiteY150" fmla="*/ 1310512 h 1410656"/>
              <a:gd name="connsiteX151" fmla="*/ 368025 w 6095524"/>
              <a:gd name="connsiteY151" fmla="*/ 1321650 h 1410656"/>
              <a:gd name="connsiteX152" fmla="*/ 275371 w 6095524"/>
              <a:gd name="connsiteY152" fmla="*/ 1343062 h 1410656"/>
              <a:gd name="connsiteX153" fmla="*/ 248871 w 6095524"/>
              <a:gd name="connsiteY153" fmla="*/ 1335476 h 1410656"/>
              <a:gd name="connsiteX154" fmla="*/ 198559 w 6095524"/>
              <a:gd name="connsiteY154" fmla="*/ 1355831 h 1410656"/>
              <a:gd name="connsiteX155" fmla="*/ 154583 w 6095524"/>
              <a:gd name="connsiteY155" fmla="*/ 1367353 h 1410656"/>
              <a:gd name="connsiteX156" fmla="*/ 138261 w 6095524"/>
              <a:gd name="connsiteY156" fmla="*/ 1370138 h 1410656"/>
              <a:gd name="connsiteX157" fmla="*/ 86606 w 6095524"/>
              <a:gd name="connsiteY157" fmla="*/ 1375227 h 1410656"/>
              <a:gd name="connsiteX158" fmla="*/ 60009 w 6095524"/>
              <a:gd name="connsiteY158" fmla="*/ 1386749 h 1410656"/>
              <a:gd name="connsiteX159" fmla="*/ 30568 w 6095524"/>
              <a:gd name="connsiteY159" fmla="*/ 1395570 h 1410656"/>
              <a:gd name="connsiteX160" fmla="*/ 0 w 6095524"/>
              <a:gd name="connsiteY160" fmla="*/ 1397975 h 1410656"/>
              <a:gd name="connsiteX161" fmla="*/ 0 w 6095524"/>
              <a:gd name="connsiteY161" fmla="*/ 1041395 h 1410656"/>
              <a:gd name="connsiteX162" fmla="*/ 17282 w 6095524"/>
              <a:gd name="connsiteY162" fmla="*/ 1043014 h 1410656"/>
              <a:gd name="connsiteX163" fmla="*/ 45030 w 6095524"/>
              <a:gd name="connsiteY163" fmla="*/ 1049159 h 1410656"/>
              <a:gd name="connsiteX164" fmla="*/ 85356 w 6095524"/>
              <a:gd name="connsiteY164" fmla="*/ 1059145 h 1410656"/>
              <a:gd name="connsiteX165" fmla="*/ 133077 w 6095524"/>
              <a:gd name="connsiteY165" fmla="*/ 1047815 h 1410656"/>
              <a:gd name="connsiteX166" fmla="*/ 137877 w 6095524"/>
              <a:gd name="connsiteY166" fmla="*/ 1043110 h 1410656"/>
              <a:gd name="connsiteX167" fmla="*/ 189053 w 6095524"/>
              <a:gd name="connsiteY167" fmla="*/ 1031877 h 1410656"/>
              <a:gd name="connsiteX168" fmla="*/ 273066 w 6095524"/>
              <a:gd name="connsiteY168" fmla="*/ 1019010 h 1410656"/>
              <a:gd name="connsiteX169" fmla="*/ 278539 w 6095524"/>
              <a:gd name="connsiteY169" fmla="*/ 1018146 h 1410656"/>
              <a:gd name="connsiteX170" fmla="*/ 326355 w 6095524"/>
              <a:gd name="connsiteY170" fmla="*/ 1044358 h 1410656"/>
              <a:gd name="connsiteX171" fmla="*/ 364761 w 6095524"/>
              <a:gd name="connsiteY171" fmla="*/ 1040710 h 1410656"/>
              <a:gd name="connsiteX172" fmla="*/ 382619 w 6095524"/>
              <a:gd name="connsiteY172" fmla="*/ 1022562 h 1410656"/>
              <a:gd name="connsiteX173" fmla="*/ 433988 w 6095524"/>
              <a:gd name="connsiteY173" fmla="*/ 1008256 h 1410656"/>
              <a:gd name="connsiteX174" fmla="*/ 497262 w 6095524"/>
              <a:gd name="connsiteY174" fmla="*/ 1009697 h 1410656"/>
              <a:gd name="connsiteX175" fmla="*/ 542101 w 6095524"/>
              <a:gd name="connsiteY175" fmla="*/ 1007872 h 1410656"/>
              <a:gd name="connsiteX176" fmla="*/ 566681 w 6095524"/>
              <a:gd name="connsiteY176" fmla="*/ 998175 h 1410656"/>
              <a:gd name="connsiteX177" fmla="*/ 584251 w 6095524"/>
              <a:gd name="connsiteY177" fmla="*/ 999136 h 1410656"/>
              <a:gd name="connsiteX178" fmla="*/ 617280 w 6095524"/>
              <a:gd name="connsiteY178" fmla="*/ 1006049 h 1410656"/>
              <a:gd name="connsiteX179" fmla="*/ 721842 w 6095524"/>
              <a:gd name="connsiteY179" fmla="*/ 1014210 h 1410656"/>
              <a:gd name="connsiteX180" fmla="*/ 764472 w 6095524"/>
              <a:gd name="connsiteY180" fmla="*/ 1001440 h 1410656"/>
              <a:gd name="connsiteX181" fmla="*/ 777242 w 6095524"/>
              <a:gd name="connsiteY181" fmla="*/ 1001152 h 1410656"/>
              <a:gd name="connsiteX182" fmla="*/ 805854 w 6095524"/>
              <a:gd name="connsiteY182" fmla="*/ 1006145 h 1410656"/>
              <a:gd name="connsiteX183" fmla="*/ 864904 w 6095524"/>
              <a:gd name="connsiteY183" fmla="*/ 1002784 h 1410656"/>
              <a:gd name="connsiteX184" fmla="*/ 886700 w 6095524"/>
              <a:gd name="connsiteY184" fmla="*/ 997695 h 1410656"/>
              <a:gd name="connsiteX185" fmla="*/ 898797 w 6095524"/>
              <a:gd name="connsiteY185" fmla="*/ 994430 h 1410656"/>
              <a:gd name="connsiteX186" fmla="*/ 960919 w 6095524"/>
              <a:gd name="connsiteY186" fmla="*/ 985405 h 1410656"/>
              <a:gd name="connsiteX187" fmla="*/ 988571 w 6095524"/>
              <a:gd name="connsiteY187" fmla="*/ 975708 h 1410656"/>
              <a:gd name="connsiteX188" fmla="*/ 996061 w 6095524"/>
              <a:gd name="connsiteY188" fmla="*/ 974268 h 1410656"/>
              <a:gd name="connsiteX189" fmla="*/ 1037059 w 6095524"/>
              <a:gd name="connsiteY189" fmla="*/ 978300 h 1410656"/>
              <a:gd name="connsiteX190" fmla="*/ 1067784 w 6095524"/>
              <a:gd name="connsiteY190" fmla="*/ 993950 h 1410656"/>
              <a:gd name="connsiteX191" fmla="*/ 1073737 w 6095524"/>
              <a:gd name="connsiteY191" fmla="*/ 999231 h 1410656"/>
              <a:gd name="connsiteX192" fmla="*/ 1159383 w 6095524"/>
              <a:gd name="connsiteY192" fmla="*/ 997407 h 1410656"/>
              <a:gd name="connsiteX193" fmla="*/ 1172536 w 6095524"/>
              <a:gd name="connsiteY193" fmla="*/ 995198 h 1410656"/>
              <a:gd name="connsiteX194" fmla="*/ 1236099 w 6095524"/>
              <a:gd name="connsiteY194" fmla="*/ 1004416 h 1410656"/>
              <a:gd name="connsiteX195" fmla="*/ 1254630 w 6095524"/>
              <a:gd name="connsiteY195" fmla="*/ 1006240 h 1410656"/>
              <a:gd name="connsiteX196" fmla="*/ 1321072 w 6095524"/>
              <a:gd name="connsiteY196" fmla="*/ 1014498 h 1410656"/>
              <a:gd name="connsiteX197" fmla="*/ 1330481 w 6095524"/>
              <a:gd name="connsiteY197" fmla="*/ 1006817 h 1410656"/>
              <a:gd name="connsiteX198" fmla="*/ 1357558 w 6095524"/>
              <a:gd name="connsiteY198" fmla="*/ 987517 h 1410656"/>
              <a:gd name="connsiteX199" fmla="*/ 1410942 w 6095524"/>
              <a:gd name="connsiteY199" fmla="*/ 970427 h 1410656"/>
              <a:gd name="connsiteX200" fmla="*/ 1425441 w 6095524"/>
              <a:gd name="connsiteY200" fmla="*/ 971387 h 1410656"/>
              <a:gd name="connsiteX201" fmla="*/ 1462118 w 6095524"/>
              <a:gd name="connsiteY201" fmla="*/ 999904 h 1410656"/>
              <a:gd name="connsiteX202" fmla="*/ 1479978 w 6095524"/>
              <a:gd name="connsiteY202" fmla="*/ 1011329 h 1410656"/>
              <a:gd name="connsiteX203" fmla="*/ 1530674 w 6095524"/>
              <a:gd name="connsiteY203" fmla="*/ 1032356 h 1410656"/>
              <a:gd name="connsiteX204" fmla="*/ 1534898 w 6095524"/>
              <a:gd name="connsiteY204" fmla="*/ 1036197 h 1410656"/>
              <a:gd name="connsiteX205" fmla="*/ 1572344 w 6095524"/>
              <a:gd name="connsiteY205" fmla="*/ 1081804 h 1410656"/>
              <a:gd name="connsiteX206" fmla="*/ 1580793 w 6095524"/>
              <a:gd name="connsiteY206" fmla="*/ 1089581 h 1410656"/>
              <a:gd name="connsiteX207" fmla="*/ 1590971 w 6095524"/>
              <a:gd name="connsiteY207" fmla="*/ 1101680 h 1410656"/>
              <a:gd name="connsiteX208" fmla="*/ 1622751 w 6095524"/>
              <a:gd name="connsiteY208" fmla="*/ 1125108 h 1410656"/>
              <a:gd name="connsiteX209" fmla="*/ 1662118 w 6095524"/>
              <a:gd name="connsiteY209" fmla="*/ 1132596 h 1410656"/>
              <a:gd name="connsiteX210" fmla="*/ 1709646 w 6095524"/>
              <a:gd name="connsiteY210" fmla="*/ 1144022 h 1410656"/>
              <a:gd name="connsiteX211" fmla="*/ 1729521 w 6095524"/>
              <a:gd name="connsiteY211" fmla="*/ 1151704 h 1410656"/>
              <a:gd name="connsiteX212" fmla="*/ 1782809 w 6095524"/>
              <a:gd name="connsiteY212" fmla="*/ 1166298 h 1410656"/>
              <a:gd name="connsiteX213" fmla="*/ 1820831 w 6095524"/>
              <a:gd name="connsiteY213" fmla="*/ 1178588 h 1410656"/>
              <a:gd name="connsiteX214" fmla="*/ 1875656 w 6095524"/>
              <a:gd name="connsiteY214" fmla="*/ 1185789 h 1410656"/>
              <a:gd name="connsiteX215" fmla="*/ 1902252 w 6095524"/>
              <a:gd name="connsiteY215" fmla="*/ 1186076 h 1410656"/>
              <a:gd name="connsiteX216" fmla="*/ 1951123 w 6095524"/>
              <a:gd name="connsiteY216" fmla="*/ 1222946 h 1410656"/>
              <a:gd name="connsiteX217" fmla="*/ 1990106 w 6095524"/>
              <a:gd name="connsiteY217" fmla="*/ 1247335 h 1410656"/>
              <a:gd name="connsiteX218" fmla="*/ 2031105 w 6095524"/>
              <a:gd name="connsiteY218" fmla="*/ 1235525 h 1410656"/>
              <a:gd name="connsiteX219" fmla="*/ 2042242 w 6095524"/>
              <a:gd name="connsiteY219" fmla="*/ 1224387 h 1410656"/>
              <a:gd name="connsiteX220" fmla="*/ 2109453 w 6095524"/>
              <a:gd name="connsiteY220" fmla="*/ 1213826 h 1410656"/>
              <a:gd name="connsiteX221" fmla="*/ 2205468 w 6095524"/>
              <a:gd name="connsiteY221" fmla="*/ 1213442 h 1410656"/>
              <a:gd name="connsiteX222" fmla="*/ 2365142 w 6095524"/>
              <a:gd name="connsiteY222" fmla="*/ 1189437 h 1410656"/>
              <a:gd name="connsiteX223" fmla="*/ 2392985 w 6095524"/>
              <a:gd name="connsiteY223" fmla="*/ 1178299 h 1410656"/>
              <a:gd name="connsiteX224" fmla="*/ 2424286 w 6095524"/>
              <a:gd name="connsiteY224" fmla="*/ 1175515 h 1410656"/>
              <a:gd name="connsiteX225" fmla="*/ 2436289 w 6095524"/>
              <a:gd name="connsiteY225" fmla="*/ 1182333 h 1410656"/>
              <a:gd name="connsiteX226" fmla="*/ 2488808 w 6095524"/>
              <a:gd name="connsiteY226" fmla="*/ 1192510 h 1410656"/>
              <a:gd name="connsiteX227" fmla="*/ 2498795 w 6095524"/>
              <a:gd name="connsiteY227" fmla="*/ 1192702 h 1410656"/>
              <a:gd name="connsiteX228" fmla="*/ 2532976 w 6095524"/>
              <a:gd name="connsiteY228" fmla="*/ 1188381 h 1410656"/>
              <a:gd name="connsiteX229" fmla="*/ 2564661 w 6095524"/>
              <a:gd name="connsiteY229" fmla="*/ 1185885 h 1410656"/>
              <a:gd name="connsiteX230" fmla="*/ 2644545 w 6095524"/>
              <a:gd name="connsiteY230" fmla="*/ 1194046 h 1410656"/>
              <a:gd name="connsiteX231" fmla="*/ 2705803 w 6095524"/>
              <a:gd name="connsiteY231" fmla="*/ 1192126 h 1410656"/>
              <a:gd name="connsiteX232" fmla="*/ 2734031 w 6095524"/>
              <a:gd name="connsiteY232" fmla="*/ 1194046 h 1410656"/>
              <a:gd name="connsiteX233" fmla="*/ 2749969 w 6095524"/>
              <a:gd name="connsiteY233" fmla="*/ 1196927 h 1410656"/>
              <a:gd name="connsiteX234" fmla="*/ 2786071 w 6095524"/>
              <a:gd name="connsiteY234" fmla="*/ 1216994 h 1410656"/>
              <a:gd name="connsiteX235" fmla="*/ 2805851 w 6095524"/>
              <a:gd name="connsiteY235" fmla="*/ 1221507 h 1410656"/>
              <a:gd name="connsiteX236" fmla="*/ 2865380 w 6095524"/>
              <a:gd name="connsiteY236" fmla="*/ 1221123 h 1410656"/>
              <a:gd name="connsiteX237" fmla="*/ 2954674 w 6095524"/>
              <a:gd name="connsiteY237" fmla="*/ 1190878 h 1410656"/>
              <a:gd name="connsiteX238" fmla="*/ 2963988 w 6095524"/>
              <a:gd name="connsiteY238" fmla="*/ 1186845 h 1410656"/>
              <a:gd name="connsiteX239" fmla="*/ 3009403 w 6095524"/>
              <a:gd name="connsiteY239" fmla="*/ 1181852 h 1410656"/>
              <a:gd name="connsiteX240" fmla="*/ 3040223 w 6095524"/>
              <a:gd name="connsiteY240" fmla="*/ 1188669 h 1410656"/>
              <a:gd name="connsiteX241" fmla="*/ 3082183 w 6095524"/>
              <a:gd name="connsiteY241" fmla="*/ 1202784 h 1410656"/>
              <a:gd name="connsiteX242" fmla="*/ 3119916 w 6095524"/>
              <a:gd name="connsiteY242" fmla="*/ 1214594 h 1410656"/>
              <a:gd name="connsiteX243" fmla="*/ 3147376 w 6095524"/>
              <a:gd name="connsiteY243" fmla="*/ 1227939 h 1410656"/>
              <a:gd name="connsiteX244" fmla="*/ 3210171 w 6095524"/>
              <a:gd name="connsiteY244" fmla="*/ 1237733 h 1410656"/>
              <a:gd name="connsiteX245" fmla="*/ 3216700 w 6095524"/>
              <a:gd name="connsiteY245" fmla="*/ 1239365 h 1410656"/>
              <a:gd name="connsiteX246" fmla="*/ 3263939 w 6095524"/>
              <a:gd name="connsiteY246" fmla="*/ 1227459 h 1410656"/>
              <a:gd name="connsiteX247" fmla="*/ 3320683 w 6095524"/>
              <a:gd name="connsiteY247" fmla="*/ 1215362 h 1410656"/>
              <a:gd name="connsiteX248" fmla="*/ 3340943 w 6095524"/>
              <a:gd name="connsiteY248" fmla="*/ 1219490 h 1410656"/>
              <a:gd name="connsiteX249" fmla="*/ 3368691 w 6095524"/>
              <a:gd name="connsiteY249" fmla="*/ 1225347 h 1410656"/>
              <a:gd name="connsiteX250" fmla="*/ 3394423 w 6095524"/>
              <a:gd name="connsiteY250" fmla="*/ 1222275 h 1410656"/>
              <a:gd name="connsiteX251" fmla="*/ 3410074 w 6095524"/>
              <a:gd name="connsiteY251" fmla="*/ 1221987 h 1410656"/>
              <a:gd name="connsiteX252" fmla="*/ 3481509 w 6095524"/>
              <a:gd name="connsiteY252" fmla="*/ 1257896 h 1410656"/>
              <a:gd name="connsiteX253" fmla="*/ 3499656 w 6095524"/>
              <a:gd name="connsiteY253" fmla="*/ 1260873 h 1410656"/>
              <a:gd name="connsiteX254" fmla="*/ 3509930 w 6095524"/>
              <a:gd name="connsiteY254" fmla="*/ 1265290 h 1410656"/>
              <a:gd name="connsiteX255" fmla="*/ 3571860 w 6095524"/>
              <a:gd name="connsiteY255" fmla="*/ 1309841 h 1410656"/>
              <a:gd name="connsiteX256" fmla="*/ 3598168 w 6095524"/>
              <a:gd name="connsiteY256" fmla="*/ 1318866 h 1410656"/>
              <a:gd name="connsiteX257" fmla="*/ 3627068 w 6095524"/>
              <a:gd name="connsiteY257" fmla="*/ 1317041 h 1410656"/>
              <a:gd name="connsiteX258" fmla="*/ 3643775 w 6095524"/>
              <a:gd name="connsiteY258" fmla="*/ 1313777 h 1410656"/>
              <a:gd name="connsiteX259" fmla="*/ 3685254 w 6095524"/>
              <a:gd name="connsiteY259" fmla="*/ 1285452 h 1410656"/>
              <a:gd name="connsiteX260" fmla="*/ 3708873 w 6095524"/>
              <a:gd name="connsiteY260" fmla="*/ 1286413 h 1410656"/>
              <a:gd name="connsiteX261" fmla="*/ 3745743 w 6095524"/>
              <a:gd name="connsiteY261" fmla="*/ 1305903 h 1410656"/>
              <a:gd name="connsiteX262" fmla="*/ 3812665 w 6095524"/>
              <a:gd name="connsiteY262" fmla="*/ 1314641 h 1410656"/>
              <a:gd name="connsiteX263" fmla="*/ 3846655 w 6095524"/>
              <a:gd name="connsiteY263" fmla="*/ 1287373 h 1410656"/>
              <a:gd name="connsiteX264" fmla="*/ 3864225 w 6095524"/>
              <a:gd name="connsiteY264" fmla="*/ 1261161 h 1410656"/>
              <a:gd name="connsiteX265" fmla="*/ 3915018 w 6095524"/>
              <a:gd name="connsiteY265" fmla="*/ 1230724 h 1410656"/>
              <a:gd name="connsiteX266" fmla="*/ 3927116 w 6095524"/>
              <a:gd name="connsiteY266" fmla="*/ 1242054 h 1410656"/>
              <a:gd name="connsiteX267" fmla="*/ 3964370 w 6095524"/>
              <a:gd name="connsiteY267" fmla="*/ 1246855 h 1410656"/>
              <a:gd name="connsiteX268" fmla="*/ 4004696 w 6095524"/>
              <a:gd name="connsiteY268" fmla="*/ 1246471 h 1410656"/>
              <a:gd name="connsiteX269" fmla="*/ 4074978 w 6095524"/>
              <a:gd name="connsiteY269" fmla="*/ 1251559 h 1410656"/>
              <a:gd name="connsiteX270" fmla="*/ 4121738 w 6095524"/>
              <a:gd name="connsiteY270" fmla="*/ 1222466 h 1410656"/>
              <a:gd name="connsiteX271" fmla="*/ 4139598 w 6095524"/>
              <a:gd name="connsiteY271" fmla="*/ 1210465 h 1410656"/>
              <a:gd name="connsiteX272" fmla="*/ 4156304 w 6095524"/>
              <a:gd name="connsiteY272" fmla="*/ 1202784 h 1410656"/>
              <a:gd name="connsiteX273" fmla="*/ 4175604 w 6095524"/>
              <a:gd name="connsiteY273" fmla="*/ 1198463 h 1410656"/>
              <a:gd name="connsiteX274" fmla="*/ 4222170 w 6095524"/>
              <a:gd name="connsiteY274" fmla="*/ 1182140 h 1410656"/>
              <a:gd name="connsiteX275" fmla="*/ 4247710 w 6095524"/>
              <a:gd name="connsiteY275" fmla="*/ 1166105 h 1410656"/>
              <a:gd name="connsiteX276" fmla="*/ 4305128 w 6095524"/>
              <a:gd name="connsiteY276" fmla="*/ 1150647 h 1410656"/>
              <a:gd name="connsiteX277" fmla="*/ 4344206 w 6095524"/>
              <a:gd name="connsiteY277" fmla="*/ 1136821 h 1410656"/>
              <a:gd name="connsiteX278" fmla="*/ 4385396 w 6095524"/>
              <a:gd name="connsiteY278" fmla="*/ 1113009 h 1410656"/>
              <a:gd name="connsiteX279" fmla="*/ 4391157 w 6095524"/>
              <a:gd name="connsiteY279" fmla="*/ 1109361 h 1410656"/>
              <a:gd name="connsiteX280" fmla="*/ 4404984 w 6095524"/>
              <a:gd name="connsiteY280" fmla="*/ 1093710 h 1410656"/>
              <a:gd name="connsiteX281" fmla="*/ 4425050 w 6095524"/>
              <a:gd name="connsiteY281" fmla="*/ 1039846 h 1410656"/>
              <a:gd name="connsiteX282" fmla="*/ 4430812 w 6095524"/>
              <a:gd name="connsiteY282" fmla="*/ 1028900 h 1410656"/>
              <a:gd name="connsiteX283" fmla="*/ 4483140 w 6095524"/>
              <a:gd name="connsiteY283" fmla="*/ 992030 h 1410656"/>
              <a:gd name="connsiteX284" fmla="*/ 4502535 w 6095524"/>
              <a:gd name="connsiteY284" fmla="*/ 995487 h 1410656"/>
              <a:gd name="connsiteX285" fmla="*/ 4523946 w 6095524"/>
              <a:gd name="connsiteY285" fmla="*/ 1007585 h 1410656"/>
              <a:gd name="connsiteX286" fmla="*/ 4570898 w 6095524"/>
              <a:gd name="connsiteY286" fmla="*/ 1010753 h 1410656"/>
              <a:gd name="connsiteX287" fmla="*/ 4588468 w 6095524"/>
              <a:gd name="connsiteY287" fmla="*/ 1004513 h 1410656"/>
              <a:gd name="connsiteX288" fmla="*/ 4619192 w 6095524"/>
              <a:gd name="connsiteY288" fmla="*/ 987710 h 1410656"/>
              <a:gd name="connsiteX289" fmla="*/ 4642908 w 6095524"/>
              <a:gd name="connsiteY289" fmla="*/ 961689 h 1410656"/>
              <a:gd name="connsiteX290" fmla="*/ 4677378 w 6095524"/>
              <a:gd name="connsiteY290" fmla="*/ 918674 h 1410656"/>
              <a:gd name="connsiteX291" fmla="*/ 4743532 w 6095524"/>
              <a:gd name="connsiteY291" fmla="*/ 902256 h 1410656"/>
              <a:gd name="connsiteX292" fmla="*/ 4768977 w 6095524"/>
              <a:gd name="connsiteY292" fmla="*/ 896783 h 1410656"/>
              <a:gd name="connsiteX293" fmla="*/ 4861536 w 6095524"/>
              <a:gd name="connsiteY293" fmla="*/ 873835 h 1410656"/>
              <a:gd name="connsiteX294" fmla="*/ 4869600 w 6095524"/>
              <a:gd name="connsiteY294" fmla="*/ 873067 h 1410656"/>
              <a:gd name="connsiteX295" fmla="*/ 4933738 w 6095524"/>
              <a:gd name="connsiteY295" fmla="*/ 846664 h 1410656"/>
              <a:gd name="connsiteX296" fmla="*/ 4949196 w 6095524"/>
              <a:gd name="connsiteY296" fmla="*/ 840134 h 1410656"/>
              <a:gd name="connsiteX297" fmla="*/ 4968112 w 6095524"/>
              <a:gd name="connsiteY297" fmla="*/ 823427 h 1410656"/>
              <a:gd name="connsiteX298" fmla="*/ 4985588 w 6095524"/>
              <a:gd name="connsiteY298" fmla="*/ 776284 h 1410656"/>
              <a:gd name="connsiteX299" fmla="*/ 5006038 w 6095524"/>
              <a:gd name="connsiteY299" fmla="*/ 754776 h 1410656"/>
              <a:gd name="connsiteX300" fmla="*/ 5020921 w 6095524"/>
              <a:gd name="connsiteY300" fmla="*/ 741718 h 1410656"/>
              <a:gd name="connsiteX301" fmla="*/ 5033978 w 6095524"/>
              <a:gd name="connsiteY301" fmla="*/ 721940 h 1410656"/>
              <a:gd name="connsiteX302" fmla="*/ 5047036 w 6095524"/>
              <a:gd name="connsiteY302" fmla="*/ 674604 h 1410656"/>
              <a:gd name="connsiteX303" fmla="*/ 5067104 w 6095524"/>
              <a:gd name="connsiteY303" fmla="*/ 632645 h 1410656"/>
              <a:gd name="connsiteX304" fmla="*/ 5103206 w 6095524"/>
              <a:gd name="connsiteY304" fmla="*/ 609410 h 1410656"/>
              <a:gd name="connsiteX305" fmla="*/ 5125577 w 6095524"/>
              <a:gd name="connsiteY305" fmla="*/ 597216 h 1410656"/>
              <a:gd name="connsiteX306" fmla="*/ 5214200 w 6095524"/>
              <a:gd name="connsiteY306" fmla="*/ 609506 h 1410656"/>
              <a:gd name="connsiteX307" fmla="*/ 5274688 w 6095524"/>
              <a:gd name="connsiteY307" fmla="*/ 621507 h 1410656"/>
              <a:gd name="connsiteX308" fmla="*/ 5294564 w 6095524"/>
              <a:gd name="connsiteY308" fmla="*/ 616899 h 1410656"/>
              <a:gd name="connsiteX309" fmla="*/ 5350732 w 6095524"/>
              <a:gd name="connsiteY309" fmla="*/ 577724 h 1410656"/>
              <a:gd name="connsiteX310" fmla="*/ 5406230 w 6095524"/>
              <a:gd name="connsiteY310" fmla="*/ 560250 h 1410656"/>
              <a:gd name="connsiteX311" fmla="*/ 5447996 w 6095524"/>
              <a:gd name="connsiteY311" fmla="*/ 555257 h 1410656"/>
              <a:gd name="connsiteX312" fmla="*/ 5483904 w 6095524"/>
              <a:gd name="connsiteY312" fmla="*/ 551417 h 1410656"/>
              <a:gd name="connsiteX313" fmla="*/ 5527016 w 6095524"/>
              <a:gd name="connsiteY313" fmla="*/ 540663 h 1410656"/>
              <a:gd name="connsiteX314" fmla="*/ 5551404 w 6095524"/>
              <a:gd name="connsiteY314" fmla="*/ 528949 h 1410656"/>
              <a:gd name="connsiteX315" fmla="*/ 5590194 w 6095524"/>
              <a:gd name="connsiteY315" fmla="*/ 512147 h 1410656"/>
              <a:gd name="connsiteX316" fmla="*/ 5629944 w 6095524"/>
              <a:gd name="connsiteY316" fmla="*/ 490351 h 1410656"/>
              <a:gd name="connsiteX317" fmla="*/ 5660477 w 6095524"/>
              <a:gd name="connsiteY317" fmla="*/ 459818 h 1410656"/>
              <a:gd name="connsiteX318" fmla="*/ 5676896 w 6095524"/>
              <a:gd name="connsiteY318" fmla="*/ 434086 h 1410656"/>
              <a:gd name="connsiteX319" fmla="*/ 5725000 w 6095524"/>
              <a:gd name="connsiteY319" fmla="*/ 397216 h 1410656"/>
              <a:gd name="connsiteX320" fmla="*/ 5768494 w 6095524"/>
              <a:gd name="connsiteY320" fmla="*/ 327701 h 1410656"/>
              <a:gd name="connsiteX321" fmla="*/ 5795763 w 6095524"/>
              <a:gd name="connsiteY321" fmla="*/ 298801 h 1410656"/>
              <a:gd name="connsiteX322" fmla="*/ 5811221 w 6095524"/>
              <a:gd name="connsiteY322" fmla="*/ 290639 h 1410656"/>
              <a:gd name="connsiteX323" fmla="*/ 5837528 w 6095524"/>
              <a:gd name="connsiteY323" fmla="*/ 270573 h 1410656"/>
              <a:gd name="connsiteX324" fmla="*/ 5853084 w 6095524"/>
              <a:gd name="connsiteY324" fmla="*/ 255690 h 1410656"/>
              <a:gd name="connsiteX325" fmla="*/ 5895618 w 6095524"/>
              <a:gd name="connsiteY325" fmla="*/ 200961 h 1410656"/>
              <a:gd name="connsiteX326" fmla="*/ 5908676 w 6095524"/>
              <a:gd name="connsiteY326" fmla="*/ 184735 h 1410656"/>
              <a:gd name="connsiteX327" fmla="*/ 5935657 w 6095524"/>
              <a:gd name="connsiteY327" fmla="*/ 156891 h 1410656"/>
              <a:gd name="connsiteX328" fmla="*/ 5947467 w 6095524"/>
              <a:gd name="connsiteY328" fmla="*/ 148441 h 1410656"/>
              <a:gd name="connsiteX329" fmla="*/ 5968302 w 6095524"/>
              <a:gd name="connsiteY329" fmla="*/ 125782 h 1410656"/>
              <a:gd name="connsiteX330" fmla="*/ 6017942 w 6095524"/>
              <a:gd name="connsiteY330" fmla="*/ 66348 h 1410656"/>
              <a:gd name="connsiteX331" fmla="*/ 6039258 w 6095524"/>
              <a:gd name="connsiteY331" fmla="*/ 33030 h 1410656"/>
              <a:gd name="connsiteX332" fmla="*/ 6081792 w 6095524"/>
              <a:gd name="connsiteY332" fmla="*/ 8451 h 1410656"/>
              <a:gd name="connsiteX333" fmla="*/ 6095524 w 6095524"/>
              <a:gd name="connsiteY333" fmla="*/ 0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</a:cxnLst>
            <a:rect l="l" t="t" r="r" b="b"/>
            <a:pathLst>
              <a:path w="6095524" h="1410656">
                <a:moveTo>
                  <a:pt x="6095524" y="0"/>
                </a:moveTo>
                <a:lnTo>
                  <a:pt x="6095524" y="221634"/>
                </a:lnTo>
                <a:lnTo>
                  <a:pt x="6061052" y="237063"/>
                </a:lnTo>
                <a:cubicBezTo>
                  <a:pt x="6054332" y="239848"/>
                  <a:pt x="6046938" y="241384"/>
                  <a:pt x="6040890" y="245128"/>
                </a:cubicBezTo>
                <a:cubicBezTo>
                  <a:pt x="6013044" y="262219"/>
                  <a:pt x="5986064" y="280654"/>
                  <a:pt x="5957836" y="297073"/>
                </a:cubicBezTo>
                <a:cubicBezTo>
                  <a:pt x="5928744" y="314067"/>
                  <a:pt x="5902724" y="334134"/>
                  <a:pt x="5882656" y="361307"/>
                </a:cubicBezTo>
                <a:cubicBezTo>
                  <a:pt x="5864029" y="386559"/>
                  <a:pt x="5845978" y="412194"/>
                  <a:pt x="5827448" y="437542"/>
                </a:cubicBezTo>
                <a:cubicBezTo>
                  <a:pt x="5822743" y="443975"/>
                  <a:pt x="5818422" y="451561"/>
                  <a:pt x="5811989" y="455690"/>
                </a:cubicBezTo>
                <a:cubicBezTo>
                  <a:pt x="5798643" y="464331"/>
                  <a:pt x="5784048" y="471340"/>
                  <a:pt x="5769742" y="478445"/>
                </a:cubicBezTo>
                <a:cubicBezTo>
                  <a:pt x="5757452" y="484494"/>
                  <a:pt x="5744394" y="489006"/>
                  <a:pt x="5732393" y="495535"/>
                </a:cubicBezTo>
                <a:cubicBezTo>
                  <a:pt x="5722792" y="500721"/>
                  <a:pt x="5714246" y="507922"/>
                  <a:pt x="5705316" y="514451"/>
                </a:cubicBezTo>
                <a:cubicBezTo>
                  <a:pt x="5697539" y="520115"/>
                  <a:pt x="5688994" y="525012"/>
                  <a:pt x="5682465" y="531830"/>
                </a:cubicBezTo>
                <a:cubicBezTo>
                  <a:pt x="5666526" y="548344"/>
                  <a:pt x="5650491" y="564571"/>
                  <a:pt x="5630712" y="576765"/>
                </a:cubicBezTo>
                <a:cubicBezTo>
                  <a:pt x="5611221" y="588862"/>
                  <a:pt x="5592786" y="602401"/>
                  <a:pt x="5573392" y="614691"/>
                </a:cubicBezTo>
                <a:cubicBezTo>
                  <a:pt x="5554380" y="626693"/>
                  <a:pt x="5537194" y="639846"/>
                  <a:pt x="5527304" y="661162"/>
                </a:cubicBezTo>
                <a:cubicBezTo>
                  <a:pt x="5522888" y="670571"/>
                  <a:pt x="5516646" y="680845"/>
                  <a:pt x="5508293" y="686318"/>
                </a:cubicBezTo>
                <a:cubicBezTo>
                  <a:pt x="5496387" y="694095"/>
                  <a:pt x="5481313" y="696880"/>
                  <a:pt x="5468350" y="703505"/>
                </a:cubicBezTo>
                <a:cubicBezTo>
                  <a:pt x="5453084" y="711282"/>
                  <a:pt x="5435418" y="718003"/>
                  <a:pt x="5425048" y="730389"/>
                </a:cubicBezTo>
                <a:cubicBezTo>
                  <a:pt x="5415830" y="741431"/>
                  <a:pt x="5406517" y="750072"/>
                  <a:pt x="5394322" y="757081"/>
                </a:cubicBezTo>
                <a:cubicBezTo>
                  <a:pt x="5385778" y="761978"/>
                  <a:pt x="5379441" y="770907"/>
                  <a:pt x="5370608" y="774940"/>
                </a:cubicBezTo>
                <a:cubicBezTo>
                  <a:pt x="5358990" y="780317"/>
                  <a:pt x="5347276" y="784542"/>
                  <a:pt x="5337098" y="792895"/>
                </a:cubicBezTo>
                <a:cubicBezTo>
                  <a:pt x="5326536" y="801536"/>
                  <a:pt x="5314535" y="808353"/>
                  <a:pt x="5303493" y="816419"/>
                </a:cubicBezTo>
                <a:cubicBezTo>
                  <a:pt x="5297636" y="820739"/>
                  <a:pt x="5292835" y="826404"/>
                  <a:pt x="5287171" y="830917"/>
                </a:cubicBezTo>
                <a:cubicBezTo>
                  <a:pt x="5276801" y="839174"/>
                  <a:pt x="5266239" y="847239"/>
                  <a:pt x="5255581" y="855016"/>
                </a:cubicBezTo>
                <a:cubicBezTo>
                  <a:pt x="5244924" y="862794"/>
                  <a:pt x="5234746" y="871819"/>
                  <a:pt x="5223032" y="877484"/>
                </a:cubicBezTo>
                <a:cubicBezTo>
                  <a:pt x="5203062" y="887086"/>
                  <a:pt x="5181266" y="892847"/>
                  <a:pt x="5161870" y="903216"/>
                </a:cubicBezTo>
                <a:cubicBezTo>
                  <a:pt x="5142188" y="913777"/>
                  <a:pt x="5123656" y="927028"/>
                  <a:pt x="5106182" y="941046"/>
                </a:cubicBezTo>
                <a:cubicBezTo>
                  <a:pt x="5092356" y="952088"/>
                  <a:pt x="5079394" y="963034"/>
                  <a:pt x="5062014" y="968698"/>
                </a:cubicBezTo>
                <a:cubicBezTo>
                  <a:pt x="5052317" y="971867"/>
                  <a:pt x="5042140" y="978780"/>
                  <a:pt x="5036282" y="986846"/>
                </a:cubicBezTo>
                <a:cubicBezTo>
                  <a:pt x="5023608" y="1004416"/>
                  <a:pt x="5007382" y="1016802"/>
                  <a:pt x="4989043" y="1027364"/>
                </a:cubicBezTo>
                <a:cubicBezTo>
                  <a:pt x="4964559" y="1041574"/>
                  <a:pt x="4940363" y="1056072"/>
                  <a:pt x="4915783" y="1069994"/>
                </a:cubicBezTo>
                <a:cubicBezTo>
                  <a:pt x="4901286" y="1078252"/>
                  <a:pt x="4886884" y="1086989"/>
                  <a:pt x="4871520" y="1093038"/>
                </a:cubicBezTo>
                <a:cubicBezTo>
                  <a:pt x="4840124" y="1105520"/>
                  <a:pt x="4807959" y="1116177"/>
                  <a:pt x="4776274" y="1127796"/>
                </a:cubicBezTo>
                <a:cubicBezTo>
                  <a:pt x="4765904" y="1131540"/>
                  <a:pt x="4756110" y="1136917"/>
                  <a:pt x="4745548" y="1140182"/>
                </a:cubicBezTo>
                <a:cubicBezTo>
                  <a:pt x="4734122" y="1143734"/>
                  <a:pt x="4721834" y="1144790"/>
                  <a:pt x="4710408" y="1148343"/>
                </a:cubicBezTo>
                <a:cubicBezTo>
                  <a:pt x="4691396" y="1154199"/>
                  <a:pt x="4672961" y="1161689"/>
                  <a:pt x="4653950" y="1167642"/>
                </a:cubicBezTo>
                <a:cubicBezTo>
                  <a:pt x="4617272" y="1179068"/>
                  <a:pt x="4580498" y="1190014"/>
                  <a:pt x="4543725" y="1200863"/>
                </a:cubicBezTo>
                <a:cubicBezTo>
                  <a:pt x="4535852" y="1203168"/>
                  <a:pt x="4527306" y="1203456"/>
                  <a:pt x="4519530" y="1205952"/>
                </a:cubicBezTo>
                <a:cubicBezTo>
                  <a:pt x="4498886" y="1212673"/>
                  <a:pt x="4478338" y="1219970"/>
                  <a:pt x="4457887" y="1227363"/>
                </a:cubicBezTo>
                <a:cubicBezTo>
                  <a:pt x="4445502" y="1231876"/>
                  <a:pt x="4433403" y="1237445"/>
                  <a:pt x="4420922" y="1241765"/>
                </a:cubicBezTo>
                <a:cubicBezTo>
                  <a:pt x="4410936" y="1245222"/>
                  <a:pt x="4400662" y="1247910"/>
                  <a:pt x="4390292" y="1250023"/>
                </a:cubicBezTo>
                <a:cubicBezTo>
                  <a:pt x="4381363" y="1251848"/>
                  <a:pt x="4372050" y="1251655"/>
                  <a:pt x="4363216" y="1253864"/>
                </a:cubicBezTo>
                <a:cubicBezTo>
                  <a:pt x="4339308" y="1259816"/>
                  <a:pt x="4315689" y="1266538"/>
                  <a:pt x="4291973" y="1272874"/>
                </a:cubicBezTo>
                <a:cubicBezTo>
                  <a:pt x="4282468" y="1275371"/>
                  <a:pt x="4272770" y="1277196"/>
                  <a:pt x="4263552" y="1280364"/>
                </a:cubicBezTo>
                <a:cubicBezTo>
                  <a:pt x="4238876" y="1288717"/>
                  <a:pt x="4214585" y="1298222"/>
                  <a:pt x="4189813" y="1306096"/>
                </a:cubicBezTo>
                <a:cubicBezTo>
                  <a:pt x="4169266" y="1312625"/>
                  <a:pt x="4148142" y="1317329"/>
                  <a:pt x="4127306" y="1323090"/>
                </a:cubicBezTo>
                <a:cubicBezTo>
                  <a:pt x="4118473" y="1325587"/>
                  <a:pt x="4110024" y="1329140"/>
                  <a:pt x="4101192" y="1331251"/>
                </a:cubicBezTo>
                <a:cubicBezTo>
                  <a:pt x="4081412" y="1336053"/>
                  <a:pt x="4061345" y="1340085"/>
                  <a:pt x="4041470" y="1344886"/>
                </a:cubicBezTo>
                <a:cubicBezTo>
                  <a:pt x="4030139" y="1347670"/>
                  <a:pt x="4019194" y="1352663"/>
                  <a:pt x="4007672" y="1354488"/>
                </a:cubicBezTo>
                <a:cubicBezTo>
                  <a:pt x="3980308" y="1358808"/>
                  <a:pt x="3952752" y="1361880"/>
                  <a:pt x="3925195" y="1365337"/>
                </a:cubicBezTo>
                <a:cubicBezTo>
                  <a:pt x="3896776" y="1368889"/>
                  <a:pt x="3868451" y="1372634"/>
                  <a:pt x="3840029" y="1375802"/>
                </a:cubicBezTo>
                <a:cubicBezTo>
                  <a:pt x="3824475" y="1377435"/>
                  <a:pt x="3808824" y="1377723"/>
                  <a:pt x="3793270" y="1379259"/>
                </a:cubicBezTo>
                <a:cubicBezTo>
                  <a:pt x="3779636" y="1380604"/>
                  <a:pt x="3766098" y="1383100"/>
                  <a:pt x="3752464" y="1384733"/>
                </a:cubicBezTo>
                <a:cubicBezTo>
                  <a:pt x="3740654" y="1386076"/>
                  <a:pt x="3728748" y="1386844"/>
                  <a:pt x="3716938" y="1388189"/>
                </a:cubicBezTo>
                <a:cubicBezTo>
                  <a:pt x="3698024" y="1390397"/>
                  <a:pt x="3679204" y="1392894"/>
                  <a:pt x="3660386" y="1395198"/>
                </a:cubicBezTo>
                <a:cubicBezTo>
                  <a:pt x="3652513" y="1396062"/>
                  <a:pt x="3644255" y="1398462"/>
                  <a:pt x="3636862" y="1397023"/>
                </a:cubicBezTo>
                <a:cubicBezTo>
                  <a:pt x="3618235" y="1393373"/>
                  <a:pt x="3599896" y="1394430"/>
                  <a:pt x="3581365" y="1396926"/>
                </a:cubicBezTo>
                <a:cubicBezTo>
                  <a:pt x="3575028" y="1397791"/>
                  <a:pt x="3568211" y="1397598"/>
                  <a:pt x="3562066" y="1395966"/>
                </a:cubicBezTo>
                <a:cubicBezTo>
                  <a:pt x="3549488" y="1392701"/>
                  <a:pt x="3537294" y="1388092"/>
                  <a:pt x="3524908" y="1384060"/>
                </a:cubicBezTo>
                <a:cubicBezTo>
                  <a:pt x="3523563" y="1383580"/>
                  <a:pt x="3521931" y="1383484"/>
                  <a:pt x="3520492" y="1383196"/>
                </a:cubicBezTo>
                <a:cubicBezTo>
                  <a:pt x="3512330" y="1381563"/>
                  <a:pt x="3504266" y="1379931"/>
                  <a:pt x="3496103" y="1378491"/>
                </a:cubicBezTo>
                <a:cubicBezTo>
                  <a:pt x="3491687" y="1377723"/>
                  <a:pt x="3487174" y="1377627"/>
                  <a:pt x="3482757" y="1376955"/>
                </a:cubicBezTo>
                <a:cubicBezTo>
                  <a:pt x="3465667" y="1374266"/>
                  <a:pt x="3446848" y="1378779"/>
                  <a:pt x="3432061" y="1367162"/>
                </a:cubicBezTo>
                <a:cubicBezTo>
                  <a:pt x="3422460" y="1359672"/>
                  <a:pt x="3413146" y="1361401"/>
                  <a:pt x="3402873" y="1362553"/>
                </a:cubicBezTo>
                <a:cubicBezTo>
                  <a:pt x="3395096" y="1363417"/>
                  <a:pt x="3387126" y="1363128"/>
                  <a:pt x="3379253" y="1363225"/>
                </a:cubicBezTo>
                <a:cubicBezTo>
                  <a:pt x="3365427" y="1363512"/>
                  <a:pt x="3351601" y="1363609"/>
                  <a:pt x="3337774" y="1364089"/>
                </a:cubicBezTo>
                <a:cubicBezTo>
                  <a:pt x="3333357" y="1364281"/>
                  <a:pt x="3328846" y="1366682"/>
                  <a:pt x="3324524" y="1366298"/>
                </a:cubicBezTo>
                <a:cubicBezTo>
                  <a:pt x="3304553" y="1364473"/>
                  <a:pt x="3284582" y="1361592"/>
                  <a:pt x="3264610" y="1359960"/>
                </a:cubicBezTo>
                <a:cubicBezTo>
                  <a:pt x="3253281" y="1359001"/>
                  <a:pt x="3241663" y="1360824"/>
                  <a:pt x="3230429" y="1359480"/>
                </a:cubicBezTo>
                <a:cubicBezTo>
                  <a:pt x="3217468" y="1357944"/>
                  <a:pt x="3204794" y="1354008"/>
                  <a:pt x="3191927" y="1351607"/>
                </a:cubicBezTo>
                <a:cubicBezTo>
                  <a:pt x="3188375" y="1350935"/>
                  <a:pt x="3184438" y="1351799"/>
                  <a:pt x="3180694" y="1351991"/>
                </a:cubicBezTo>
                <a:cubicBezTo>
                  <a:pt x="3176469" y="1352183"/>
                  <a:pt x="3172340" y="1352567"/>
                  <a:pt x="3168116" y="1352663"/>
                </a:cubicBezTo>
                <a:cubicBezTo>
                  <a:pt x="3155249" y="1352856"/>
                  <a:pt x="3142384" y="1352567"/>
                  <a:pt x="3129517" y="1353240"/>
                </a:cubicBezTo>
                <a:cubicBezTo>
                  <a:pt x="3121644" y="1353624"/>
                  <a:pt x="3113388" y="1357560"/>
                  <a:pt x="3106089" y="1356120"/>
                </a:cubicBezTo>
                <a:cubicBezTo>
                  <a:pt x="3091208" y="1353335"/>
                  <a:pt x="3076325" y="1359576"/>
                  <a:pt x="3061444" y="1354392"/>
                </a:cubicBezTo>
                <a:cubicBezTo>
                  <a:pt x="3056834" y="1352856"/>
                  <a:pt x="3050497" y="1356696"/>
                  <a:pt x="3044928" y="1356888"/>
                </a:cubicBezTo>
                <a:cubicBezTo>
                  <a:pt x="3031006" y="1357368"/>
                  <a:pt x="3017084" y="1357272"/>
                  <a:pt x="3003162" y="1357176"/>
                </a:cubicBezTo>
                <a:cubicBezTo>
                  <a:pt x="2990680" y="1357080"/>
                  <a:pt x="2977717" y="1358424"/>
                  <a:pt x="2965716" y="1355736"/>
                </a:cubicBezTo>
                <a:cubicBezTo>
                  <a:pt x="2953137" y="1352856"/>
                  <a:pt x="2941808" y="1353240"/>
                  <a:pt x="2929614" y="1356504"/>
                </a:cubicBezTo>
                <a:cubicBezTo>
                  <a:pt x="2921260" y="1358712"/>
                  <a:pt x="2912427" y="1359001"/>
                  <a:pt x="2903786" y="1359672"/>
                </a:cubicBezTo>
                <a:cubicBezTo>
                  <a:pt x="2894473" y="1360440"/>
                  <a:pt x="2884199" y="1358424"/>
                  <a:pt x="2875750" y="1361592"/>
                </a:cubicBezTo>
                <a:cubicBezTo>
                  <a:pt x="2850593" y="1371002"/>
                  <a:pt x="2824765" y="1373018"/>
                  <a:pt x="2798458" y="1373018"/>
                </a:cubicBezTo>
                <a:cubicBezTo>
                  <a:pt x="2793656" y="1373018"/>
                  <a:pt x="2788759" y="1371675"/>
                  <a:pt x="2784152" y="1370234"/>
                </a:cubicBezTo>
                <a:cubicBezTo>
                  <a:pt x="2757266" y="1361592"/>
                  <a:pt x="2730286" y="1362360"/>
                  <a:pt x="2702922" y="1367641"/>
                </a:cubicBezTo>
                <a:cubicBezTo>
                  <a:pt x="2697257" y="1368794"/>
                  <a:pt x="2690921" y="1368986"/>
                  <a:pt x="2685256" y="1367834"/>
                </a:cubicBezTo>
                <a:cubicBezTo>
                  <a:pt x="2669317" y="1364473"/>
                  <a:pt x="2653858" y="1358904"/>
                  <a:pt x="2637824" y="1356504"/>
                </a:cubicBezTo>
                <a:cubicBezTo>
                  <a:pt x="2611324" y="1352567"/>
                  <a:pt x="2588377" y="1365817"/>
                  <a:pt x="2564661" y="1374459"/>
                </a:cubicBezTo>
                <a:cubicBezTo>
                  <a:pt x="2542097" y="1382620"/>
                  <a:pt x="2522894" y="1401055"/>
                  <a:pt x="2496201" y="1396926"/>
                </a:cubicBezTo>
                <a:cubicBezTo>
                  <a:pt x="2493514" y="1396542"/>
                  <a:pt x="2490537" y="1399134"/>
                  <a:pt x="2487560" y="1399807"/>
                </a:cubicBezTo>
                <a:cubicBezTo>
                  <a:pt x="2479399" y="1401631"/>
                  <a:pt x="2471238" y="1403839"/>
                  <a:pt x="2462980" y="1404704"/>
                </a:cubicBezTo>
                <a:cubicBezTo>
                  <a:pt x="2452899" y="1405856"/>
                  <a:pt x="2442625" y="1405472"/>
                  <a:pt x="2432544" y="1406432"/>
                </a:cubicBezTo>
                <a:cubicBezTo>
                  <a:pt x="2419581" y="1407584"/>
                  <a:pt x="2406812" y="1410656"/>
                  <a:pt x="2393945" y="1410656"/>
                </a:cubicBezTo>
                <a:cubicBezTo>
                  <a:pt x="2383575" y="1410656"/>
                  <a:pt x="2373302" y="1407104"/>
                  <a:pt x="2363029" y="1405375"/>
                </a:cubicBezTo>
                <a:cubicBezTo>
                  <a:pt x="2348530" y="1402975"/>
                  <a:pt x="2332591" y="1403647"/>
                  <a:pt x="2319821" y="1397502"/>
                </a:cubicBezTo>
                <a:cubicBezTo>
                  <a:pt x="2306188" y="1390973"/>
                  <a:pt x="2293225" y="1387997"/>
                  <a:pt x="2279111" y="1390013"/>
                </a:cubicBezTo>
                <a:cubicBezTo>
                  <a:pt x="2274406" y="1390685"/>
                  <a:pt x="2268357" y="1394718"/>
                  <a:pt x="2266245" y="1398846"/>
                </a:cubicBezTo>
                <a:cubicBezTo>
                  <a:pt x="2261540" y="1408064"/>
                  <a:pt x="2255108" y="1409697"/>
                  <a:pt x="2246370" y="1406527"/>
                </a:cubicBezTo>
                <a:cubicBezTo>
                  <a:pt x="2238785" y="1403839"/>
                  <a:pt x="2229471" y="1402495"/>
                  <a:pt x="2224287" y="1397310"/>
                </a:cubicBezTo>
                <a:cubicBezTo>
                  <a:pt x="2209596" y="1382620"/>
                  <a:pt x="2190873" y="1382140"/>
                  <a:pt x="2172630" y="1378204"/>
                </a:cubicBezTo>
                <a:cubicBezTo>
                  <a:pt x="2161494" y="1375802"/>
                  <a:pt x="2151123" y="1375707"/>
                  <a:pt x="2139985" y="1377339"/>
                </a:cubicBezTo>
                <a:cubicBezTo>
                  <a:pt x="2115790" y="1380988"/>
                  <a:pt x="2092266" y="1375802"/>
                  <a:pt x="2069030" y="1369178"/>
                </a:cubicBezTo>
                <a:cubicBezTo>
                  <a:pt x="2053667" y="1364761"/>
                  <a:pt x="2037921" y="1362073"/>
                  <a:pt x="2022655" y="1357560"/>
                </a:cubicBezTo>
                <a:cubicBezTo>
                  <a:pt x="2011229" y="1354104"/>
                  <a:pt x="1999804" y="1349975"/>
                  <a:pt x="1989339" y="1344406"/>
                </a:cubicBezTo>
                <a:cubicBezTo>
                  <a:pt x="1974167" y="1336244"/>
                  <a:pt x="1960918" y="1323954"/>
                  <a:pt x="1941618" y="1327219"/>
                </a:cubicBezTo>
                <a:cubicBezTo>
                  <a:pt x="1924623" y="1330099"/>
                  <a:pt x="1909262" y="1324051"/>
                  <a:pt x="1893707" y="1318290"/>
                </a:cubicBezTo>
                <a:cubicBezTo>
                  <a:pt x="1882281" y="1314065"/>
                  <a:pt x="1870857" y="1309744"/>
                  <a:pt x="1859045" y="1307056"/>
                </a:cubicBezTo>
                <a:cubicBezTo>
                  <a:pt x="1845027" y="1303887"/>
                  <a:pt x="1829184" y="1305232"/>
                  <a:pt x="1816702" y="1299374"/>
                </a:cubicBezTo>
                <a:cubicBezTo>
                  <a:pt x="1803644" y="1293229"/>
                  <a:pt x="1792795" y="1297358"/>
                  <a:pt x="1781177" y="1299087"/>
                </a:cubicBezTo>
                <a:cubicBezTo>
                  <a:pt x="1762646" y="1301775"/>
                  <a:pt x="1744210" y="1306768"/>
                  <a:pt x="1725488" y="1300431"/>
                </a:cubicBezTo>
                <a:cubicBezTo>
                  <a:pt x="1702733" y="1292750"/>
                  <a:pt x="1680169" y="1284493"/>
                  <a:pt x="1657318" y="1277196"/>
                </a:cubicBezTo>
                <a:cubicBezTo>
                  <a:pt x="1648483" y="1274410"/>
                  <a:pt x="1638980" y="1273258"/>
                  <a:pt x="1629761" y="1272010"/>
                </a:cubicBezTo>
                <a:cubicBezTo>
                  <a:pt x="1621025" y="1270954"/>
                  <a:pt x="1610559" y="1273642"/>
                  <a:pt x="1603837" y="1269610"/>
                </a:cubicBezTo>
                <a:cubicBezTo>
                  <a:pt x="1586554" y="1259241"/>
                  <a:pt x="1568792" y="1254152"/>
                  <a:pt x="1548820" y="1254152"/>
                </a:cubicBezTo>
                <a:cubicBezTo>
                  <a:pt x="1541330" y="1254152"/>
                  <a:pt x="1534033" y="1249831"/>
                  <a:pt x="1526449" y="1249062"/>
                </a:cubicBezTo>
                <a:cubicBezTo>
                  <a:pt x="1516078" y="1248103"/>
                  <a:pt x="1504172" y="1245510"/>
                  <a:pt x="1495147" y="1249159"/>
                </a:cubicBezTo>
                <a:cubicBezTo>
                  <a:pt x="1473928" y="1257800"/>
                  <a:pt x="1456742" y="1250599"/>
                  <a:pt x="1438211" y="1242054"/>
                </a:cubicBezTo>
                <a:cubicBezTo>
                  <a:pt x="1419967" y="1233604"/>
                  <a:pt x="1400764" y="1226884"/>
                  <a:pt x="1381370" y="1221314"/>
                </a:cubicBezTo>
                <a:cubicBezTo>
                  <a:pt x="1374073" y="1219298"/>
                  <a:pt x="1365336" y="1222659"/>
                  <a:pt x="1357270" y="1223330"/>
                </a:cubicBezTo>
                <a:cubicBezTo>
                  <a:pt x="1354389" y="1223523"/>
                  <a:pt x="1351220" y="1223811"/>
                  <a:pt x="1348629" y="1222851"/>
                </a:cubicBezTo>
                <a:cubicBezTo>
                  <a:pt x="1323569" y="1213633"/>
                  <a:pt x="1298124" y="1206624"/>
                  <a:pt x="1270953" y="1211424"/>
                </a:cubicBezTo>
                <a:cubicBezTo>
                  <a:pt x="1268457" y="1211905"/>
                  <a:pt x="1265672" y="1210849"/>
                  <a:pt x="1263175" y="1210177"/>
                </a:cubicBezTo>
                <a:cubicBezTo>
                  <a:pt x="1250981" y="1206720"/>
                  <a:pt x="1239075" y="1201247"/>
                  <a:pt x="1226690" y="1199999"/>
                </a:cubicBezTo>
                <a:cubicBezTo>
                  <a:pt x="1196157" y="1196927"/>
                  <a:pt x="1165433" y="1195678"/>
                  <a:pt x="1134706" y="1193662"/>
                </a:cubicBezTo>
                <a:cubicBezTo>
                  <a:pt x="1132786" y="1193566"/>
                  <a:pt x="1130770" y="1193566"/>
                  <a:pt x="1129042" y="1192894"/>
                </a:cubicBezTo>
                <a:cubicBezTo>
                  <a:pt x="1117712" y="1188765"/>
                  <a:pt x="1107823" y="1190110"/>
                  <a:pt x="1098220" y="1197982"/>
                </a:cubicBezTo>
                <a:cubicBezTo>
                  <a:pt x="1093996" y="1201439"/>
                  <a:pt x="1088235" y="1203263"/>
                  <a:pt x="1082955" y="1205184"/>
                </a:cubicBezTo>
                <a:cubicBezTo>
                  <a:pt x="1075177" y="1208065"/>
                  <a:pt x="1067208" y="1210849"/>
                  <a:pt x="1059143" y="1212673"/>
                </a:cubicBezTo>
                <a:cubicBezTo>
                  <a:pt x="1051173" y="1214401"/>
                  <a:pt x="1042628" y="1216801"/>
                  <a:pt x="1034947" y="1215458"/>
                </a:cubicBezTo>
                <a:cubicBezTo>
                  <a:pt x="1021121" y="1213057"/>
                  <a:pt x="1007966" y="1207681"/>
                  <a:pt x="994332" y="1204127"/>
                </a:cubicBezTo>
                <a:cubicBezTo>
                  <a:pt x="989628" y="1202879"/>
                  <a:pt x="984442" y="1203072"/>
                  <a:pt x="979546" y="1202975"/>
                </a:cubicBezTo>
                <a:cubicBezTo>
                  <a:pt x="968312" y="1202688"/>
                  <a:pt x="956790" y="1205472"/>
                  <a:pt x="946613" y="1197503"/>
                </a:cubicBezTo>
                <a:cubicBezTo>
                  <a:pt x="937204" y="1190014"/>
                  <a:pt x="927697" y="1192221"/>
                  <a:pt x="917808" y="1197887"/>
                </a:cubicBezTo>
                <a:cubicBezTo>
                  <a:pt x="910703" y="1201920"/>
                  <a:pt x="902639" y="1205088"/>
                  <a:pt x="894669" y="1206624"/>
                </a:cubicBezTo>
                <a:cubicBezTo>
                  <a:pt x="883723" y="1208736"/>
                  <a:pt x="872873" y="1209601"/>
                  <a:pt x="861063" y="1208352"/>
                </a:cubicBezTo>
                <a:cubicBezTo>
                  <a:pt x="852710" y="1207488"/>
                  <a:pt x="845892" y="1207104"/>
                  <a:pt x="839363" y="1202015"/>
                </a:cubicBezTo>
                <a:cubicBezTo>
                  <a:pt x="838308" y="1201247"/>
                  <a:pt x="836388" y="1201055"/>
                  <a:pt x="834947" y="1201152"/>
                </a:cubicBezTo>
                <a:cubicBezTo>
                  <a:pt x="816032" y="1202784"/>
                  <a:pt x="797309" y="1201920"/>
                  <a:pt x="778202" y="1200767"/>
                </a:cubicBezTo>
                <a:cubicBezTo>
                  <a:pt x="753911" y="1199231"/>
                  <a:pt x="728370" y="1203743"/>
                  <a:pt x="707343" y="1219874"/>
                </a:cubicBezTo>
                <a:cubicBezTo>
                  <a:pt x="704271" y="1222275"/>
                  <a:pt x="699662" y="1223330"/>
                  <a:pt x="695629" y="1223907"/>
                </a:cubicBezTo>
                <a:cubicBezTo>
                  <a:pt x="676618" y="1226403"/>
                  <a:pt x="657511" y="1228132"/>
                  <a:pt x="638500" y="1230916"/>
                </a:cubicBezTo>
                <a:cubicBezTo>
                  <a:pt x="628130" y="1232452"/>
                  <a:pt x="617280" y="1233797"/>
                  <a:pt x="607872" y="1238021"/>
                </a:cubicBezTo>
                <a:cubicBezTo>
                  <a:pt x="598655" y="1242149"/>
                  <a:pt x="591260" y="1247046"/>
                  <a:pt x="585788" y="1238405"/>
                </a:cubicBezTo>
                <a:cubicBezTo>
                  <a:pt x="575995" y="1243014"/>
                  <a:pt x="567448" y="1246855"/>
                  <a:pt x="559097" y="1250983"/>
                </a:cubicBezTo>
                <a:cubicBezTo>
                  <a:pt x="556023" y="1252519"/>
                  <a:pt x="553431" y="1255016"/>
                  <a:pt x="550358" y="1256456"/>
                </a:cubicBezTo>
                <a:cubicBezTo>
                  <a:pt x="547093" y="1257993"/>
                  <a:pt x="543445" y="1258952"/>
                  <a:pt x="539893" y="1259720"/>
                </a:cubicBezTo>
                <a:cubicBezTo>
                  <a:pt x="524050" y="1263177"/>
                  <a:pt x="508207" y="1266345"/>
                  <a:pt x="492462" y="1270090"/>
                </a:cubicBezTo>
                <a:cubicBezTo>
                  <a:pt x="489388" y="1270858"/>
                  <a:pt x="486796" y="1273931"/>
                  <a:pt x="484011" y="1275947"/>
                </a:cubicBezTo>
                <a:cubicBezTo>
                  <a:pt x="482187" y="1277291"/>
                  <a:pt x="480363" y="1279307"/>
                  <a:pt x="478346" y="1279596"/>
                </a:cubicBezTo>
                <a:cubicBezTo>
                  <a:pt x="462984" y="1281900"/>
                  <a:pt x="447718" y="1284589"/>
                  <a:pt x="432260" y="1285741"/>
                </a:cubicBezTo>
                <a:cubicBezTo>
                  <a:pt x="419298" y="1286700"/>
                  <a:pt x="406815" y="1286413"/>
                  <a:pt x="403455" y="1303119"/>
                </a:cubicBezTo>
                <a:cubicBezTo>
                  <a:pt x="402879" y="1306000"/>
                  <a:pt x="398750" y="1309073"/>
                  <a:pt x="395583" y="1310512"/>
                </a:cubicBezTo>
                <a:cubicBezTo>
                  <a:pt x="386557" y="1314641"/>
                  <a:pt x="376954" y="1317425"/>
                  <a:pt x="368025" y="1321650"/>
                </a:cubicBezTo>
                <a:cubicBezTo>
                  <a:pt x="338741" y="1335764"/>
                  <a:pt x="308113" y="1344694"/>
                  <a:pt x="275371" y="1343062"/>
                </a:cubicBezTo>
                <a:cubicBezTo>
                  <a:pt x="265194" y="1342582"/>
                  <a:pt x="255304" y="1337396"/>
                  <a:pt x="248871" y="1335476"/>
                </a:cubicBezTo>
                <a:cubicBezTo>
                  <a:pt x="230341" y="1343062"/>
                  <a:pt x="214786" y="1350359"/>
                  <a:pt x="198559" y="1355831"/>
                </a:cubicBezTo>
                <a:cubicBezTo>
                  <a:pt x="184253" y="1360728"/>
                  <a:pt x="169274" y="1363801"/>
                  <a:pt x="154583" y="1367353"/>
                </a:cubicBezTo>
                <a:cubicBezTo>
                  <a:pt x="149206" y="1368698"/>
                  <a:pt x="143734" y="1369466"/>
                  <a:pt x="138261" y="1370138"/>
                </a:cubicBezTo>
                <a:cubicBezTo>
                  <a:pt x="121171" y="1372250"/>
                  <a:pt x="103312" y="1367162"/>
                  <a:pt x="86606" y="1375227"/>
                </a:cubicBezTo>
                <a:cubicBezTo>
                  <a:pt x="77868" y="1379452"/>
                  <a:pt x="69226" y="1384540"/>
                  <a:pt x="60009" y="1386749"/>
                </a:cubicBezTo>
                <a:cubicBezTo>
                  <a:pt x="50120" y="1389149"/>
                  <a:pt x="40446" y="1392894"/>
                  <a:pt x="30568" y="1395570"/>
                </a:cubicBezTo>
                <a:lnTo>
                  <a:pt x="0" y="1397975"/>
                </a:lnTo>
                <a:lnTo>
                  <a:pt x="0" y="1041395"/>
                </a:lnTo>
                <a:lnTo>
                  <a:pt x="17282" y="1043014"/>
                </a:lnTo>
                <a:cubicBezTo>
                  <a:pt x="26692" y="1044358"/>
                  <a:pt x="35813" y="1048967"/>
                  <a:pt x="45030" y="1049159"/>
                </a:cubicBezTo>
                <a:cubicBezTo>
                  <a:pt x="59529" y="1049448"/>
                  <a:pt x="72395" y="1051271"/>
                  <a:pt x="85356" y="1059145"/>
                </a:cubicBezTo>
                <a:cubicBezTo>
                  <a:pt x="104944" y="1070955"/>
                  <a:pt x="121074" y="1065962"/>
                  <a:pt x="133077" y="1047815"/>
                </a:cubicBezTo>
                <a:cubicBezTo>
                  <a:pt x="134325" y="1045991"/>
                  <a:pt x="135957" y="1043590"/>
                  <a:pt x="137877" y="1043110"/>
                </a:cubicBezTo>
                <a:cubicBezTo>
                  <a:pt x="154872" y="1038885"/>
                  <a:pt x="172347" y="1030820"/>
                  <a:pt x="189053" y="1031877"/>
                </a:cubicBezTo>
                <a:cubicBezTo>
                  <a:pt x="218530" y="1033797"/>
                  <a:pt x="246278" y="1031493"/>
                  <a:pt x="273066" y="1019010"/>
                </a:cubicBezTo>
                <a:cubicBezTo>
                  <a:pt x="274698" y="1018242"/>
                  <a:pt x="277195" y="1017474"/>
                  <a:pt x="278539" y="1018146"/>
                </a:cubicBezTo>
                <a:cubicBezTo>
                  <a:pt x="294670" y="1026500"/>
                  <a:pt x="312336" y="1033125"/>
                  <a:pt x="326355" y="1044358"/>
                </a:cubicBezTo>
                <a:cubicBezTo>
                  <a:pt x="339701" y="1055016"/>
                  <a:pt x="355832" y="1055112"/>
                  <a:pt x="364761" y="1040710"/>
                </a:cubicBezTo>
                <a:cubicBezTo>
                  <a:pt x="369177" y="1033604"/>
                  <a:pt x="375322" y="1025348"/>
                  <a:pt x="382619" y="1022562"/>
                </a:cubicBezTo>
                <a:cubicBezTo>
                  <a:pt x="399134" y="1016226"/>
                  <a:pt x="416802" y="1012961"/>
                  <a:pt x="433988" y="1008256"/>
                </a:cubicBezTo>
                <a:cubicBezTo>
                  <a:pt x="455208" y="1002495"/>
                  <a:pt x="476139" y="1002495"/>
                  <a:pt x="497262" y="1009697"/>
                </a:cubicBezTo>
                <a:cubicBezTo>
                  <a:pt x="512145" y="1014785"/>
                  <a:pt x="527315" y="1014785"/>
                  <a:pt x="542101" y="1007872"/>
                </a:cubicBezTo>
                <a:cubicBezTo>
                  <a:pt x="550070" y="1004128"/>
                  <a:pt x="558232" y="1000288"/>
                  <a:pt x="566681" y="998175"/>
                </a:cubicBezTo>
                <a:cubicBezTo>
                  <a:pt x="572154" y="996830"/>
                  <a:pt x="578490" y="998079"/>
                  <a:pt x="584251" y="999136"/>
                </a:cubicBezTo>
                <a:cubicBezTo>
                  <a:pt x="595389" y="1001248"/>
                  <a:pt x="606911" y="1007681"/>
                  <a:pt x="617280" y="1006049"/>
                </a:cubicBezTo>
                <a:cubicBezTo>
                  <a:pt x="653095" y="1000288"/>
                  <a:pt x="686892" y="1013826"/>
                  <a:pt x="721842" y="1014210"/>
                </a:cubicBezTo>
                <a:cubicBezTo>
                  <a:pt x="737684" y="1014401"/>
                  <a:pt x="753335" y="1017474"/>
                  <a:pt x="764472" y="1001440"/>
                </a:cubicBezTo>
                <a:cubicBezTo>
                  <a:pt x="765912" y="999327"/>
                  <a:pt x="772922" y="1000479"/>
                  <a:pt x="777242" y="1001152"/>
                </a:cubicBezTo>
                <a:cubicBezTo>
                  <a:pt x="786844" y="1002592"/>
                  <a:pt x="796350" y="1006240"/>
                  <a:pt x="805854" y="1006145"/>
                </a:cubicBezTo>
                <a:cubicBezTo>
                  <a:pt x="825538" y="1006049"/>
                  <a:pt x="845317" y="1004513"/>
                  <a:pt x="864904" y="1002784"/>
                </a:cubicBezTo>
                <a:cubicBezTo>
                  <a:pt x="872297" y="1002111"/>
                  <a:pt x="879402" y="999520"/>
                  <a:pt x="886700" y="997695"/>
                </a:cubicBezTo>
                <a:cubicBezTo>
                  <a:pt x="890732" y="996639"/>
                  <a:pt x="895053" y="993855"/>
                  <a:pt x="898797" y="994430"/>
                </a:cubicBezTo>
                <a:cubicBezTo>
                  <a:pt x="920497" y="997791"/>
                  <a:pt x="940372" y="989534"/>
                  <a:pt x="960919" y="985405"/>
                </a:cubicBezTo>
                <a:cubicBezTo>
                  <a:pt x="970425" y="983485"/>
                  <a:pt x="979354" y="978876"/>
                  <a:pt x="988571" y="975708"/>
                </a:cubicBezTo>
                <a:cubicBezTo>
                  <a:pt x="990972" y="974843"/>
                  <a:pt x="993660" y="974075"/>
                  <a:pt x="996061" y="974268"/>
                </a:cubicBezTo>
                <a:cubicBezTo>
                  <a:pt x="1009791" y="975420"/>
                  <a:pt x="1023425" y="977052"/>
                  <a:pt x="1037059" y="978300"/>
                </a:cubicBezTo>
                <a:cubicBezTo>
                  <a:pt x="1049445" y="979452"/>
                  <a:pt x="1061927" y="979836"/>
                  <a:pt x="1067784" y="993950"/>
                </a:cubicBezTo>
                <a:cubicBezTo>
                  <a:pt x="1068649" y="996159"/>
                  <a:pt x="1071528" y="997791"/>
                  <a:pt x="1073737" y="999231"/>
                </a:cubicBezTo>
                <a:cubicBezTo>
                  <a:pt x="1107823" y="1021411"/>
                  <a:pt x="1126065" y="1020835"/>
                  <a:pt x="1159383" y="997407"/>
                </a:cubicBezTo>
                <a:cubicBezTo>
                  <a:pt x="1162839" y="995007"/>
                  <a:pt x="1170232" y="993278"/>
                  <a:pt x="1172536" y="995198"/>
                </a:cubicBezTo>
                <a:cubicBezTo>
                  <a:pt x="1192124" y="1011137"/>
                  <a:pt x="1213535" y="1009409"/>
                  <a:pt x="1236099" y="1004416"/>
                </a:cubicBezTo>
                <a:cubicBezTo>
                  <a:pt x="1241956" y="1003072"/>
                  <a:pt x="1250213" y="1003072"/>
                  <a:pt x="1254630" y="1006240"/>
                </a:cubicBezTo>
                <a:cubicBezTo>
                  <a:pt x="1275657" y="1020930"/>
                  <a:pt x="1298221" y="1018819"/>
                  <a:pt x="1321072" y="1014498"/>
                </a:cubicBezTo>
                <a:cubicBezTo>
                  <a:pt x="1324624" y="1013826"/>
                  <a:pt x="1328946" y="1010177"/>
                  <a:pt x="1330481" y="1006817"/>
                </a:cubicBezTo>
                <a:cubicBezTo>
                  <a:pt x="1335955" y="994911"/>
                  <a:pt x="1346229" y="990878"/>
                  <a:pt x="1357558" y="987517"/>
                </a:cubicBezTo>
                <a:cubicBezTo>
                  <a:pt x="1375417" y="982044"/>
                  <a:pt x="1392987" y="975611"/>
                  <a:pt x="1410942" y="970427"/>
                </a:cubicBezTo>
                <a:cubicBezTo>
                  <a:pt x="1415360" y="969179"/>
                  <a:pt x="1420832" y="969947"/>
                  <a:pt x="1425441" y="971387"/>
                </a:cubicBezTo>
                <a:cubicBezTo>
                  <a:pt x="1441187" y="976284"/>
                  <a:pt x="1451173" y="988574"/>
                  <a:pt x="1462118" y="999904"/>
                </a:cubicBezTo>
                <a:cubicBezTo>
                  <a:pt x="1466919" y="1004897"/>
                  <a:pt x="1473544" y="1008449"/>
                  <a:pt x="1479978" y="1011329"/>
                </a:cubicBezTo>
                <a:cubicBezTo>
                  <a:pt x="1496684" y="1018723"/>
                  <a:pt x="1513775" y="1025348"/>
                  <a:pt x="1530674" y="1032356"/>
                </a:cubicBezTo>
                <a:cubicBezTo>
                  <a:pt x="1532306" y="1033029"/>
                  <a:pt x="1533649" y="1034757"/>
                  <a:pt x="1534898" y="1036197"/>
                </a:cubicBezTo>
                <a:cubicBezTo>
                  <a:pt x="1547380" y="1051368"/>
                  <a:pt x="1559765" y="1066634"/>
                  <a:pt x="1572344" y="1081804"/>
                </a:cubicBezTo>
                <a:cubicBezTo>
                  <a:pt x="1574744" y="1084684"/>
                  <a:pt x="1578201" y="1086797"/>
                  <a:pt x="1580793" y="1089581"/>
                </a:cubicBezTo>
                <a:cubicBezTo>
                  <a:pt x="1584442" y="1093422"/>
                  <a:pt x="1589051" y="1097071"/>
                  <a:pt x="1590971" y="1101680"/>
                </a:cubicBezTo>
                <a:cubicBezTo>
                  <a:pt x="1596923" y="1116177"/>
                  <a:pt x="1608350" y="1122419"/>
                  <a:pt x="1622751" y="1125108"/>
                </a:cubicBezTo>
                <a:cubicBezTo>
                  <a:pt x="1635906" y="1127603"/>
                  <a:pt x="1649060" y="1129716"/>
                  <a:pt x="1662118" y="1132596"/>
                </a:cubicBezTo>
                <a:cubicBezTo>
                  <a:pt x="1678056" y="1136053"/>
                  <a:pt x="1693899" y="1139798"/>
                  <a:pt x="1709646" y="1144022"/>
                </a:cubicBezTo>
                <a:cubicBezTo>
                  <a:pt x="1716462" y="1145847"/>
                  <a:pt x="1723664" y="1147959"/>
                  <a:pt x="1729521" y="1151704"/>
                </a:cubicBezTo>
                <a:cubicBezTo>
                  <a:pt x="1745939" y="1162073"/>
                  <a:pt x="1763510" y="1169082"/>
                  <a:pt x="1782809" y="1166298"/>
                </a:cubicBezTo>
                <a:cubicBezTo>
                  <a:pt x="1798267" y="1164089"/>
                  <a:pt x="1811229" y="1169754"/>
                  <a:pt x="1820831" y="1178588"/>
                </a:cubicBezTo>
                <a:cubicBezTo>
                  <a:pt x="1838306" y="1194623"/>
                  <a:pt x="1857028" y="1190973"/>
                  <a:pt x="1875656" y="1185789"/>
                </a:cubicBezTo>
                <a:cubicBezTo>
                  <a:pt x="1885257" y="1183101"/>
                  <a:pt x="1893130" y="1183485"/>
                  <a:pt x="1902252" y="1186076"/>
                </a:cubicBezTo>
                <a:cubicBezTo>
                  <a:pt x="1923375" y="1192126"/>
                  <a:pt x="1937490" y="1208544"/>
                  <a:pt x="1951123" y="1222946"/>
                </a:cubicBezTo>
                <a:cubicBezTo>
                  <a:pt x="1962742" y="1235236"/>
                  <a:pt x="1975800" y="1242149"/>
                  <a:pt x="1990106" y="1247335"/>
                </a:cubicBezTo>
                <a:cubicBezTo>
                  <a:pt x="2008157" y="1253959"/>
                  <a:pt x="2022463" y="1251464"/>
                  <a:pt x="2031105" y="1235525"/>
                </a:cubicBezTo>
                <a:cubicBezTo>
                  <a:pt x="2033505" y="1231012"/>
                  <a:pt x="2037729" y="1225730"/>
                  <a:pt x="2042242" y="1224387"/>
                </a:cubicBezTo>
                <a:cubicBezTo>
                  <a:pt x="2064037" y="1217666"/>
                  <a:pt x="2086121" y="1207872"/>
                  <a:pt x="2109453" y="1213826"/>
                </a:cubicBezTo>
                <a:cubicBezTo>
                  <a:pt x="2141714" y="1221987"/>
                  <a:pt x="2173207" y="1221507"/>
                  <a:pt x="2205468" y="1213442"/>
                </a:cubicBezTo>
                <a:cubicBezTo>
                  <a:pt x="2257796" y="1200383"/>
                  <a:pt x="2310124" y="1186557"/>
                  <a:pt x="2365142" y="1189437"/>
                </a:cubicBezTo>
                <a:cubicBezTo>
                  <a:pt x="2374262" y="1189917"/>
                  <a:pt x="2385112" y="1184060"/>
                  <a:pt x="2392985" y="1178299"/>
                </a:cubicBezTo>
                <a:cubicBezTo>
                  <a:pt x="2408060" y="1167354"/>
                  <a:pt x="2407387" y="1166489"/>
                  <a:pt x="2424286" y="1175515"/>
                </a:cubicBezTo>
                <a:cubicBezTo>
                  <a:pt x="2428319" y="1177724"/>
                  <a:pt x="2433312" y="1179068"/>
                  <a:pt x="2436289" y="1182333"/>
                </a:cubicBezTo>
                <a:cubicBezTo>
                  <a:pt x="2451458" y="1198943"/>
                  <a:pt x="2470182" y="1194910"/>
                  <a:pt x="2488808" y="1192510"/>
                </a:cubicBezTo>
                <a:cubicBezTo>
                  <a:pt x="2492073" y="1192030"/>
                  <a:pt x="2496009" y="1191358"/>
                  <a:pt x="2498795" y="1192702"/>
                </a:cubicBezTo>
                <a:cubicBezTo>
                  <a:pt x="2511372" y="1198750"/>
                  <a:pt x="2522030" y="1196639"/>
                  <a:pt x="2532976" y="1188381"/>
                </a:cubicBezTo>
                <a:cubicBezTo>
                  <a:pt x="2542481" y="1181276"/>
                  <a:pt x="2553427" y="1177052"/>
                  <a:pt x="2564661" y="1185885"/>
                </a:cubicBezTo>
                <a:cubicBezTo>
                  <a:pt x="2589625" y="1205472"/>
                  <a:pt x="2616316" y="1206432"/>
                  <a:pt x="2644545" y="1194046"/>
                </a:cubicBezTo>
                <a:cubicBezTo>
                  <a:pt x="2664708" y="1185213"/>
                  <a:pt x="2684583" y="1183196"/>
                  <a:pt x="2705803" y="1192126"/>
                </a:cubicBezTo>
                <a:cubicBezTo>
                  <a:pt x="2713964" y="1195582"/>
                  <a:pt x="2724526" y="1193278"/>
                  <a:pt x="2734031" y="1194046"/>
                </a:cubicBezTo>
                <a:cubicBezTo>
                  <a:pt x="2739408" y="1194430"/>
                  <a:pt x="2745362" y="1194526"/>
                  <a:pt x="2749969" y="1196927"/>
                </a:cubicBezTo>
                <a:cubicBezTo>
                  <a:pt x="2762260" y="1203072"/>
                  <a:pt x="2773685" y="1210945"/>
                  <a:pt x="2786071" y="1216994"/>
                </a:cubicBezTo>
                <a:cubicBezTo>
                  <a:pt x="2792024" y="1219874"/>
                  <a:pt x="2799129" y="1221410"/>
                  <a:pt x="2805851" y="1221507"/>
                </a:cubicBezTo>
                <a:cubicBezTo>
                  <a:pt x="2825726" y="1221987"/>
                  <a:pt x="2845601" y="1221987"/>
                  <a:pt x="2865380" y="1221123"/>
                </a:cubicBezTo>
                <a:cubicBezTo>
                  <a:pt x="2898025" y="1219778"/>
                  <a:pt x="2931150" y="1219490"/>
                  <a:pt x="2954674" y="1190878"/>
                </a:cubicBezTo>
                <a:cubicBezTo>
                  <a:pt x="2956595" y="1188573"/>
                  <a:pt x="2960723" y="1187229"/>
                  <a:pt x="2963988" y="1186845"/>
                </a:cubicBezTo>
                <a:cubicBezTo>
                  <a:pt x="2979062" y="1185021"/>
                  <a:pt x="2994520" y="1184828"/>
                  <a:pt x="3009403" y="1181852"/>
                </a:cubicBezTo>
                <a:cubicBezTo>
                  <a:pt x="3021309" y="1179452"/>
                  <a:pt x="3031199" y="1180220"/>
                  <a:pt x="3040223" y="1188669"/>
                </a:cubicBezTo>
                <a:cubicBezTo>
                  <a:pt x="3052034" y="1199807"/>
                  <a:pt x="3066436" y="1206336"/>
                  <a:pt x="3082183" y="1202784"/>
                </a:cubicBezTo>
                <a:cubicBezTo>
                  <a:pt x="3097928" y="1199327"/>
                  <a:pt x="3108298" y="1206816"/>
                  <a:pt x="3119916" y="1214594"/>
                </a:cubicBezTo>
                <a:cubicBezTo>
                  <a:pt x="3128366" y="1220258"/>
                  <a:pt x="3137967" y="1227363"/>
                  <a:pt x="3147376" y="1227939"/>
                </a:cubicBezTo>
                <a:cubicBezTo>
                  <a:pt x="3168692" y="1229187"/>
                  <a:pt x="3187031" y="1248967"/>
                  <a:pt x="3210171" y="1237733"/>
                </a:cubicBezTo>
                <a:cubicBezTo>
                  <a:pt x="3211707" y="1236965"/>
                  <a:pt x="3214491" y="1238885"/>
                  <a:pt x="3216700" y="1239365"/>
                </a:cubicBezTo>
                <a:cubicBezTo>
                  <a:pt x="3234366" y="1243014"/>
                  <a:pt x="3250977" y="1239461"/>
                  <a:pt x="3263939" y="1227459"/>
                </a:cubicBezTo>
                <a:cubicBezTo>
                  <a:pt x="3280934" y="1211809"/>
                  <a:pt x="3299752" y="1210272"/>
                  <a:pt x="3320683" y="1215362"/>
                </a:cubicBezTo>
                <a:cubicBezTo>
                  <a:pt x="3327405" y="1216994"/>
                  <a:pt x="3334126" y="1218146"/>
                  <a:pt x="3340943" y="1219490"/>
                </a:cubicBezTo>
                <a:cubicBezTo>
                  <a:pt x="3350160" y="1221410"/>
                  <a:pt x="3359474" y="1223427"/>
                  <a:pt x="3368691" y="1225347"/>
                </a:cubicBezTo>
                <a:cubicBezTo>
                  <a:pt x="3377621" y="1227268"/>
                  <a:pt x="3387511" y="1230532"/>
                  <a:pt x="3394423" y="1222275"/>
                </a:cubicBezTo>
                <a:cubicBezTo>
                  <a:pt x="3400376" y="1215169"/>
                  <a:pt x="3404601" y="1215842"/>
                  <a:pt x="3410074" y="1221987"/>
                </a:cubicBezTo>
                <a:cubicBezTo>
                  <a:pt x="3429085" y="1243494"/>
                  <a:pt x="3452129" y="1256936"/>
                  <a:pt x="3481509" y="1257896"/>
                </a:cubicBezTo>
                <a:cubicBezTo>
                  <a:pt x="3487558" y="1258088"/>
                  <a:pt x="3493703" y="1259432"/>
                  <a:pt x="3499656" y="1260873"/>
                </a:cubicBezTo>
                <a:cubicBezTo>
                  <a:pt x="3503305" y="1261736"/>
                  <a:pt x="3507722" y="1262697"/>
                  <a:pt x="3509930" y="1265290"/>
                </a:cubicBezTo>
                <a:cubicBezTo>
                  <a:pt x="3527116" y="1285068"/>
                  <a:pt x="3548528" y="1298799"/>
                  <a:pt x="3571860" y="1309841"/>
                </a:cubicBezTo>
                <a:cubicBezTo>
                  <a:pt x="3580213" y="1313777"/>
                  <a:pt x="3589143" y="1317713"/>
                  <a:pt x="3598168" y="1318866"/>
                </a:cubicBezTo>
                <a:cubicBezTo>
                  <a:pt x="3607577" y="1320018"/>
                  <a:pt x="3617466" y="1318098"/>
                  <a:pt x="3627068" y="1317041"/>
                </a:cubicBezTo>
                <a:cubicBezTo>
                  <a:pt x="3632733" y="1316466"/>
                  <a:pt x="3639262" y="1316561"/>
                  <a:pt x="3643775" y="1313777"/>
                </a:cubicBezTo>
                <a:cubicBezTo>
                  <a:pt x="3658081" y="1305039"/>
                  <a:pt x="3671907" y="1295631"/>
                  <a:pt x="3685254" y="1285452"/>
                </a:cubicBezTo>
                <a:cubicBezTo>
                  <a:pt x="3696680" y="1276715"/>
                  <a:pt x="3698984" y="1275467"/>
                  <a:pt x="3708873" y="1286413"/>
                </a:cubicBezTo>
                <a:cubicBezTo>
                  <a:pt x="3719051" y="1297647"/>
                  <a:pt x="3731725" y="1303503"/>
                  <a:pt x="3745743" y="1305903"/>
                </a:cubicBezTo>
                <a:cubicBezTo>
                  <a:pt x="3767922" y="1309648"/>
                  <a:pt x="3790294" y="1312816"/>
                  <a:pt x="3812665" y="1314641"/>
                </a:cubicBezTo>
                <a:cubicBezTo>
                  <a:pt x="3832924" y="1316273"/>
                  <a:pt x="3842622" y="1307440"/>
                  <a:pt x="3846655" y="1287373"/>
                </a:cubicBezTo>
                <a:cubicBezTo>
                  <a:pt x="3848959" y="1276235"/>
                  <a:pt x="3851936" y="1264137"/>
                  <a:pt x="3864225" y="1261161"/>
                </a:cubicBezTo>
                <a:cubicBezTo>
                  <a:pt x="3884293" y="1256360"/>
                  <a:pt x="3905128" y="1254248"/>
                  <a:pt x="3915018" y="1230724"/>
                </a:cubicBezTo>
                <a:cubicBezTo>
                  <a:pt x="3920490" y="1235909"/>
                  <a:pt x="3923851" y="1238981"/>
                  <a:pt x="3927116" y="1242054"/>
                </a:cubicBezTo>
                <a:cubicBezTo>
                  <a:pt x="3936141" y="1250599"/>
                  <a:pt x="3954863" y="1254248"/>
                  <a:pt x="3964370" y="1246855"/>
                </a:cubicBezTo>
                <a:cubicBezTo>
                  <a:pt x="3978388" y="1236101"/>
                  <a:pt x="3991254" y="1238117"/>
                  <a:pt x="4004696" y="1246471"/>
                </a:cubicBezTo>
                <a:cubicBezTo>
                  <a:pt x="4027164" y="1260297"/>
                  <a:pt x="4052223" y="1257128"/>
                  <a:pt x="4074978" y="1251559"/>
                </a:cubicBezTo>
                <a:cubicBezTo>
                  <a:pt x="4092166" y="1247430"/>
                  <a:pt x="4110505" y="1239845"/>
                  <a:pt x="4121738" y="1222466"/>
                </a:cubicBezTo>
                <a:cubicBezTo>
                  <a:pt x="4125290" y="1216898"/>
                  <a:pt x="4133260" y="1214113"/>
                  <a:pt x="4139598" y="1210465"/>
                </a:cubicBezTo>
                <a:cubicBezTo>
                  <a:pt x="4144878" y="1207488"/>
                  <a:pt x="4150447" y="1204704"/>
                  <a:pt x="4156304" y="1202784"/>
                </a:cubicBezTo>
                <a:cubicBezTo>
                  <a:pt x="4162544" y="1200671"/>
                  <a:pt x="4169458" y="1197598"/>
                  <a:pt x="4175604" y="1198463"/>
                </a:cubicBezTo>
                <a:cubicBezTo>
                  <a:pt x="4194230" y="1200959"/>
                  <a:pt x="4209016" y="1196062"/>
                  <a:pt x="4222170" y="1182140"/>
                </a:cubicBezTo>
                <a:cubicBezTo>
                  <a:pt x="4228988" y="1174939"/>
                  <a:pt x="4239069" y="1166202"/>
                  <a:pt x="4247710" y="1166105"/>
                </a:cubicBezTo>
                <a:cubicBezTo>
                  <a:pt x="4268738" y="1165818"/>
                  <a:pt x="4286212" y="1158905"/>
                  <a:pt x="4305128" y="1150647"/>
                </a:cubicBezTo>
                <a:cubicBezTo>
                  <a:pt x="4317321" y="1145366"/>
                  <a:pt x="4331147" y="1141718"/>
                  <a:pt x="4344206" y="1136821"/>
                </a:cubicBezTo>
                <a:cubicBezTo>
                  <a:pt x="4359472" y="1131060"/>
                  <a:pt x="4376083" y="1128948"/>
                  <a:pt x="4385396" y="1113009"/>
                </a:cubicBezTo>
                <a:cubicBezTo>
                  <a:pt x="4386452" y="1111281"/>
                  <a:pt x="4389621" y="1110993"/>
                  <a:pt x="4391157" y="1109361"/>
                </a:cubicBezTo>
                <a:cubicBezTo>
                  <a:pt x="4396054" y="1104368"/>
                  <a:pt x="4402391" y="1099760"/>
                  <a:pt x="4404984" y="1093710"/>
                </a:cubicBezTo>
                <a:cubicBezTo>
                  <a:pt x="4412472" y="1076044"/>
                  <a:pt x="4418329" y="1057800"/>
                  <a:pt x="4425050" y="1039846"/>
                </a:cubicBezTo>
                <a:cubicBezTo>
                  <a:pt x="4426491" y="1036005"/>
                  <a:pt x="4427834" y="1031108"/>
                  <a:pt x="4430812" y="1028900"/>
                </a:cubicBezTo>
                <a:cubicBezTo>
                  <a:pt x="4447998" y="1016226"/>
                  <a:pt x="4465474" y="1004032"/>
                  <a:pt x="4483140" y="992030"/>
                </a:cubicBezTo>
                <a:cubicBezTo>
                  <a:pt x="4490245" y="987229"/>
                  <a:pt x="4496198" y="989918"/>
                  <a:pt x="4502535" y="995487"/>
                </a:cubicBezTo>
                <a:cubicBezTo>
                  <a:pt x="4508680" y="1000768"/>
                  <a:pt x="4516266" y="1006240"/>
                  <a:pt x="4523946" y="1007585"/>
                </a:cubicBezTo>
                <a:cubicBezTo>
                  <a:pt x="4539309" y="1010177"/>
                  <a:pt x="4555247" y="1010753"/>
                  <a:pt x="4570898" y="1010753"/>
                </a:cubicBezTo>
                <a:cubicBezTo>
                  <a:pt x="4576754" y="1010753"/>
                  <a:pt x="4582995" y="1007297"/>
                  <a:pt x="4588468" y="1004513"/>
                </a:cubicBezTo>
                <a:cubicBezTo>
                  <a:pt x="4598838" y="999231"/>
                  <a:pt x="4608439" y="992126"/>
                  <a:pt x="4619192" y="987710"/>
                </a:cubicBezTo>
                <a:cubicBezTo>
                  <a:pt x="4631675" y="982621"/>
                  <a:pt x="4639164" y="974459"/>
                  <a:pt x="4642908" y="961689"/>
                </a:cubicBezTo>
                <a:cubicBezTo>
                  <a:pt x="4648478" y="942679"/>
                  <a:pt x="4661728" y="929428"/>
                  <a:pt x="4677378" y="918674"/>
                </a:cubicBezTo>
                <a:cubicBezTo>
                  <a:pt x="4697254" y="904944"/>
                  <a:pt x="4720970" y="905616"/>
                  <a:pt x="4743532" y="902256"/>
                </a:cubicBezTo>
                <a:cubicBezTo>
                  <a:pt x="4752174" y="901008"/>
                  <a:pt x="4761104" y="899951"/>
                  <a:pt x="4768977" y="896783"/>
                </a:cubicBezTo>
                <a:cubicBezTo>
                  <a:pt x="4798837" y="884877"/>
                  <a:pt x="4828698" y="873548"/>
                  <a:pt x="4861536" y="873835"/>
                </a:cubicBezTo>
                <a:cubicBezTo>
                  <a:pt x="4864223" y="873835"/>
                  <a:pt x="4866912" y="873548"/>
                  <a:pt x="4869600" y="873067"/>
                </a:cubicBezTo>
                <a:cubicBezTo>
                  <a:pt x="4892932" y="869131"/>
                  <a:pt x="4917032" y="867594"/>
                  <a:pt x="4933738" y="846664"/>
                </a:cubicBezTo>
                <a:cubicBezTo>
                  <a:pt x="4936810" y="842823"/>
                  <a:pt x="4943820" y="841671"/>
                  <a:pt x="4949196" y="840134"/>
                </a:cubicBezTo>
                <a:cubicBezTo>
                  <a:pt x="4958510" y="837638"/>
                  <a:pt x="4964752" y="832549"/>
                  <a:pt x="4968112" y="823427"/>
                </a:cubicBezTo>
                <a:cubicBezTo>
                  <a:pt x="4973778" y="807681"/>
                  <a:pt x="4980498" y="792223"/>
                  <a:pt x="4985588" y="776284"/>
                </a:cubicBezTo>
                <a:cubicBezTo>
                  <a:pt x="4989140" y="765338"/>
                  <a:pt x="4995764" y="759289"/>
                  <a:pt x="5006038" y="754776"/>
                </a:cubicBezTo>
                <a:cubicBezTo>
                  <a:pt x="5011800" y="752280"/>
                  <a:pt x="5016792" y="746808"/>
                  <a:pt x="5020921" y="741718"/>
                </a:cubicBezTo>
                <a:cubicBezTo>
                  <a:pt x="5025914" y="735573"/>
                  <a:pt x="5028506" y="727412"/>
                  <a:pt x="5033978" y="721940"/>
                </a:cubicBezTo>
                <a:cubicBezTo>
                  <a:pt x="5047324" y="708305"/>
                  <a:pt x="5051454" y="693231"/>
                  <a:pt x="5047036" y="674604"/>
                </a:cubicBezTo>
                <a:cubicBezTo>
                  <a:pt x="5043100" y="658090"/>
                  <a:pt x="5053470" y="636006"/>
                  <a:pt x="5067104" y="632645"/>
                </a:cubicBezTo>
                <a:cubicBezTo>
                  <a:pt x="5082178" y="628900"/>
                  <a:pt x="5092548" y="619684"/>
                  <a:pt x="5103206" y="609410"/>
                </a:cubicBezTo>
                <a:cubicBezTo>
                  <a:pt x="5109158" y="603649"/>
                  <a:pt x="5117512" y="598656"/>
                  <a:pt x="5125577" y="597216"/>
                </a:cubicBezTo>
                <a:cubicBezTo>
                  <a:pt x="5156206" y="591647"/>
                  <a:pt x="5185106" y="598464"/>
                  <a:pt x="5214200" y="609506"/>
                </a:cubicBezTo>
                <a:cubicBezTo>
                  <a:pt x="5233210" y="616707"/>
                  <a:pt x="5254333" y="618627"/>
                  <a:pt x="5274688" y="621507"/>
                </a:cubicBezTo>
                <a:cubicBezTo>
                  <a:pt x="5281026" y="622371"/>
                  <a:pt x="5289091" y="620452"/>
                  <a:pt x="5294564" y="616899"/>
                </a:cubicBezTo>
                <a:cubicBezTo>
                  <a:pt x="5313767" y="604609"/>
                  <a:pt x="5332874" y="591935"/>
                  <a:pt x="5350732" y="577724"/>
                </a:cubicBezTo>
                <a:cubicBezTo>
                  <a:pt x="5367344" y="564379"/>
                  <a:pt x="5386066" y="558810"/>
                  <a:pt x="5406230" y="560250"/>
                </a:cubicBezTo>
                <a:cubicBezTo>
                  <a:pt x="5420920" y="561306"/>
                  <a:pt x="5434170" y="558905"/>
                  <a:pt x="5447996" y="555257"/>
                </a:cubicBezTo>
                <a:cubicBezTo>
                  <a:pt x="5459518" y="552185"/>
                  <a:pt x="5472192" y="550072"/>
                  <a:pt x="5483904" y="551417"/>
                </a:cubicBezTo>
                <a:cubicBezTo>
                  <a:pt x="5500324" y="553337"/>
                  <a:pt x="5513862" y="550553"/>
                  <a:pt x="5527016" y="540663"/>
                </a:cubicBezTo>
                <a:cubicBezTo>
                  <a:pt x="5534025" y="535382"/>
                  <a:pt x="5543051" y="532598"/>
                  <a:pt x="5551404" y="528949"/>
                </a:cubicBezTo>
                <a:cubicBezTo>
                  <a:pt x="5564270" y="523284"/>
                  <a:pt x="5577616" y="518483"/>
                  <a:pt x="5590194" y="512147"/>
                </a:cubicBezTo>
                <a:cubicBezTo>
                  <a:pt x="5603732" y="505425"/>
                  <a:pt x="5616118" y="496112"/>
                  <a:pt x="5629944" y="490351"/>
                </a:cubicBezTo>
                <a:cubicBezTo>
                  <a:pt x="5644827" y="484110"/>
                  <a:pt x="5654428" y="474605"/>
                  <a:pt x="5660477" y="459818"/>
                </a:cubicBezTo>
                <a:cubicBezTo>
                  <a:pt x="5664318" y="450504"/>
                  <a:pt x="5669598" y="440615"/>
                  <a:pt x="5676896" y="434086"/>
                </a:cubicBezTo>
                <a:cubicBezTo>
                  <a:pt x="5691971" y="420740"/>
                  <a:pt x="5709636" y="410370"/>
                  <a:pt x="5725000" y="397216"/>
                </a:cubicBezTo>
                <a:cubicBezTo>
                  <a:pt x="5746603" y="378781"/>
                  <a:pt x="5766574" y="359194"/>
                  <a:pt x="5768494" y="327701"/>
                </a:cubicBezTo>
                <a:cubicBezTo>
                  <a:pt x="5769550" y="310322"/>
                  <a:pt x="5778768" y="302929"/>
                  <a:pt x="5795763" y="298801"/>
                </a:cubicBezTo>
                <a:cubicBezTo>
                  <a:pt x="5801427" y="297457"/>
                  <a:pt x="5809494" y="294864"/>
                  <a:pt x="5811221" y="290639"/>
                </a:cubicBezTo>
                <a:cubicBezTo>
                  <a:pt x="5816406" y="278061"/>
                  <a:pt x="5827159" y="275565"/>
                  <a:pt x="5837528" y="270573"/>
                </a:cubicBezTo>
                <a:cubicBezTo>
                  <a:pt x="5843770" y="267596"/>
                  <a:pt x="5851452" y="261739"/>
                  <a:pt x="5853084" y="255690"/>
                </a:cubicBezTo>
                <a:cubicBezTo>
                  <a:pt x="5859804" y="231206"/>
                  <a:pt x="5878239" y="216804"/>
                  <a:pt x="5895618" y="200961"/>
                </a:cubicBezTo>
                <a:cubicBezTo>
                  <a:pt x="5900707" y="196256"/>
                  <a:pt x="5906180" y="190879"/>
                  <a:pt x="5908676" y="184735"/>
                </a:cubicBezTo>
                <a:cubicBezTo>
                  <a:pt x="5913958" y="171484"/>
                  <a:pt x="5921830" y="161882"/>
                  <a:pt x="5935657" y="156891"/>
                </a:cubicBezTo>
                <a:cubicBezTo>
                  <a:pt x="5940073" y="155354"/>
                  <a:pt x="5944106" y="151801"/>
                  <a:pt x="5947467" y="148441"/>
                </a:cubicBezTo>
                <a:cubicBezTo>
                  <a:pt x="5954668" y="141144"/>
                  <a:pt x="5960716" y="132598"/>
                  <a:pt x="5968302" y="125782"/>
                </a:cubicBezTo>
                <a:cubicBezTo>
                  <a:pt x="5987600" y="108211"/>
                  <a:pt x="6006708" y="90928"/>
                  <a:pt x="6017942" y="66348"/>
                </a:cubicBezTo>
                <a:cubicBezTo>
                  <a:pt x="6023414" y="54346"/>
                  <a:pt x="6029656" y="41288"/>
                  <a:pt x="6039258" y="33030"/>
                </a:cubicBezTo>
                <a:cubicBezTo>
                  <a:pt x="6051452" y="22565"/>
                  <a:pt x="6067486" y="16612"/>
                  <a:pt x="6081792" y="8451"/>
                </a:cubicBezTo>
                <a:lnTo>
                  <a:pt x="6095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8A28C56-2619-47F0-B448-9D145309B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4058937"/>
            <a:ext cx="6095524" cy="1410656"/>
          </a:xfrm>
          <a:custGeom>
            <a:avLst/>
            <a:gdLst>
              <a:gd name="connsiteX0" fmla="*/ 6095524 w 6095524"/>
              <a:gd name="connsiteY0" fmla="*/ 0 h 1410656"/>
              <a:gd name="connsiteX1" fmla="*/ 6095524 w 6095524"/>
              <a:gd name="connsiteY1" fmla="*/ 221634 h 1410656"/>
              <a:gd name="connsiteX2" fmla="*/ 6061052 w 6095524"/>
              <a:gd name="connsiteY2" fmla="*/ 237063 h 1410656"/>
              <a:gd name="connsiteX3" fmla="*/ 6040890 w 6095524"/>
              <a:gd name="connsiteY3" fmla="*/ 245128 h 1410656"/>
              <a:gd name="connsiteX4" fmla="*/ 5957836 w 6095524"/>
              <a:gd name="connsiteY4" fmla="*/ 297073 h 1410656"/>
              <a:gd name="connsiteX5" fmla="*/ 5882656 w 6095524"/>
              <a:gd name="connsiteY5" fmla="*/ 361307 h 1410656"/>
              <a:gd name="connsiteX6" fmla="*/ 5827448 w 6095524"/>
              <a:gd name="connsiteY6" fmla="*/ 437542 h 1410656"/>
              <a:gd name="connsiteX7" fmla="*/ 5811989 w 6095524"/>
              <a:gd name="connsiteY7" fmla="*/ 455690 h 1410656"/>
              <a:gd name="connsiteX8" fmla="*/ 5769742 w 6095524"/>
              <a:gd name="connsiteY8" fmla="*/ 478445 h 1410656"/>
              <a:gd name="connsiteX9" fmla="*/ 5732393 w 6095524"/>
              <a:gd name="connsiteY9" fmla="*/ 495535 h 1410656"/>
              <a:gd name="connsiteX10" fmla="*/ 5705316 w 6095524"/>
              <a:gd name="connsiteY10" fmla="*/ 514451 h 1410656"/>
              <a:gd name="connsiteX11" fmla="*/ 5682465 w 6095524"/>
              <a:gd name="connsiteY11" fmla="*/ 531830 h 1410656"/>
              <a:gd name="connsiteX12" fmla="*/ 5630712 w 6095524"/>
              <a:gd name="connsiteY12" fmla="*/ 576765 h 1410656"/>
              <a:gd name="connsiteX13" fmla="*/ 5573392 w 6095524"/>
              <a:gd name="connsiteY13" fmla="*/ 614691 h 1410656"/>
              <a:gd name="connsiteX14" fmla="*/ 5527304 w 6095524"/>
              <a:gd name="connsiteY14" fmla="*/ 661162 h 1410656"/>
              <a:gd name="connsiteX15" fmla="*/ 5508293 w 6095524"/>
              <a:gd name="connsiteY15" fmla="*/ 686318 h 1410656"/>
              <a:gd name="connsiteX16" fmla="*/ 5468350 w 6095524"/>
              <a:gd name="connsiteY16" fmla="*/ 703505 h 1410656"/>
              <a:gd name="connsiteX17" fmla="*/ 5425048 w 6095524"/>
              <a:gd name="connsiteY17" fmla="*/ 730389 h 1410656"/>
              <a:gd name="connsiteX18" fmla="*/ 5394322 w 6095524"/>
              <a:gd name="connsiteY18" fmla="*/ 757081 h 1410656"/>
              <a:gd name="connsiteX19" fmla="*/ 5370608 w 6095524"/>
              <a:gd name="connsiteY19" fmla="*/ 774940 h 1410656"/>
              <a:gd name="connsiteX20" fmla="*/ 5337098 w 6095524"/>
              <a:gd name="connsiteY20" fmla="*/ 792895 h 1410656"/>
              <a:gd name="connsiteX21" fmla="*/ 5303493 w 6095524"/>
              <a:gd name="connsiteY21" fmla="*/ 816419 h 1410656"/>
              <a:gd name="connsiteX22" fmla="*/ 5287171 w 6095524"/>
              <a:gd name="connsiteY22" fmla="*/ 830917 h 1410656"/>
              <a:gd name="connsiteX23" fmla="*/ 5255581 w 6095524"/>
              <a:gd name="connsiteY23" fmla="*/ 855016 h 1410656"/>
              <a:gd name="connsiteX24" fmla="*/ 5223032 w 6095524"/>
              <a:gd name="connsiteY24" fmla="*/ 877484 h 1410656"/>
              <a:gd name="connsiteX25" fmla="*/ 5161870 w 6095524"/>
              <a:gd name="connsiteY25" fmla="*/ 903216 h 1410656"/>
              <a:gd name="connsiteX26" fmla="*/ 5106182 w 6095524"/>
              <a:gd name="connsiteY26" fmla="*/ 941046 h 1410656"/>
              <a:gd name="connsiteX27" fmla="*/ 5062014 w 6095524"/>
              <a:gd name="connsiteY27" fmla="*/ 968698 h 1410656"/>
              <a:gd name="connsiteX28" fmla="*/ 5036282 w 6095524"/>
              <a:gd name="connsiteY28" fmla="*/ 986846 h 1410656"/>
              <a:gd name="connsiteX29" fmla="*/ 4989043 w 6095524"/>
              <a:gd name="connsiteY29" fmla="*/ 1027364 h 1410656"/>
              <a:gd name="connsiteX30" fmla="*/ 4915783 w 6095524"/>
              <a:gd name="connsiteY30" fmla="*/ 1069994 h 1410656"/>
              <a:gd name="connsiteX31" fmla="*/ 4871520 w 6095524"/>
              <a:gd name="connsiteY31" fmla="*/ 1093038 h 1410656"/>
              <a:gd name="connsiteX32" fmla="*/ 4776274 w 6095524"/>
              <a:gd name="connsiteY32" fmla="*/ 1127796 h 1410656"/>
              <a:gd name="connsiteX33" fmla="*/ 4745548 w 6095524"/>
              <a:gd name="connsiteY33" fmla="*/ 1140182 h 1410656"/>
              <a:gd name="connsiteX34" fmla="*/ 4710408 w 6095524"/>
              <a:gd name="connsiteY34" fmla="*/ 1148343 h 1410656"/>
              <a:gd name="connsiteX35" fmla="*/ 4653950 w 6095524"/>
              <a:gd name="connsiteY35" fmla="*/ 1167642 h 1410656"/>
              <a:gd name="connsiteX36" fmla="*/ 4543725 w 6095524"/>
              <a:gd name="connsiteY36" fmla="*/ 1200863 h 1410656"/>
              <a:gd name="connsiteX37" fmla="*/ 4519530 w 6095524"/>
              <a:gd name="connsiteY37" fmla="*/ 1205952 h 1410656"/>
              <a:gd name="connsiteX38" fmla="*/ 4457887 w 6095524"/>
              <a:gd name="connsiteY38" fmla="*/ 1227363 h 1410656"/>
              <a:gd name="connsiteX39" fmla="*/ 4420922 w 6095524"/>
              <a:gd name="connsiteY39" fmla="*/ 1241765 h 1410656"/>
              <a:gd name="connsiteX40" fmla="*/ 4390292 w 6095524"/>
              <a:gd name="connsiteY40" fmla="*/ 1250023 h 1410656"/>
              <a:gd name="connsiteX41" fmla="*/ 4363216 w 6095524"/>
              <a:gd name="connsiteY41" fmla="*/ 1253864 h 1410656"/>
              <a:gd name="connsiteX42" fmla="*/ 4291973 w 6095524"/>
              <a:gd name="connsiteY42" fmla="*/ 1272874 h 1410656"/>
              <a:gd name="connsiteX43" fmla="*/ 4263552 w 6095524"/>
              <a:gd name="connsiteY43" fmla="*/ 1280364 h 1410656"/>
              <a:gd name="connsiteX44" fmla="*/ 4189813 w 6095524"/>
              <a:gd name="connsiteY44" fmla="*/ 1306096 h 1410656"/>
              <a:gd name="connsiteX45" fmla="*/ 4127306 w 6095524"/>
              <a:gd name="connsiteY45" fmla="*/ 1323090 h 1410656"/>
              <a:gd name="connsiteX46" fmla="*/ 4101192 w 6095524"/>
              <a:gd name="connsiteY46" fmla="*/ 1331251 h 1410656"/>
              <a:gd name="connsiteX47" fmla="*/ 4041470 w 6095524"/>
              <a:gd name="connsiteY47" fmla="*/ 1344886 h 1410656"/>
              <a:gd name="connsiteX48" fmla="*/ 4007672 w 6095524"/>
              <a:gd name="connsiteY48" fmla="*/ 1354488 h 1410656"/>
              <a:gd name="connsiteX49" fmla="*/ 3925195 w 6095524"/>
              <a:gd name="connsiteY49" fmla="*/ 1365337 h 1410656"/>
              <a:gd name="connsiteX50" fmla="*/ 3840029 w 6095524"/>
              <a:gd name="connsiteY50" fmla="*/ 1375802 h 1410656"/>
              <a:gd name="connsiteX51" fmla="*/ 3793270 w 6095524"/>
              <a:gd name="connsiteY51" fmla="*/ 1379259 h 1410656"/>
              <a:gd name="connsiteX52" fmla="*/ 3752464 w 6095524"/>
              <a:gd name="connsiteY52" fmla="*/ 1384733 h 1410656"/>
              <a:gd name="connsiteX53" fmla="*/ 3716938 w 6095524"/>
              <a:gd name="connsiteY53" fmla="*/ 1388189 h 1410656"/>
              <a:gd name="connsiteX54" fmla="*/ 3660386 w 6095524"/>
              <a:gd name="connsiteY54" fmla="*/ 1395198 h 1410656"/>
              <a:gd name="connsiteX55" fmla="*/ 3636862 w 6095524"/>
              <a:gd name="connsiteY55" fmla="*/ 1397023 h 1410656"/>
              <a:gd name="connsiteX56" fmla="*/ 3581365 w 6095524"/>
              <a:gd name="connsiteY56" fmla="*/ 1396926 h 1410656"/>
              <a:gd name="connsiteX57" fmla="*/ 3562066 w 6095524"/>
              <a:gd name="connsiteY57" fmla="*/ 1395966 h 1410656"/>
              <a:gd name="connsiteX58" fmla="*/ 3524908 w 6095524"/>
              <a:gd name="connsiteY58" fmla="*/ 1384060 h 1410656"/>
              <a:gd name="connsiteX59" fmla="*/ 3520492 w 6095524"/>
              <a:gd name="connsiteY59" fmla="*/ 1383196 h 1410656"/>
              <a:gd name="connsiteX60" fmla="*/ 3496103 w 6095524"/>
              <a:gd name="connsiteY60" fmla="*/ 1378491 h 1410656"/>
              <a:gd name="connsiteX61" fmla="*/ 3482757 w 6095524"/>
              <a:gd name="connsiteY61" fmla="*/ 1376955 h 1410656"/>
              <a:gd name="connsiteX62" fmla="*/ 3432061 w 6095524"/>
              <a:gd name="connsiteY62" fmla="*/ 1367162 h 1410656"/>
              <a:gd name="connsiteX63" fmla="*/ 3402873 w 6095524"/>
              <a:gd name="connsiteY63" fmla="*/ 1362553 h 1410656"/>
              <a:gd name="connsiteX64" fmla="*/ 3379253 w 6095524"/>
              <a:gd name="connsiteY64" fmla="*/ 1363225 h 1410656"/>
              <a:gd name="connsiteX65" fmla="*/ 3337774 w 6095524"/>
              <a:gd name="connsiteY65" fmla="*/ 1364089 h 1410656"/>
              <a:gd name="connsiteX66" fmla="*/ 3324524 w 6095524"/>
              <a:gd name="connsiteY66" fmla="*/ 1366298 h 1410656"/>
              <a:gd name="connsiteX67" fmla="*/ 3264610 w 6095524"/>
              <a:gd name="connsiteY67" fmla="*/ 1359960 h 1410656"/>
              <a:gd name="connsiteX68" fmla="*/ 3230429 w 6095524"/>
              <a:gd name="connsiteY68" fmla="*/ 1359480 h 1410656"/>
              <a:gd name="connsiteX69" fmla="*/ 3191927 w 6095524"/>
              <a:gd name="connsiteY69" fmla="*/ 1351607 h 1410656"/>
              <a:gd name="connsiteX70" fmla="*/ 3180694 w 6095524"/>
              <a:gd name="connsiteY70" fmla="*/ 1351991 h 1410656"/>
              <a:gd name="connsiteX71" fmla="*/ 3168116 w 6095524"/>
              <a:gd name="connsiteY71" fmla="*/ 1352663 h 1410656"/>
              <a:gd name="connsiteX72" fmla="*/ 3129517 w 6095524"/>
              <a:gd name="connsiteY72" fmla="*/ 1353240 h 1410656"/>
              <a:gd name="connsiteX73" fmla="*/ 3106089 w 6095524"/>
              <a:gd name="connsiteY73" fmla="*/ 1356120 h 1410656"/>
              <a:gd name="connsiteX74" fmla="*/ 3061444 w 6095524"/>
              <a:gd name="connsiteY74" fmla="*/ 1354392 h 1410656"/>
              <a:gd name="connsiteX75" fmla="*/ 3044928 w 6095524"/>
              <a:gd name="connsiteY75" fmla="*/ 1356888 h 1410656"/>
              <a:gd name="connsiteX76" fmla="*/ 3003162 w 6095524"/>
              <a:gd name="connsiteY76" fmla="*/ 1357176 h 1410656"/>
              <a:gd name="connsiteX77" fmla="*/ 2965716 w 6095524"/>
              <a:gd name="connsiteY77" fmla="*/ 1355736 h 1410656"/>
              <a:gd name="connsiteX78" fmla="*/ 2929614 w 6095524"/>
              <a:gd name="connsiteY78" fmla="*/ 1356504 h 1410656"/>
              <a:gd name="connsiteX79" fmla="*/ 2903786 w 6095524"/>
              <a:gd name="connsiteY79" fmla="*/ 1359672 h 1410656"/>
              <a:gd name="connsiteX80" fmla="*/ 2875750 w 6095524"/>
              <a:gd name="connsiteY80" fmla="*/ 1361592 h 1410656"/>
              <a:gd name="connsiteX81" fmla="*/ 2798458 w 6095524"/>
              <a:gd name="connsiteY81" fmla="*/ 1373018 h 1410656"/>
              <a:gd name="connsiteX82" fmla="*/ 2784152 w 6095524"/>
              <a:gd name="connsiteY82" fmla="*/ 1370234 h 1410656"/>
              <a:gd name="connsiteX83" fmla="*/ 2702922 w 6095524"/>
              <a:gd name="connsiteY83" fmla="*/ 1367641 h 1410656"/>
              <a:gd name="connsiteX84" fmla="*/ 2685256 w 6095524"/>
              <a:gd name="connsiteY84" fmla="*/ 1367834 h 1410656"/>
              <a:gd name="connsiteX85" fmla="*/ 2637824 w 6095524"/>
              <a:gd name="connsiteY85" fmla="*/ 1356504 h 1410656"/>
              <a:gd name="connsiteX86" fmla="*/ 2564661 w 6095524"/>
              <a:gd name="connsiteY86" fmla="*/ 1374459 h 1410656"/>
              <a:gd name="connsiteX87" fmla="*/ 2496201 w 6095524"/>
              <a:gd name="connsiteY87" fmla="*/ 1396926 h 1410656"/>
              <a:gd name="connsiteX88" fmla="*/ 2487560 w 6095524"/>
              <a:gd name="connsiteY88" fmla="*/ 1399807 h 1410656"/>
              <a:gd name="connsiteX89" fmla="*/ 2462980 w 6095524"/>
              <a:gd name="connsiteY89" fmla="*/ 1404704 h 1410656"/>
              <a:gd name="connsiteX90" fmla="*/ 2432544 w 6095524"/>
              <a:gd name="connsiteY90" fmla="*/ 1406432 h 1410656"/>
              <a:gd name="connsiteX91" fmla="*/ 2393945 w 6095524"/>
              <a:gd name="connsiteY91" fmla="*/ 1410656 h 1410656"/>
              <a:gd name="connsiteX92" fmla="*/ 2363029 w 6095524"/>
              <a:gd name="connsiteY92" fmla="*/ 1405375 h 1410656"/>
              <a:gd name="connsiteX93" fmla="*/ 2319821 w 6095524"/>
              <a:gd name="connsiteY93" fmla="*/ 1397502 h 1410656"/>
              <a:gd name="connsiteX94" fmla="*/ 2279111 w 6095524"/>
              <a:gd name="connsiteY94" fmla="*/ 1390013 h 1410656"/>
              <a:gd name="connsiteX95" fmla="*/ 2266245 w 6095524"/>
              <a:gd name="connsiteY95" fmla="*/ 1398846 h 1410656"/>
              <a:gd name="connsiteX96" fmla="*/ 2246370 w 6095524"/>
              <a:gd name="connsiteY96" fmla="*/ 1406527 h 1410656"/>
              <a:gd name="connsiteX97" fmla="*/ 2224287 w 6095524"/>
              <a:gd name="connsiteY97" fmla="*/ 1397310 h 1410656"/>
              <a:gd name="connsiteX98" fmla="*/ 2172630 w 6095524"/>
              <a:gd name="connsiteY98" fmla="*/ 1378204 h 1410656"/>
              <a:gd name="connsiteX99" fmla="*/ 2139985 w 6095524"/>
              <a:gd name="connsiteY99" fmla="*/ 1377339 h 1410656"/>
              <a:gd name="connsiteX100" fmla="*/ 2069030 w 6095524"/>
              <a:gd name="connsiteY100" fmla="*/ 1369178 h 1410656"/>
              <a:gd name="connsiteX101" fmla="*/ 2022655 w 6095524"/>
              <a:gd name="connsiteY101" fmla="*/ 1357560 h 1410656"/>
              <a:gd name="connsiteX102" fmla="*/ 1989339 w 6095524"/>
              <a:gd name="connsiteY102" fmla="*/ 1344406 h 1410656"/>
              <a:gd name="connsiteX103" fmla="*/ 1941618 w 6095524"/>
              <a:gd name="connsiteY103" fmla="*/ 1327219 h 1410656"/>
              <a:gd name="connsiteX104" fmla="*/ 1893707 w 6095524"/>
              <a:gd name="connsiteY104" fmla="*/ 1318290 h 1410656"/>
              <a:gd name="connsiteX105" fmla="*/ 1859045 w 6095524"/>
              <a:gd name="connsiteY105" fmla="*/ 1307056 h 1410656"/>
              <a:gd name="connsiteX106" fmla="*/ 1816702 w 6095524"/>
              <a:gd name="connsiteY106" fmla="*/ 1299374 h 1410656"/>
              <a:gd name="connsiteX107" fmla="*/ 1781177 w 6095524"/>
              <a:gd name="connsiteY107" fmla="*/ 1299087 h 1410656"/>
              <a:gd name="connsiteX108" fmla="*/ 1725488 w 6095524"/>
              <a:gd name="connsiteY108" fmla="*/ 1300431 h 1410656"/>
              <a:gd name="connsiteX109" fmla="*/ 1657318 w 6095524"/>
              <a:gd name="connsiteY109" fmla="*/ 1277196 h 1410656"/>
              <a:gd name="connsiteX110" fmla="*/ 1629761 w 6095524"/>
              <a:gd name="connsiteY110" fmla="*/ 1272010 h 1410656"/>
              <a:gd name="connsiteX111" fmla="*/ 1603837 w 6095524"/>
              <a:gd name="connsiteY111" fmla="*/ 1269610 h 1410656"/>
              <a:gd name="connsiteX112" fmla="*/ 1548820 w 6095524"/>
              <a:gd name="connsiteY112" fmla="*/ 1254152 h 1410656"/>
              <a:gd name="connsiteX113" fmla="*/ 1526449 w 6095524"/>
              <a:gd name="connsiteY113" fmla="*/ 1249062 h 1410656"/>
              <a:gd name="connsiteX114" fmla="*/ 1495147 w 6095524"/>
              <a:gd name="connsiteY114" fmla="*/ 1249159 h 1410656"/>
              <a:gd name="connsiteX115" fmla="*/ 1438211 w 6095524"/>
              <a:gd name="connsiteY115" fmla="*/ 1242054 h 1410656"/>
              <a:gd name="connsiteX116" fmla="*/ 1381370 w 6095524"/>
              <a:gd name="connsiteY116" fmla="*/ 1221314 h 1410656"/>
              <a:gd name="connsiteX117" fmla="*/ 1357270 w 6095524"/>
              <a:gd name="connsiteY117" fmla="*/ 1223330 h 1410656"/>
              <a:gd name="connsiteX118" fmla="*/ 1348629 w 6095524"/>
              <a:gd name="connsiteY118" fmla="*/ 1222851 h 1410656"/>
              <a:gd name="connsiteX119" fmla="*/ 1270953 w 6095524"/>
              <a:gd name="connsiteY119" fmla="*/ 1211424 h 1410656"/>
              <a:gd name="connsiteX120" fmla="*/ 1263175 w 6095524"/>
              <a:gd name="connsiteY120" fmla="*/ 1210177 h 1410656"/>
              <a:gd name="connsiteX121" fmla="*/ 1226690 w 6095524"/>
              <a:gd name="connsiteY121" fmla="*/ 1199999 h 1410656"/>
              <a:gd name="connsiteX122" fmla="*/ 1134706 w 6095524"/>
              <a:gd name="connsiteY122" fmla="*/ 1193662 h 1410656"/>
              <a:gd name="connsiteX123" fmla="*/ 1129042 w 6095524"/>
              <a:gd name="connsiteY123" fmla="*/ 1192894 h 1410656"/>
              <a:gd name="connsiteX124" fmla="*/ 1098220 w 6095524"/>
              <a:gd name="connsiteY124" fmla="*/ 1197982 h 1410656"/>
              <a:gd name="connsiteX125" fmla="*/ 1082955 w 6095524"/>
              <a:gd name="connsiteY125" fmla="*/ 1205184 h 1410656"/>
              <a:gd name="connsiteX126" fmla="*/ 1059143 w 6095524"/>
              <a:gd name="connsiteY126" fmla="*/ 1212673 h 1410656"/>
              <a:gd name="connsiteX127" fmla="*/ 1034947 w 6095524"/>
              <a:gd name="connsiteY127" fmla="*/ 1215458 h 1410656"/>
              <a:gd name="connsiteX128" fmla="*/ 994332 w 6095524"/>
              <a:gd name="connsiteY128" fmla="*/ 1204127 h 1410656"/>
              <a:gd name="connsiteX129" fmla="*/ 979546 w 6095524"/>
              <a:gd name="connsiteY129" fmla="*/ 1202975 h 1410656"/>
              <a:gd name="connsiteX130" fmla="*/ 946613 w 6095524"/>
              <a:gd name="connsiteY130" fmla="*/ 1197503 h 1410656"/>
              <a:gd name="connsiteX131" fmla="*/ 917808 w 6095524"/>
              <a:gd name="connsiteY131" fmla="*/ 1197887 h 1410656"/>
              <a:gd name="connsiteX132" fmla="*/ 894669 w 6095524"/>
              <a:gd name="connsiteY132" fmla="*/ 1206624 h 1410656"/>
              <a:gd name="connsiteX133" fmla="*/ 861063 w 6095524"/>
              <a:gd name="connsiteY133" fmla="*/ 1208352 h 1410656"/>
              <a:gd name="connsiteX134" fmla="*/ 839363 w 6095524"/>
              <a:gd name="connsiteY134" fmla="*/ 1202015 h 1410656"/>
              <a:gd name="connsiteX135" fmla="*/ 834947 w 6095524"/>
              <a:gd name="connsiteY135" fmla="*/ 1201152 h 1410656"/>
              <a:gd name="connsiteX136" fmla="*/ 778202 w 6095524"/>
              <a:gd name="connsiteY136" fmla="*/ 1200767 h 1410656"/>
              <a:gd name="connsiteX137" fmla="*/ 707343 w 6095524"/>
              <a:gd name="connsiteY137" fmla="*/ 1219874 h 1410656"/>
              <a:gd name="connsiteX138" fmla="*/ 695629 w 6095524"/>
              <a:gd name="connsiteY138" fmla="*/ 1223907 h 1410656"/>
              <a:gd name="connsiteX139" fmla="*/ 638500 w 6095524"/>
              <a:gd name="connsiteY139" fmla="*/ 1230916 h 1410656"/>
              <a:gd name="connsiteX140" fmla="*/ 607872 w 6095524"/>
              <a:gd name="connsiteY140" fmla="*/ 1238021 h 1410656"/>
              <a:gd name="connsiteX141" fmla="*/ 585788 w 6095524"/>
              <a:gd name="connsiteY141" fmla="*/ 1238405 h 1410656"/>
              <a:gd name="connsiteX142" fmla="*/ 559097 w 6095524"/>
              <a:gd name="connsiteY142" fmla="*/ 1250983 h 1410656"/>
              <a:gd name="connsiteX143" fmla="*/ 550358 w 6095524"/>
              <a:gd name="connsiteY143" fmla="*/ 1256456 h 1410656"/>
              <a:gd name="connsiteX144" fmla="*/ 539893 w 6095524"/>
              <a:gd name="connsiteY144" fmla="*/ 1259720 h 1410656"/>
              <a:gd name="connsiteX145" fmla="*/ 492462 w 6095524"/>
              <a:gd name="connsiteY145" fmla="*/ 1270090 h 1410656"/>
              <a:gd name="connsiteX146" fmla="*/ 484011 w 6095524"/>
              <a:gd name="connsiteY146" fmla="*/ 1275947 h 1410656"/>
              <a:gd name="connsiteX147" fmla="*/ 478346 w 6095524"/>
              <a:gd name="connsiteY147" fmla="*/ 1279596 h 1410656"/>
              <a:gd name="connsiteX148" fmla="*/ 432260 w 6095524"/>
              <a:gd name="connsiteY148" fmla="*/ 1285741 h 1410656"/>
              <a:gd name="connsiteX149" fmla="*/ 403455 w 6095524"/>
              <a:gd name="connsiteY149" fmla="*/ 1303119 h 1410656"/>
              <a:gd name="connsiteX150" fmla="*/ 395583 w 6095524"/>
              <a:gd name="connsiteY150" fmla="*/ 1310512 h 1410656"/>
              <a:gd name="connsiteX151" fmla="*/ 368025 w 6095524"/>
              <a:gd name="connsiteY151" fmla="*/ 1321650 h 1410656"/>
              <a:gd name="connsiteX152" fmla="*/ 275371 w 6095524"/>
              <a:gd name="connsiteY152" fmla="*/ 1343062 h 1410656"/>
              <a:gd name="connsiteX153" fmla="*/ 248871 w 6095524"/>
              <a:gd name="connsiteY153" fmla="*/ 1335476 h 1410656"/>
              <a:gd name="connsiteX154" fmla="*/ 198559 w 6095524"/>
              <a:gd name="connsiteY154" fmla="*/ 1355831 h 1410656"/>
              <a:gd name="connsiteX155" fmla="*/ 154583 w 6095524"/>
              <a:gd name="connsiteY155" fmla="*/ 1367353 h 1410656"/>
              <a:gd name="connsiteX156" fmla="*/ 138261 w 6095524"/>
              <a:gd name="connsiteY156" fmla="*/ 1370138 h 1410656"/>
              <a:gd name="connsiteX157" fmla="*/ 86606 w 6095524"/>
              <a:gd name="connsiteY157" fmla="*/ 1375227 h 1410656"/>
              <a:gd name="connsiteX158" fmla="*/ 60009 w 6095524"/>
              <a:gd name="connsiteY158" fmla="*/ 1386749 h 1410656"/>
              <a:gd name="connsiteX159" fmla="*/ 30568 w 6095524"/>
              <a:gd name="connsiteY159" fmla="*/ 1395570 h 1410656"/>
              <a:gd name="connsiteX160" fmla="*/ 0 w 6095524"/>
              <a:gd name="connsiteY160" fmla="*/ 1397975 h 1410656"/>
              <a:gd name="connsiteX161" fmla="*/ 0 w 6095524"/>
              <a:gd name="connsiteY161" fmla="*/ 1041395 h 1410656"/>
              <a:gd name="connsiteX162" fmla="*/ 17282 w 6095524"/>
              <a:gd name="connsiteY162" fmla="*/ 1043014 h 1410656"/>
              <a:gd name="connsiteX163" fmla="*/ 45030 w 6095524"/>
              <a:gd name="connsiteY163" fmla="*/ 1049159 h 1410656"/>
              <a:gd name="connsiteX164" fmla="*/ 85356 w 6095524"/>
              <a:gd name="connsiteY164" fmla="*/ 1059145 h 1410656"/>
              <a:gd name="connsiteX165" fmla="*/ 133077 w 6095524"/>
              <a:gd name="connsiteY165" fmla="*/ 1047815 h 1410656"/>
              <a:gd name="connsiteX166" fmla="*/ 137877 w 6095524"/>
              <a:gd name="connsiteY166" fmla="*/ 1043110 h 1410656"/>
              <a:gd name="connsiteX167" fmla="*/ 189053 w 6095524"/>
              <a:gd name="connsiteY167" fmla="*/ 1031877 h 1410656"/>
              <a:gd name="connsiteX168" fmla="*/ 273066 w 6095524"/>
              <a:gd name="connsiteY168" fmla="*/ 1019010 h 1410656"/>
              <a:gd name="connsiteX169" fmla="*/ 278539 w 6095524"/>
              <a:gd name="connsiteY169" fmla="*/ 1018146 h 1410656"/>
              <a:gd name="connsiteX170" fmla="*/ 326355 w 6095524"/>
              <a:gd name="connsiteY170" fmla="*/ 1044358 h 1410656"/>
              <a:gd name="connsiteX171" fmla="*/ 364761 w 6095524"/>
              <a:gd name="connsiteY171" fmla="*/ 1040710 h 1410656"/>
              <a:gd name="connsiteX172" fmla="*/ 382619 w 6095524"/>
              <a:gd name="connsiteY172" fmla="*/ 1022562 h 1410656"/>
              <a:gd name="connsiteX173" fmla="*/ 433988 w 6095524"/>
              <a:gd name="connsiteY173" fmla="*/ 1008256 h 1410656"/>
              <a:gd name="connsiteX174" fmla="*/ 497262 w 6095524"/>
              <a:gd name="connsiteY174" fmla="*/ 1009697 h 1410656"/>
              <a:gd name="connsiteX175" fmla="*/ 542101 w 6095524"/>
              <a:gd name="connsiteY175" fmla="*/ 1007872 h 1410656"/>
              <a:gd name="connsiteX176" fmla="*/ 566681 w 6095524"/>
              <a:gd name="connsiteY176" fmla="*/ 998175 h 1410656"/>
              <a:gd name="connsiteX177" fmla="*/ 584251 w 6095524"/>
              <a:gd name="connsiteY177" fmla="*/ 999136 h 1410656"/>
              <a:gd name="connsiteX178" fmla="*/ 617280 w 6095524"/>
              <a:gd name="connsiteY178" fmla="*/ 1006049 h 1410656"/>
              <a:gd name="connsiteX179" fmla="*/ 721842 w 6095524"/>
              <a:gd name="connsiteY179" fmla="*/ 1014210 h 1410656"/>
              <a:gd name="connsiteX180" fmla="*/ 764472 w 6095524"/>
              <a:gd name="connsiteY180" fmla="*/ 1001440 h 1410656"/>
              <a:gd name="connsiteX181" fmla="*/ 777242 w 6095524"/>
              <a:gd name="connsiteY181" fmla="*/ 1001152 h 1410656"/>
              <a:gd name="connsiteX182" fmla="*/ 805854 w 6095524"/>
              <a:gd name="connsiteY182" fmla="*/ 1006145 h 1410656"/>
              <a:gd name="connsiteX183" fmla="*/ 864904 w 6095524"/>
              <a:gd name="connsiteY183" fmla="*/ 1002784 h 1410656"/>
              <a:gd name="connsiteX184" fmla="*/ 886700 w 6095524"/>
              <a:gd name="connsiteY184" fmla="*/ 997695 h 1410656"/>
              <a:gd name="connsiteX185" fmla="*/ 898797 w 6095524"/>
              <a:gd name="connsiteY185" fmla="*/ 994430 h 1410656"/>
              <a:gd name="connsiteX186" fmla="*/ 960919 w 6095524"/>
              <a:gd name="connsiteY186" fmla="*/ 985405 h 1410656"/>
              <a:gd name="connsiteX187" fmla="*/ 988571 w 6095524"/>
              <a:gd name="connsiteY187" fmla="*/ 975708 h 1410656"/>
              <a:gd name="connsiteX188" fmla="*/ 996061 w 6095524"/>
              <a:gd name="connsiteY188" fmla="*/ 974268 h 1410656"/>
              <a:gd name="connsiteX189" fmla="*/ 1037059 w 6095524"/>
              <a:gd name="connsiteY189" fmla="*/ 978300 h 1410656"/>
              <a:gd name="connsiteX190" fmla="*/ 1067784 w 6095524"/>
              <a:gd name="connsiteY190" fmla="*/ 993950 h 1410656"/>
              <a:gd name="connsiteX191" fmla="*/ 1073737 w 6095524"/>
              <a:gd name="connsiteY191" fmla="*/ 999231 h 1410656"/>
              <a:gd name="connsiteX192" fmla="*/ 1159383 w 6095524"/>
              <a:gd name="connsiteY192" fmla="*/ 997407 h 1410656"/>
              <a:gd name="connsiteX193" fmla="*/ 1172536 w 6095524"/>
              <a:gd name="connsiteY193" fmla="*/ 995198 h 1410656"/>
              <a:gd name="connsiteX194" fmla="*/ 1236099 w 6095524"/>
              <a:gd name="connsiteY194" fmla="*/ 1004416 h 1410656"/>
              <a:gd name="connsiteX195" fmla="*/ 1254630 w 6095524"/>
              <a:gd name="connsiteY195" fmla="*/ 1006240 h 1410656"/>
              <a:gd name="connsiteX196" fmla="*/ 1321072 w 6095524"/>
              <a:gd name="connsiteY196" fmla="*/ 1014498 h 1410656"/>
              <a:gd name="connsiteX197" fmla="*/ 1330481 w 6095524"/>
              <a:gd name="connsiteY197" fmla="*/ 1006817 h 1410656"/>
              <a:gd name="connsiteX198" fmla="*/ 1357558 w 6095524"/>
              <a:gd name="connsiteY198" fmla="*/ 987517 h 1410656"/>
              <a:gd name="connsiteX199" fmla="*/ 1410942 w 6095524"/>
              <a:gd name="connsiteY199" fmla="*/ 970427 h 1410656"/>
              <a:gd name="connsiteX200" fmla="*/ 1425441 w 6095524"/>
              <a:gd name="connsiteY200" fmla="*/ 971387 h 1410656"/>
              <a:gd name="connsiteX201" fmla="*/ 1462118 w 6095524"/>
              <a:gd name="connsiteY201" fmla="*/ 999904 h 1410656"/>
              <a:gd name="connsiteX202" fmla="*/ 1479978 w 6095524"/>
              <a:gd name="connsiteY202" fmla="*/ 1011329 h 1410656"/>
              <a:gd name="connsiteX203" fmla="*/ 1530674 w 6095524"/>
              <a:gd name="connsiteY203" fmla="*/ 1032356 h 1410656"/>
              <a:gd name="connsiteX204" fmla="*/ 1534898 w 6095524"/>
              <a:gd name="connsiteY204" fmla="*/ 1036197 h 1410656"/>
              <a:gd name="connsiteX205" fmla="*/ 1572344 w 6095524"/>
              <a:gd name="connsiteY205" fmla="*/ 1081804 h 1410656"/>
              <a:gd name="connsiteX206" fmla="*/ 1580793 w 6095524"/>
              <a:gd name="connsiteY206" fmla="*/ 1089581 h 1410656"/>
              <a:gd name="connsiteX207" fmla="*/ 1590971 w 6095524"/>
              <a:gd name="connsiteY207" fmla="*/ 1101680 h 1410656"/>
              <a:gd name="connsiteX208" fmla="*/ 1622751 w 6095524"/>
              <a:gd name="connsiteY208" fmla="*/ 1125108 h 1410656"/>
              <a:gd name="connsiteX209" fmla="*/ 1662118 w 6095524"/>
              <a:gd name="connsiteY209" fmla="*/ 1132596 h 1410656"/>
              <a:gd name="connsiteX210" fmla="*/ 1709646 w 6095524"/>
              <a:gd name="connsiteY210" fmla="*/ 1144022 h 1410656"/>
              <a:gd name="connsiteX211" fmla="*/ 1729521 w 6095524"/>
              <a:gd name="connsiteY211" fmla="*/ 1151704 h 1410656"/>
              <a:gd name="connsiteX212" fmla="*/ 1782809 w 6095524"/>
              <a:gd name="connsiteY212" fmla="*/ 1166298 h 1410656"/>
              <a:gd name="connsiteX213" fmla="*/ 1820831 w 6095524"/>
              <a:gd name="connsiteY213" fmla="*/ 1178588 h 1410656"/>
              <a:gd name="connsiteX214" fmla="*/ 1875656 w 6095524"/>
              <a:gd name="connsiteY214" fmla="*/ 1185789 h 1410656"/>
              <a:gd name="connsiteX215" fmla="*/ 1902252 w 6095524"/>
              <a:gd name="connsiteY215" fmla="*/ 1186076 h 1410656"/>
              <a:gd name="connsiteX216" fmla="*/ 1951123 w 6095524"/>
              <a:gd name="connsiteY216" fmla="*/ 1222946 h 1410656"/>
              <a:gd name="connsiteX217" fmla="*/ 1990106 w 6095524"/>
              <a:gd name="connsiteY217" fmla="*/ 1247335 h 1410656"/>
              <a:gd name="connsiteX218" fmla="*/ 2031105 w 6095524"/>
              <a:gd name="connsiteY218" fmla="*/ 1235525 h 1410656"/>
              <a:gd name="connsiteX219" fmla="*/ 2042242 w 6095524"/>
              <a:gd name="connsiteY219" fmla="*/ 1224387 h 1410656"/>
              <a:gd name="connsiteX220" fmla="*/ 2109453 w 6095524"/>
              <a:gd name="connsiteY220" fmla="*/ 1213826 h 1410656"/>
              <a:gd name="connsiteX221" fmla="*/ 2205468 w 6095524"/>
              <a:gd name="connsiteY221" fmla="*/ 1213442 h 1410656"/>
              <a:gd name="connsiteX222" fmla="*/ 2365142 w 6095524"/>
              <a:gd name="connsiteY222" fmla="*/ 1189437 h 1410656"/>
              <a:gd name="connsiteX223" fmla="*/ 2392985 w 6095524"/>
              <a:gd name="connsiteY223" fmla="*/ 1178299 h 1410656"/>
              <a:gd name="connsiteX224" fmla="*/ 2424286 w 6095524"/>
              <a:gd name="connsiteY224" fmla="*/ 1175515 h 1410656"/>
              <a:gd name="connsiteX225" fmla="*/ 2436289 w 6095524"/>
              <a:gd name="connsiteY225" fmla="*/ 1182333 h 1410656"/>
              <a:gd name="connsiteX226" fmla="*/ 2488808 w 6095524"/>
              <a:gd name="connsiteY226" fmla="*/ 1192510 h 1410656"/>
              <a:gd name="connsiteX227" fmla="*/ 2498795 w 6095524"/>
              <a:gd name="connsiteY227" fmla="*/ 1192702 h 1410656"/>
              <a:gd name="connsiteX228" fmla="*/ 2532976 w 6095524"/>
              <a:gd name="connsiteY228" fmla="*/ 1188381 h 1410656"/>
              <a:gd name="connsiteX229" fmla="*/ 2564661 w 6095524"/>
              <a:gd name="connsiteY229" fmla="*/ 1185885 h 1410656"/>
              <a:gd name="connsiteX230" fmla="*/ 2644545 w 6095524"/>
              <a:gd name="connsiteY230" fmla="*/ 1194046 h 1410656"/>
              <a:gd name="connsiteX231" fmla="*/ 2705803 w 6095524"/>
              <a:gd name="connsiteY231" fmla="*/ 1192126 h 1410656"/>
              <a:gd name="connsiteX232" fmla="*/ 2734031 w 6095524"/>
              <a:gd name="connsiteY232" fmla="*/ 1194046 h 1410656"/>
              <a:gd name="connsiteX233" fmla="*/ 2749969 w 6095524"/>
              <a:gd name="connsiteY233" fmla="*/ 1196927 h 1410656"/>
              <a:gd name="connsiteX234" fmla="*/ 2786071 w 6095524"/>
              <a:gd name="connsiteY234" fmla="*/ 1216994 h 1410656"/>
              <a:gd name="connsiteX235" fmla="*/ 2805851 w 6095524"/>
              <a:gd name="connsiteY235" fmla="*/ 1221507 h 1410656"/>
              <a:gd name="connsiteX236" fmla="*/ 2865380 w 6095524"/>
              <a:gd name="connsiteY236" fmla="*/ 1221123 h 1410656"/>
              <a:gd name="connsiteX237" fmla="*/ 2954674 w 6095524"/>
              <a:gd name="connsiteY237" fmla="*/ 1190878 h 1410656"/>
              <a:gd name="connsiteX238" fmla="*/ 2963988 w 6095524"/>
              <a:gd name="connsiteY238" fmla="*/ 1186845 h 1410656"/>
              <a:gd name="connsiteX239" fmla="*/ 3009403 w 6095524"/>
              <a:gd name="connsiteY239" fmla="*/ 1181852 h 1410656"/>
              <a:gd name="connsiteX240" fmla="*/ 3040223 w 6095524"/>
              <a:gd name="connsiteY240" fmla="*/ 1188669 h 1410656"/>
              <a:gd name="connsiteX241" fmla="*/ 3082183 w 6095524"/>
              <a:gd name="connsiteY241" fmla="*/ 1202784 h 1410656"/>
              <a:gd name="connsiteX242" fmla="*/ 3119916 w 6095524"/>
              <a:gd name="connsiteY242" fmla="*/ 1214594 h 1410656"/>
              <a:gd name="connsiteX243" fmla="*/ 3147376 w 6095524"/>
              <a:gd name="connsiteY243" fmla="*/ 1227939 h 1410656"/>
              <a:gd name="connsiteX244" fmla="*/ 3210171 w 6095524"/>
              <a:gd name="connsiteY244" fmla="*/ 1237733 h 1410656"/>
              <a:gd name="connsiteX245" fmla="*/ 3216700 w 6095524"/>
              <a:gd name="connsiteY245" fmla="*/ 1239365 h 1410656"/>
              <a:gd name="connsiteX246" fmla="*/ 3263939 w 6095524"/>
              <a:gd name="connsiteY246" fmla="*/ 1227459 h 1410656"/>
              <a:gd name="connsiteX247" fmla="*/ 3320683 w 6095524"/>
              <a:gd name="connsiteY247" fmla="*/ 1215362 h 1410656"/>
              <a:gd name="connsiteX248" fmla="*/ 3340943 w 6095524"/>
              <a:gd name="connsiteY248" fmla="*/ 1219490 h 1410656"/>
              <a:gd name="connsiteX249" fmla="*/ 3368691 w 6095524"/>
              <a:gd name="connsiteY249" fmla="*/ 1225347 h 1410656"/>
              <a:gd name="connsiteX250" fmla="*/ 3394423 w 6095524"/>
              <a:gd name="connsiteY250" fmla="*/ 1222275 h 1410656"/>
              <a:gd name="connsiteX251" fmla="*/ 3410074 w 6095524"/>
              <a:gd name="connsiteY251" fmla="*/ 1221987 h 1410656"/>
              <a:gd name="connsiteX252" fmla="*/ 3481509 w 6095524"/>
              <a:gd name="connsiteY252" fmla="*/ 1257896 h 1410656"/>
              <a:gd name="connsiteX253" fmla="*/ 3499656 w 6095524"/>
              <a:gd name="connsiteY253" fmla="*/ 1260873 h 1410656"/>
              <a:gd name="connsiteX254" fmla="*/ 3509930 w 6095524"/>
              <a:gd name="connsiteY254" fmla="*/ 1265290 h 1410656"/>
              <a:gd name="connsiteX255" fmla="*/ 3571860 w 6095524"/>
              <a:gd name="connsiteY255" fmla="*/ 1309841 h 1410656"/>
              <a:gd name="connsiteX256" fmla="*/ 3598168 w 6095524"/>
              <a:gd name="connsiteY256" fmla="*/ 1318866 h 1410656"/>
              <a:gd name="connsiteX257" fmla="*/ 3627068 w 6095524"/>
              <a:gd name="connsiteY257" fmla="*/ 1317041 h 1410656"/>
              <a:gd name="connsiteX258" fmla="*/ 3643775 w 6095524"/>
              <a:gd name="connsiteY258" fmla="*/ 1313777 h 1410656"/>
              <a:gd name="connsiteX259" fmla="*/ 3685254 w 6095524"/>
              <a:gd name="connsiteY259" fmla="*/ 1285452 h 1410656"/>
              <a:gd name="connsiteX260" fmla="*/ 3708873 w 6095524"/>
              <a:gd name="connsiteY260" fmla="*/ 1286413 h 1410656"/>
              <a:gd name="connsiteX261" fmla="*/ 3745743 w 6095524"/>
              <a:gd name="connsiteY261" fmla="*/ 1305903 h 1410656"/>
              <a:gd name="connsiteX262" fmla="*/ 3812665 w 6095524"/>
              <a:gd name="connsiteY262" fmla="*/ 1314641 h 1410656"/>
              <a:gd name="connsiteX263" fmla="*/ 3846655 w 6095524"/>
              <a:gd name="connsiteY263" fmla="*/ 1287373 h 1410656"/>
              <a:gd name="connsiteX264" fmla="*/ 3864225 w 6095524"/>
              <a:gd name="connsiteY264" fmla="*/ 1261161 h 1410656"/>
              <a:gd name="connsiteX265" fmla="*/ 3915018 w 6095524"/>
              <a:gd name="connsiteY265" fmla="*/ 1230724 h 1410656"/>
              <a:gd name="connsiteX266" fmla="*/ 3927116 w 6095524"/>
              <a:gd name="connsiteY266" fmla="*/ 1242054 h 1410656"/>
              <a:gd name="connsiteX267" fmla="*/ 3964370 w 6095524"/>
              <a:gd name="connsiteY267" fmla="*/ 1246855 h 1410656"/>
              <a:gd name="connsiteX268" fmla="*/ 4004696 w 6095524"/>
              <a:gd name="connsiteY268" fmla="*/ 1246471 h 1410656"/>
              <a:gd name="connsiteX269" fmla="*/ 4074978 w 6095524"/>
              <a:gd name="connsiteY269" fmla="*/ 1251559 h 1410656"/>
              <a:gd name="connsiteX270" fmla="*/ 4121738 w 6095524"/>
              <a:gd name="connsiteY270" fmla="*/ 1222466 h 1410656"/>
              <a:gd name="connsiteX271" fmla="*/ 4139598 w 6095524"/>
              <a:gd name="connsiteY271" fmla="*/ 1210465 h 1410656"/>
              <a:gd name="connsiteX272" fmla="*/ 4156304 w 6095524"/>
              <a:gd name="connsiteY272" fmla="*/ 1202784 h 1410656"/>
              <a:gd name="connsiteX273" fmla="*/ 4175604 w 6095524"/>
              <a:gd name="connsiteY273" fmla="*/ 1198463 h 1410656"/>
              <a:gd name="connsiteX274" fmla="*/ 4222170 w 6095524"/>
              <a:gd name="connsiteY274" fmla="*/ 1182140 h 1410656"/>
              <a:gd name="connsiteX275" fmla="*/ 4247710 w 6095524"/>
              <a:gd name="connsiteY275" fmla="*/ 1166105 h 1410656"/>
              <a:gd name="connsiteX276" fmla="*/ 4305128 w 6095524"/>
              <a:gd name="connsiteY276" fmla="*/ 1150647 h 1410656"/>
              <a:gd name="connsiteX277" fmla="*/ 4344206 w 6095524"/>
              <a:gd name="connsiteY277" fmla="*/ 1136821 h 1410656"/>
              <a:gd name="connsiteX278" fmla="*/ 4385396 w 6095524"/>
              <a:gd name="connsiteY278" fmla="*/ 1113009 h 1410656"/>
              <a:gd name="connsiteX279" fmla="*/ 4391157 w 6095524"/>
              <a:gd name="connsiteY279" fmla="*/ 1109361 h 1410656"/>
              <a:gd name="connsiteX280" fmla="*/ 4404984 w 6095524"/>
              <a:gd name="connsiteY280" fmla="*/ 1093710 h 1410656"/>
              <a:gd name="connsiteX281" fmla="*/ 4425050 w 6095524"/>
              <a:gd name="connsiteY281" fmla="*/ 1039846 h 1410656"/>
              <a:gd name="connsiteX282" fmla="*/ 4430812 w 6095524"/>
              <a:gd name="connsiteY282" fmla="*/ 1028900 h 1410656"/>
              <a:gd name="connsiteX283" fmla="*/ 4483140 w 6095524"/>
              <a:gd name="connsiteY283" fmla="*/ 992030 h 1410656"/>
              <a:gd name="connsiteX284" fmla="*/ 4502535 w 6095524"/>
              <a:gd name="connsiteY284" fmla="*/ 995487 h 1410656"/>
              <a:gd name="connsiteX285" fmla="*/ 4523946 w 6095524"/>
              <a:gd name="connsiteY285" fmla="*/ 1007585 h 1410656"/>
              <a:gd name="connsiteX286" fmla="*/ 4570898 w 6095524"/>
              <a:gd name="connsiteY286" fmla="*/ 1010753 h 1410656"/>
              <a:gd name="connsiteX287" fmla="*/ 4588468 w 6095524"/>
              <a:gd name="connsiteY287" fmla="*/ 1004513 h 1410656"/>
              <a:gd name="connsiteX288" fmla="*/ 4619192 w 6095524"/>
              <a:gd name="connsiteY288" fmla="*/ 987710 h 1410656"/>
              <a:gd name="connsiteX289" fmla="*/ 4642908 w 6095524"/>
              <a:gd name="connsiteY289" fmla="*/ 961689 h 1410656"/>
              <a:gd name="connsiteX290" fmla="*/ 4677378 w 6095524"/>
              <a:gd name="connsiteY290" fmla="*/ 918674 h 1410656"/>
              <a:gd name="connsiteX291" fmla="*/ 4743532 w 6095524"/>
              <a:gd name="connsiteY291" fmla="*/ 902256 h 1410656"/>
              <a:gd name="connsiteX292" fmla="*/ 4768977 w 6095524"/>
              <a:gd name="connsiteY292" fmla="*/ 896783 h 1410656"/>
              <a:gd name="connsiteX293" fmla="*/ 4861536 w 6095524"/>
              <a:gd name="connsiteY293" fmla="*/ 873835 h 1410656"/>
              <a:gd name="connsiteX294" fmla="*/ 4869600 w 6095524"/>
              <a:gd name="connsiteY294" fmla="*/ 873067 h 1410656"/>
              <a:gd name="connsiteX295" fmla="*/ 4933738 w 6095524"/>
              <a:gd name="connsiteY295" fmla="*/ 846664 h 1410656"/>
              <a:gd name="connsiteX296" fmla="*/ 4949196 w 6095524"/>
              <a:gd name="connsiteY296" fmla="*/ 840134 h 1410656"/>
              <a:gd name="connsiteX297" fmla="*/ 4968112 w 6095524"/>
              <a:gd name="connsiteY297" fmla="*/ 823427 h 1410656"/>
              <a:gd name="connsiteX298" fmla="*/ 4985588 w 6095524"/>
              <a:gd name="connsiteY298" fmla="*/ 776284 h 1410656"/>
              <a:gd name="connsiteX299" fmla="*/ 5006038 w 6095524"/>
              <a:gd name="connsiteY299" fmla="*/ 754776 h 1410656"/>
              <a:gd name="connsiteX300" fmla="*/ 5020921 w 6095524"/>
              <a:gd name="connsiteY300" fmla="*/ 741718 h 1410656"/>
              <a:gd name="connsiteX301" fmla="*/ 5033978 w 6095524"/>
              <a:gd name="connsiteY301" fmla="*/ 721940 h 1410656"/>
              <a:gd name="connsiteX302" fmla="*/ 5047036 w 6095524"/>
              <a:gd name="connsiteY302" fmla="*/ 674604 h 1410656"/>
              <a:gd name="connsiteX303" fmla="*/ 5067104 w 6095524"/>
              <a:gd name="connsiteY303" fmla="*/ 632645 h 1410656"/>
              <a:gd name="connsiteX304" fmla="*/ 5103206 w 6095524"/>
              <a:gd name="connsiteY304" fmla="*/ 609410 h 1410656"/>
              <a:gd name="connsiteX305" fmla="*/ 5125577 w 6095524"/>
              <a:gd name="connsiteY305" fmla="*/ 597216 h 1410656"/>
              <a:gd name="connsiteX306" fmla="*/ 5214200 w 6095524"/>
              <a:gd name="connsiteY306" fmla="*/ 609506 h 1410656"/>
              <a:gd name="connsiteX307" fmla="*/ 5274688 w 6095524"/>
              <a:gd name="connsiteY307" fmla="*/ 621507 h 1410656"/>
              <a:gd name="connsiteX308" fmla="*/ 5294564 w 6095524"/>
              <a:gd name="connsiteY308" fmla="*/ 616899 h 1410656"/>
              <a:gd name="connsiteX309" fmla="*/ 5350732 w 6095524"/>
              <a:gd name="connsiteY309" fmla="*/ 577724 h 1410656"/>
              <a:gd name="connsiteX310" fmla="*/ 5406230 w 6095524"/>
              <a:gd name="connsiteY310" fmla="*/ 560250 h 1410656"/>
              <a:gd name="connsiteX311" fmla="*/ 5447996 w 6095524"/>
              <a:gd name="connsiteY311" fmla="*/ 555257 h 1410656"/>
              <a:gd name="connsiteX312" fmla="*/ 5483904 w 6095524"/>
              <a:gd name="connsiteY312" fmla="*/ 551417 h 1410656"/>
              <a:gd name="connsiteX313" fmla="*/ 5527016 w 6095524"/>
              <a:gd name="connsiteY313" fmla="*/ 540663 h 1410656"/>
              <a:gd name="connsiteX314" fmla="*/ 5551404 w 6095524"/>
              <a:gd name="connsiteY314" fmla="*/ 528949 h 1410656"/>
              <a:gd name="connsiteX315" fmla="*/ 5590194 w 6095524"/>
              <a:gd name="connsiteY315" fmla="*/ 512147 h 1410656"/>
              <a:gd name="connsiteX316" fmla="*/ 5629944 w 6095524"/>
              <a:gd name="connsiteY316" fmla="*/ 490351 h 1410656"/>
              <a:gd name="connsiteX317" fmla="*/ 5660477 w 6095524"/>
              <a:gd name="connsiteY317" fmla="*/ 459818 h 1410656"/>
              <a:gd name="connsiteX318" fmla="*/ 5676896 w 6095524"/>
              <a:gd name="connsiteY318" fmla="*/ 434086 h 1410656"/>
              <a:gd name="connsiteX319" fmla="*/ 5725000 w 6095524"/>
              <a:gd name="connsiteY319" fmla="*/ 397216 h 1410656"/>
              <a:gd name="connsiteX320" fmla="*/ 5768494 w 6095524"/>
              <a:gd name="connsiteY320" fmla="*/ 327701 h 1410656"/>
              <a:gd name="connsiteX321" fmla="*/ 5795763 w 6095524"/>
              <a:gd name="connsiteY321" fmla="*/ 298801 h 1410656"/>
              <a:gd name="connsiteX322" fmla="*/ 5811221 w 6095524"/>
              <a:gd name="connsiteY322" fmla="*/ 290639 h 1410656"/>
              <a:gd name="connsiteX323" fmla="*/ 5837528 w 6095524"/>
              <a:gd name="connsiteY323" fmla="*/ 270573 h 1410656"/>
              <a:gd name="connsiteX324" fmla="*/ 5853084 w 6095524"/>
              <a:gd name="connsiteY324" fmla="*/ 255690 h 1410656"/>
              <a:gd name="connsiteX325" fmla="*/ 5895618 w 6095524"/>
              <a:gd name="connsiteY325" fmla="*/ 200961 h 1410656"/>
              <a:gd name="connsiteX326" fmla="*/ 5908676 w 6095524"/>
              <a:gd name="connsiteY326" fmla="*/ 184735 h 1410656"/>
              <a:gd name="connsiteX327" fmla="*/ 5935657 w 6095524"/>
              <a:gd name="connsiteY327" fmla="*/ 156891 h 1410656"/>
              <a:gd name="connsiteX328" fmla="*/ 5947467 w 6095524"/>
              <a:gd name="connsiteY328" fmla="*/ 148441 h 1410656"/>
              <a:gd name="connsiteX329" fmla="*/ 5968302 w 6095524"/>
              <a:gd name="connsiteY329" fmla="*/ 125782 h 1410656"/>
              <a:gd name="connsiteX330" fmla="*/ 6017942 w 6095524"/>
              <a:gd name="connsiteY330" fmla="*/ 66348 h 1410656"/>
              <a:gd name="connsiteX331" fmla="*/ 6039258 w 6095524"/>
              <a:gd name="connsiteY331" fmla="*/ 33030 h 1410656"/>
              <a:gd name="connsiteX332" fmla="*/ 6081792 w 6095524"/>
              <a:gd name="connsiteY332" fmla="*/ 8451 h 1410656"/>
              <a:gd name="connsiteX333" fmla="*/ 6095524 w 6095524"/>
              <a:gd name="connsiteY333" fmla="*/ 0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</a:cxnLst>
            <a:rect l="l" t="t" r="r" b="b"/>
            <a:pathLst>
              <a:path w="6095524" h="1410656">
                <a:moveTo>
                  <a:pt x="6095524" y="0"/>
                </a:moveTo>
                <a:lnTo>
                  <a:pt x="6095524" y="221634"/>
                </a:lnTo>
                <a:lnTo>
                  <a:pt x="6061052" y="237063"/>
                </a:lnTo>
                <a:cubicBezTo>
                  <a:pt x="6054332" y="239848"/>
                  <a:pt x="6046938" y="241384"/>
                  <a:pt x="6040890" y="245128"/>
                </a:cubicBezTo>
                <a:cubicBezTo>
                  <a:pt x="6013044" y="262219"/>
                  <a:pt x="5986064" y="280654"/>
                  <a:pt x="5957836" y="297073"/>
                </a:cubicBezTo>
                <a:cubicBezTo>
                  <a:pt x="5928744" y="314067"/>
                  <a:pt x="5902724" y="334134"/>
                  <a:pt x="5882656" y="361307"/>
                </a:cubicBezTo>
                <a:cubicBezTo>
                  <a:pt x="5864029" y="386559"/>
                  <a:pt x="5845978" y="412194"/>
                  <a:pt x="5827448" y="437542"/>
                </a:cubicBezTo>
                <a:cubicBezTo>
                  <a:pt x="5822743" y="443975"/>
                  <a:pt x="5818422" y="451561"/>
                  <a:pt x="5811989" y="455690"/>
                </a:cubicBezTo>
                <a:cubicBezTo>
                  <a:pt x="5798643" y="464331"/>
                  <a:pt x="5784048" y="471340"/>
                  <a:pt x="5769742" y="478445"/>
                </a:cubicBezTo>
                <a:cubicBezTo>
                  <a:pt x="5757452" y="484494"/>
                  <a:pt x="5744394" y="489006"/>
                  <a:pt x="5732393" y="495535"/>
                </a:cubicBezTo>
                <a:cubicBezTo>
                  <a:pt x="5722792" y="500721"/>
                  <a:pt x="5714246" y="507922"/>
                  <a:pt x="5705316" y="514451"/>
                </a:cubicBezTo>
                <a:cubicBezTo>
                  <a:pt x="5697539" y="520115"/>
                  <a:pt x="5688994" y="525012"/>
                  <a:pt x="5682465" y="531830"/>
                </a:cubicBezTo>
                <a:cubicBezTo>
                  <a:pt x="5666526" y="548344"/>
                  <a:pt x="5650491" y="564571"/>
                  <a:pt x="5630712" y="576765"/>
                </a:cubicBezTo>
                <a:cubicBezTo>
                  <a:pt x="5611221" y="588862"/>
                  <a:pt x="5592786" y="602401"/>
                  <a:pt x="5573392" y="614691"/>
                </a:cubicBezTo>
                <a:cubicBezTo>
                  <a:pt x="5554380" y="626693"/>
                  <a:pt x="5537194" y="639846"/>
                  <a:pt x="5527304" y="661162"/>
                </a:cubicBezTo>
                <a:cubicBezTo>
                  <a:pt x="5522888" y="670571"/>
                  <a:pt x="5516646" y="680845"/>
                  <a:pt x="5508293" y="686318"/>
                </a:cubicBezTo>
                <a:cubicBezTo>
                  <a:pt x="5496387" y="694095"/>
                  <a:pt x="5481313" y="696880"/>
                  <a:pt x="5468350" y="703505"/>
                </a:cubicBezTo>
                <a:cubicBezTo>
                  <a:pt x="5453084" y="711282"/>
                  <a:pt x="5435418" y="718003"/>
                  <a:pt x="5425048" y="730389"/>
                </a:cubicBezTo>
                <a:cubicBezTo>
                  <a:pt x="5415830" y="741431"/>
                  <a:pt x="5406517" y="750072"/>
                  <a:pt x="5394322" y="757081"/>
                </a:cubicBezTo>
                <a:cubicBezTo>
                  <a:pt x="5385778" y="761978"/>
                  <a:pt x="5379441" y="770907"/>
                  <a:pt x="5370608" y="774940"/>
                </a:cubicBezTo>
                <a:cubicBezTo>
                  <a:pt x="5358990" y="780317"/>
                  <a:pt x="5347276" y="784542"/>
                  <a:pt x="5337098" y="792895"/>
                </a:cubicBezTo>
                <a:cubicBezTo>
                  <a:pt x="5326536" y="801536"/>
                  <a:pt x="5314535" y="808353"/>
                  <a:pt x="5303493" y="816419"/>
                </a:cubicBezTo>
                <a:cubicBezTo>
                  <a:pt x="5297636" y="820739"/>
                  <a:pt x="5292835" y="826404"/>
                  <a:pt x="5287171" y="830917"/>
                </a:cubicBezTo>
                <a:cubicBezTo>
                  <a:pt x="5276801" y="839174"/>
                  <a:pt x="5266239" y="847239"/>
                  <a:pt x="5255581" y="855016"/>
                </a:cubicBezTo>
                <a:cubicBezTo>
                  <a:pt x="5244924" y="862794"/>
                  <a:pt x="5234746" y="871819"/>
                  <a:pt x="5223032" y="877484"/>
                </a:cubicBezTo>
                <a:cubicBezTo>
                  <a:pt x="5203062" y="887086"/>
                  <a:pt x="5181266" y="892847"/>
                  <a:pt x="5161870" y="903216"/>
                </a:cubicBezTo>
                <a:cubicBezTo>
                  <a:pt x="5142188" y="913777"/>
                  <a:pt x="5123656" y="927028"/>
                  <a:pt x="5106182" y="941046"/>
                </a:cubicBezTo>
                <a:cubicBezTo>
                  <a:pt x="5092356" y="952088"/>
                  <a:pt x="5079394" y="963034"/>
                  <a:pt x="5062014" y="968698"/>
                </a:cubicBezTo>
                <a:cubicBezTo>
                  <a:pt x="5052317" y="971867"/>
                  <a:pt x="5042140" y="978780"/>
                  <a:pt x="5036282" y="986846"/>
                </a:cubicBezTo>
                <a:cubicBezTo>
                  <a:pt x="5023608" y="1004416"/>
                  <a:pt x="5007382" y="1016802"/>
                  <a:pt x="4989043" y="1027364"/>
                </a:cubicBezTo>
                <a:cubicBezTo>
                  <a:pt x="4964559" y="1041574"/>
                  <a:pt x="4940363" y="1056072"/>
                  <a:pt x="4915783" y="1069994"/>
                </a:cubicBezTo>
                <a:cubicBezTo>
                  <a:pt x="4901286" y="1078252"/>
                  <a:pt x="4886884" y="1086989"/>
                  <a:pt x="4871520" y="1093038"/>
                </a:cubicBezTo>
                <a:cubicBezTo>
                  <a:pt x="4840124" y="1105520"/>
                  <a:pt x="4807959" y="1116177"/>
                  <a:pt x="4776274" y="1127796"/>
                </a:cubicBezTo>
                <a:cubicBezTo>
                  <a:pt x="4765904" y="1131540"/>
                  <a:pt x="4756110" y="1136917"/>
                  <a:pt x="4745548" y="1140182"/>
                </a:cubicBezTo>
                <a:cubicBezTo>
                  <a:pt x="4734122" y="1143734"/>
                  <a:pt x="4721834" y="1144790"/>
                  <a:pt x="4710408" y="1148343"/>
                </a:cubicBezTo>
                <a:cubicBezTo>
                  <a:pt x="4691396" y="1154199"/>
                  <a:pt x="4672961" y="1161689"/>
                  <a:pt x="4653950" y="1167642"/>
                </a:cubicBezTo>
                <a:cubicBezTo>
                  <a:pt x="4617272" y="1179068"/>
                  <a:pt x="4580498" y="1190014"/>
                  <a:pt x="4543725" y="1200863"/>
                </a:cubicBezTo>
                <a:cubicBezTo>
                  <a:pt x="4535852" y="1203168"/>
                  <a:pt x="4527306" y="1203456"/>
                  <a:pt x="4519530" y="1205952"/>
                </a:cubicBezTo>
                <a:cubicBezTo>
                  <a:pt x="4498886" y="1212673"/>
                  <a:pt x="4478338" y="1219970"/>
                  <a:pt x="4457887" y="1227363"/>
                </a:cubicBezTo>
                <a:cubicBezTo>
                  <a:pt x="4445502" y="1231876"/>
                  <a:pt x="4433403" y="1237445"/>
                  <a:pt x="4420922" y="1241765"/>
                </a:cubicBezTo>
                <a:cubicBezTo>
                  <a:pt x="4410936" y="1245222"/>
                  <a:pt x="4400662" y="1247910"/>
                  <a:pt x="4390292" y="1250023"/>
                </a:cubicBezTo>
                <a:cubicBezTo>
                  <a:pt x="4381363" y="1251848"/>
                  <a:pt x="4372050" y="1251655"/>
                  <a:pt x="4363216" y="1253864"/>
                </a:cubicBezTo>
                <a:cubicBezTo>
                  <a:pt x="4339308" y="1259816"/>
                  <a:pt x="4315689" y="1266538"/>
                  <a:pt x="4291973" y="1272874"/>
                </a:cubicBezTo>
                <a:cubicBezTo>
                  <a:pt x="4282468" y="1275371"/>
                  <a:pt x="4272770" y="1277196"/>
                  <a:pt x="4263552" y="1280364"/>
                </a:cubicBezTo>
                <a:cubicBezTo>
                  <a:pt x="4238876" y="1288717"/>
                  <a:pt x="4214585" y="1298222"/>
                  <a:pt x="4189813" y="1306096"/>
                </a:cubicBezTo>
                <a:cubicBezTo>
                  <a:pt x="4169266" y="1312625"/>
                  <a:pt x="4148142" y="1317329"/>
                  <a:pt x="4127306" y="1323090"/>
                </a:cubicBezTo>
                <a:cubicBezTo>
                  <a:pt x="4118473" y="1325587"/>
                  <a:pt x="4110024" y="1329140"/>
                  <a:pt x="4101192" y="1331251"/>
                </a:cubicBezTo>
                <a:cubicBezTo>
                  <a:pt x="4081412" y="1336053"/>
                  <a:pt x="4061345" y="1340085"/>
                  <a:pt x="4041470" y="1344886"/>
                </a:cubicBezTo>
                <a:cubicBezTo>
                  <a:pt x="4030139" y="1347670"/>
                  <a:pt x="4019194" y="1352663"/>
                  <a:pt x="4007672" y="1354488"/>
                </a:cubicBezTo>
                <a:cubicBezTo>
                  <a:pt x="3980308" y="1358808"/>
                  <a:pt x="3952752" y="1361880"/>
                  <a:pt x="3925195" y="1365337"/>
                </a:cubicBezTo>
                <a:cubicBezTo>
                  <a:pt x="3896776" y="1368889"/>
                  <a:pt x="3868451" y="1372634"/>
                  <a:pt x="3840029" y="1375802"/>
                </a:cubicBezTo>
                <a:cubicBezTo>
                  <a:pt x="3824475" y="1377435"/>
                  <a:pt x="3808824" y="1377723"/>
                  <a:pt x="3793270" y="1379259"/>
                </a:cubicBezTo>
                <a:cubicBezTo>
                  <a:pt x="3779636" y="1380604"/>
                  <a:pt x="3766098" y="1383100"/>
                  <a:pt x="3752464" y="1384733"/>
                </a:cubicBezTo>
                <a:cubicBezTo>
                  <a:pt x="3740654" y="1386076"/>
                  <a:pt x="3728748" y="1386844"/>
                  <a:pt x="3716938" y="1388189"/>
                </a:cubicBezTo>
                <a:cubicBezTo>
                  <a:pt x="3698024" y="1390397"/>
                  <a:pt x="3679204" y="1392894"/>
                  <a:pt x="3660386" y="1395198"/>
                </a:cubicBezTo>
                <a:cubicBezTo>
                  <a:pt x="3652513" y="1396062"/>
                  <a:pt x="3644255" y="1398462"/>
                  <a:pt x="3636862" y="1397023"/>
                </a:cubicBezTo>
                <a:cubicBezTo>
                  <a:pt x="3618235" y="1393373"/>
                  <a:pt x="3599896" y="1394430"/>
                  <a:pt x="3581365" y="1396926"/>
                </a:cubicBezTo>
                <a:cubicBezTo>
                  <a:pt x="3575028" y="1397791"/>
                  <a:pt x="3568211" y="1397598"/>
                  <a:pt x="3562066" y="1395966"/>
                </a:cubicBezTo>
                <a:cubicBezTo>
                  <a:pt x="3549488" y="1392701"/>
                  <a:pt x="3537294" y="1388092"/>
                  <a:pt x="3524908" y="1384060"/>
                </a:cubicBezTo>
                <a:cubicBezTo>
                  <a:pt x="3523563" y="1383580"/>
                  <a:pt x="3521931" y="1383484"/>
                  <a:pt x="3520492" y="1383196"/>
                </a:cubicBezTo>
                <a:cubicBezTo>
                  <a:pt x="3512330" y="1381563"/>
                  <a:pt x="3504266" y="1379931"/>
                  <a:pt x="3496103" y="1378491"/>
                </a:cubicBezTo>
                <a:cubicBezTo>
                  <a:pt x="3491687" y="1377723"/>
                  <a:pt x="3487174" y="1377627"/>
                  <a:pt x="3482757" y="1376955"/>
                </a:cubicBezTo>
                <a:cubicBezTo>
                  <a:pt x="3465667" y="1374266"/>
                  <a:pt x="3446848" y="1378779"/>
                  <a:pt x="3432061" y="1367162"/>
                </a:cubicBezTo>
                <a:cubicBezTo>
                  <a:pt x="3422460" y="1359672"/>
                  <a:pt x="3413146" y="1361401"/>
                  <a:pt x="3402873" y="1362553"/>
                </a:cubicBezTo>
                <a:cubicBezTo>
                  <a:pt x="3395096" y="1363417"/>
                  <a:pt x="3387126" y="1363128"/>
                  <a:pt x="3379253" y="1363225"/>
                </a:cubicBezTo>
                <a:cubicBezTo>
                  <a:pt x="3365427" y="1363512"/>
                  <a:pt x="3351601" y="1363609"/>
                  <a:pt x="3337774" y="1364089"/>
                </a:cubicBezTo>
                <a:cubicBezTo>
                  <a:pt x="3333357" y="1364281"/>
                  <a:pt x="3328846" y="1366682"/>
                  <a:pt x="3324524" y="1366298"/>
                </a:cubicBezTo>
                <a:cubicBezTo>
                  <a:pt x="3304553" y="1364473"/>
                  <a:pt x="3284582" y="1361592"/>
                  <a:pt x="3264610" y="1359960"/>
                </a:cubicBezTo>
                <a:cubicBezTo>
                  <a:pt x="3253281" y="1359001"/>
                  <a:pt x="3241663" y="1360824"/>
                  <a:pt x="3230429" y="1359480"/>
                </a:cubicBezTo>
                <a:cubicBezTo>
                  <a:pt x="3217468" y="1357944"/>
                  <a:pt x="3204794" y="1354008"/>
                  <a:pt x="3191927" y="1351607"/>
                </a:cubicBezTo>
                <a:cubicBezTo>
                  <a:pt x="3188375" y="1350935"/>
                  <a:pt x="3184438" y="1351799"/>
                  <a:pt x="3180694" y="1351991"/>
                </a:cubicBezTo>
                <a:cubicBezTo>
                  <a:pt x="3176469" y="1352183"/>
                  <a:pt x="3172340" y="1352567"/>
                  <a:pt x="3168116" y="1352663"/>
                </a:cubicBezTo>
                <a:cubicBezTo>
                  <a:pt x="3155249" y="1352856"/>
                  <a:pt x="3142384" y="1352567"/>
                  <a:pt x="3129517" y="1353240"/>
                </a:cubicBezTo>
                <a:cubicBezTo>
                  <a:pt x="3121644" y="1353624"/>
                  <a:pt x="3113388" y="1357560"/>
                  <a:pt x="3106089" y="1356120"/>
                </a:cubicBezTo>
                <a:cubicBezTo>
                  <a:pt x="3091208" y="1353335"/>
                  <a:pt x="3076325" y="1359576"/>
                  <a:pt x="3061444" y="1354392"/>
                </a:cubicBezTo>
                <a:cubicBezTo>
                  <a:pt x="3056834" y="1352856"/>
                  <a:pt x="3050497" y="1356696"/>
                  <a:pt x="3044928" y="1356888"/>
                </a:cubicBezTo>
                <a:cubicBezTo>
                  <a:pt x="3031006" y="1357368"/>
                  <a:pt x="3017084" y="1357272"/>
                  <a:pt x="3003162" y="1357176"/>
                </a:cubicBezTo>
                <a:cubicBezTo>
                  <a:pt x="2990680" y="1357080"/>
                  <a:pt x="2977717" y="1358424"/>
                  <a:pt x="2965716" y="1355736"/>
                </a:cubicBezTo>
                <a:cubicBezTo>
                  <a:pt x="2953137" y="1352856"/>
                  <a:pt x="2941808" y="1353240"/>
                  <a:pt x="2929614" y="1356504"/>
                </a:cubicBezTo>
                <a:cubicBezTo>
                  <a:pt x="2921260" y="1358712"/>
                  <a:pt x="2912427" y="1359001"/>
                  <a:pt x="2903786" y="1359672"/>
                </a:cubicBezTo>
                <a:cubicBezTo>
                  <a:pt x="2894473" y="1360440"/>
                  <a:pt x="2884199" y="1358424"/>
                  <a:pt x="2875750" y="1361592"/>
                </a:cubicBezTo>
                <a:cubicBezTo>
                  <a:pt x="2850593" y="1371002"/>
                  <a:pt x="2824765" y="1373018"/>
                  <a:pt x="2798458" y="1373018"/>
                </a:cubicBezTo>
                <a:cubicBezTo>
                  <a:pt x="2793656" y="1373018"/>
                  <a:pt x="2788759" y="1371675"/>
                  <a:pt x="2784152" y="1370234"/>
                </a:cubicBezTo>
                <a:cubicBezTo>
                  <a:pt x="2757266" y="1361592"/>
                  <a:pt x="2730286" y="1362360"/>
                  <a:pt x="2702922" y="1367641"/>
                </a:cubicBezTo>
                <a:cubicBezTo>
                  <a:pt x="2697257" y="1368794"/>
                  <a:pt x="2690921" y="1368986"/>
                  <a:pt x="2685256" y="1367834"/>
                </a:cubicBezTo>
                <a:cubicBezTo>
                  <a:pt x="2669317" y="1364473"/>
                  <a:pt x="2653858" y="1358904"/>
                  <a:pt x="2637824" y="1356504"/>
                </a:cubicBezTo>
                <a:cubicBezTo>
                  <a:pt x="2611324" y="1352567"/>
                  <a:pt x="2588377" y="1365817"/>
                  <a:pt x="2564661" y="1374459"/>
                </a:cubicBezTo>
                <a:cubicBezTo>
                  <a:pt x="2542097" y="1382620"/>
                  <a:pt x="2522894" y="1401055"/>
                  <a:pt x="2496201" y="1396926"/>
                </a:cubicBezTo>
                <a:cubicBezTo>
                  <a:pt x="2493514" y="1396542"/>
                  <a:pt x="2490537" y="1399134"/>
                  <a:pt x="2487560" y="1399807"/>
                </a:cubicBezTo>
                <a:cubicBezTo>
                  <a:pt x="2479399" y="1401631"/>
                  <a:pt x="2471238" y="1403839"/>
                  <a:pt x="2462980" y="1404704"/>
                </a:cubicBezTo>
                <a:cubicBezTo>
                  <a:pt x="2452899" y="1405856"/>
                  <a:pt x="2442625" y="1405472"/>
                  <a:pt x="2432544" y="1406432"/>
                </a:cubicBezTo>
                <a:cubicBezTo>
                  <a:pt x="2419581" y="1407584"/>
                  <a:pt x="2406812" y="1410656"/>
                  <a:pt x="2393945" y="1410656"/>
                </a:cubicBezTo>
                <a:cubicBezTo>
                  <a:pt x="2383575" y="1410656"/>
                  <a:pt x="2373302" y="1407104"/>
                  <a:pt x="2363029" y="1405375"/>
                </a:cubicBezTo>
                <a:cubicBezTo>
                  <a:pt x="2348530" y="1402975"/>
                  <a:pt x="2332591" y="1403647"/>
                  <a:pt x="2319821" y="1397502"/>
                </a:cubicBezTo>
                <a:cubicBezTo>
                  <a:pt x="2306188" y="1390973"/>
                  <a:pt x="2293225" y="1387997"/>
                  <a:pt x="2279111" y="1390013"/>
                </a:cubicBezTo>
                <a:cubicBezTo>
                  <a:pt x="2274406" y="1390685"/>
                  <a:pt x="2268357" y="1394718"/>
                  <a:pt x="2266245" y="1398846"/>
                </a:cubicBezTo>
                <a:cubicBezTo>
                  <a:pt x="2261540" y="1408064"/>
                  <a:pt x="2255108" y="1409697"/>
                  <a:pt x="2246370" y="1406527"/>
                </a:cubicBezTo>
                <a:cubicBezTo>
                  <a:pt x="2238785" y="1403839"/>
                  <a:pt x="2229471" y="1402495"/>
                  <a:pt x="2224287" y="1397310"/>
                </a:cubicBezTo>
                <a:cubicBezTo>
                  <a:pt x="2209596" y="1382620"/>
                  <a:pt x="2190873" y="1382140"/>
                  <a:pt x="2172630" y="1378204"/>
                </a:cubicBezTo>
                <a:cubicBezTo>
                  <a:pt x="2161494" y="1375802"/>
                  <a:pt x="2151123" y="1375707"/>
                  <a:pt x="2139985" y="1377339"/>
                </a:cubicBezTo>
                <a:cubicBezTo>
                  <a:pt x="2115790" y="1380988"/>
                  <a:pt x="2092266" y="1375802"/>
                  <a:pt x="2069030" y="1369178"/>
                </a:cubicBezTo>
                <a:cubicBezTo>
                  <a:pt x="2053667" y="1364761"/>
                  <a:pt x="2037921" y="1362073"/>
                  <a:pt x="2022655" y="1357560"/>
                </a:cubicBezTo>
                <a:cubicBezTo>
                  <a:pt x="2011229" y="1354104"/>
                  <a:pt x="1999804" y="1349975"/>
                  <a:pt x="1989339" y="1344406"/>
                </a:cubicBezTo>
                <a:cubicBezTo>
                  <a:pt x="1974167" y="1336244"/>
                  <a:pt x="1960918" y="1323954"/>
                  <a:pt x="1941618" y="1327219"/>
                </a:cubicBezTo>
                <a:cubicBezTo>
                  <a:pt x="1924623" y="1330099"/>
                  <a:pt x="1909262" y="1324051"/>
                  <a:pt x="1893707" y="1318290"/>
                </a:cubicBezTo>
                <a:cubicBezTo>
                  <a:pt x="1882281" y="1314065"/>
                  <a:pt x="1870857" y="1309744"/>
                  <a:pt x="1859045" y="1307056"/>
                </a:cubicBezTo>
                <a:cubicBezTo>
                  <a:pt x="1845027" y="1303887"/>
                  <a:pt x="1829184" y="1305232"/>
                  <a:pt x="1816702" y="1299374"/>
                </a:cubicBezTo>
                <a:cubicBezTo>
                  <a:pt x="1803644" y="1293229"/>
                  <a:pt x="1792795" y="1297358"/>
                  <a:pt x="1781177" y="1299087"/>
                </a:cubicBezTo>
                <a:cubicBezTo>
                  <a:pt x="1762646" y="1301775"/>
                  <a:pt x="1744210" y="1306768"/>
                  <a:pt x="1725488" y="1300431"/>
                </a:cubicBezTo>
                <a:cubicBezTo>
                  <a:pt x="1702733" y="1292750"/>
                  <a:pt x="1680169" y="1284493"/>
                  <a:pt x="1657318" y="1277196"/>
                </a:cubicBezTo>
                <a:cubicBezTo>
                  <a:pt x="1648483" y="1274410"/>
                  <a:pt x="1638980" y="1273258"/>
                  <a:pt x="1629761" y="1272010"/>
                </a:cubicBezTo>
                <a:cubicBezTo>
                  <a:pt x="1621025" y="1270954"/>
                  <a:pt x="1610559" y="1273642"/>
                  <a:pt x="1603837" y="1269610"/>
                </a:cubicBezTo>
                <a:cubicBezTo>
                  <a:pt x="1586554" y="1259241"/>
                  <a:pt x="1568792" y="1254152"/>
                  <a:pt x="1548820" y="1254152"/>
                </a:cubicBezTo>
                <a:cubicBezTo>
                  <a:pt x="1541330" y="1254152"/>
                  <a:pt x="1534033" y="1249831"/>
                  <a:pt x="1526449" y="1249062"/>
                </a:cubicBezTo>
                <a:cubicBezTo>
                  <a:pt x="1516078" y="1248103"/>
                  <a:pt x="1504172" y="1245510"/>
                  <a:pt x="1495147" y="1249159"/>
                </a:cubicBezTo>
                <a:cubicBezTo>
                  <a:pt x="1473928" y="1257800"/>
                  <a:pt x="1456742" y="1250599"/>
                  <a:pt x="1438211" y="1242054"/>
                </a:cubicBezTo>
                <a:cubicBezTo>
                  <a:pt x="1419967" y="1233604"/>
                  <a:pt x="1400764" y="1226884"/>
                  <a:pt x="1381370" y="1221314"/>
                </a:cubicBezTo>
                <a:cubicBezTo>
                  <a:pt x="1374073" y="1219298"/>
                  <a:pt x="1365336" y="1222659"/>
                  <a:pt x="1357270" y="1223330"/>
                </a:cubicBezTo>
                <a:cubicBezTo>
                  <a:pt x="1354389" y="1223523"/>
                  <a:pt x="1351220" y="1223811"/>
                  <a:pt x="1348629" y="1222851"/>
                </a:cubicBezTo>
                <a:cubicBezTo>
                  <a:pt x="1323569" y="1213633"/>
                  <a:pt x="1298124" y="1206624"/>
                  <a:pt x="1270953" y="1211424"/>
                </a:cubicBezTo>
                <a:cubicBezTo>
                  <a:pt x="1268457" y="1211905"/>
                  <a:pt x="1265672" y="1210849"/>
                  <a:pt x="1263175" y="1210177"/>
                </a:cubicBezTo>
                <a:cubicBezTo>
                  <a:pt x="1250981" y="1206720"/>
                  <a:pt x="1239075" y="1201247"/>
                  <a:pt x="1226690" y="1199999"/>
                </a:cubicBezTo>
                <a:cubicBezTo>
                  <a:pt x="1196157" y="1196927"/>
                  <a:pt x="1165433" y="1195678"/>
                  <a:pt x="1134706" y="1193662"/>
                </a:cubicBezTo>
                <a:cubicBezTo>
                  <a:pt x="1132786" y="1193566"/>
                  <a:pt x="1130770" y="1193566"/>
                  <a:pt x="1129042" y="1192894"/>
                </a:cubicBezTo>
                <a:cubicBezTo>
                  <a:pt x="1117712" y="1188765"/>
                  <a:pt x="1107823" y="1190110"/>
                  <a:pt x="1098220" y="1197982"/>
                </a:cubicBezTo>
                <a:cubicBezTo>
                  <a:pt x="1093996" y="1201439"/>
                  <a:pt x="1088235" y="1203263"/>
                  <a:pt x="1082955" y="1205184"/>
                </a:cubicBezTo>
                <a:cubicBezTo>
                  <a:pt x="1075177" y="1208065"/>
                  <a:pt x="1067208" y="1210849"/>
                  <a:pt x="1059143" y="1212673"/>
                </a:cubicBezTo>
                <a:cubicBezTo>
                  <a:pt x="1051173" y="1214401"/>
                  <a:pt x="1042628" y="1216801"/>
                  <a:pt x="1034947" y="1215458"/>
                </a:cubicBezTo>
                <a:cubicBezTo>
                  <a:pt x="1021121" y="1213057"/>
                  <a:pt x="1007966" y="1207681"/>
                  <a:pt x="994332" y="1204127"/>
                </a:cubicBezTo>
                <a:cubicBezTo>
                  <a:pt x="989628" y="1202879"/>
                  <a:pt x="984442" y="1203072"/>
                  <a:pt x="979546" y="1202975"/>
                </a:cubicBezTo>
                <a:cubicBezTo>
                  <a:pt x="968312" y="1202688"/>
                  <a:pt x="956790" y="1205472"/>
                  <a:pt x="946613" y="1197503"/>
                </a:cubicBezTo>
                <a:cubicBezTo>
                  <a:pt x="937204" y="1190014"/>
                  <a:pt x="927697" y="1192221"/>
                  <a:pt x="917808" y="1197887"/>
                </a:cubicBezTo>
                <a:cubicBezTo>
                  <a:pt x="910703" y="1201920"/>
                  <a:pt x="902639" y="1205088"/>
                  <a:pt x="894669" y="1206624"/>
                </a:cubicBezTo>
                <a:cubicBezTo>
                  <a:pt x="883723" y="1208736"/>
                  <a:pt x="872873" y="1209601"/>
                  <a:pt x="861063" y="1208352"/>
                </a:cubicBezTo>
                <a:cubicBezTo>
                  <a:pt x="852710" y="1207488"/>
                  <a:pt x="845892" y="1207104"/>
                  <a:pt x="839363" y="1202015"/>
                </a:cubicBezTo>
                <a:cubicBezTo>
                  <a:pt x="838308" y="1201247"/>
                  <a:pt x="836388" y="1201055"/>
                  <a:pt x="834947" y="1201152"/>
                </a:cubicBezTo>
                <a:cubicBezTo>
                  <a:pt x="816032" y="1202784"/>
                  <a:pt x="797309" y="1201920"/>
                  <a:pt x="778202" y="1200767"/>
                </a:cubicBezTo>
                <a:cubicBezTo>
                  <a:pt x="753911" y="1199231"/>
                  <a:pt x="728370" y="1203743"/>
                  <a:pt x="707343" y="1219874"/>
                </a:cubicBezTo>
                <a:cubicBezTo>
                  <a:pt x="704271" y="1222275"/>
                  <a:pt x="699662" y="1223330"/>
                  <a:pt x="695629" y="1223907"/>
                </a:cubicBezTo>
                <a:cubicBezTo>
                  <a:pt x="676618" y="1226403"/>
                  <a:pt x="657511" y="1228132"/>
                  <a:pt x="638500" y="1230916"/>
                </a:cubicBezTo>
                <a:cubicBezTo>
                  <a:pt x="628130" y="1232452"/>
                  <a:pt x="617280" y="1233797"/>
                  <a:pt x="607872" y="1238021"/>
                </a:cubicBezTo>
                <a:cubicBezTo>
                  <a:pt x="598655" y="1242149"/>
                  <a:pt x="591260" y="1247046"/>
                  <a:pt x="585788" y="1238405"/>
                </a:cubicBezTo>
                <a:cubicBezTo>
                  <a:pt x="575995" y="1243014"/>
                  <a:pt x="567448" y="1246855"/>
                  <a:pt x="559097" y="1250983"/>
                </a:cubicBezTo>
                <a:cubicBezTo>
                  <a:pt x="556023" y="1252519"/>
                  <a:pt x="553431" y="1255016"/>
                  <a:pt x="550358" y="1256456"/>
                </a:cubicBezTo>
                <a:cubicBezTo>
                  <a:pt x="547093" y="1257993"/>
                  <a:pt x="543445" y="1258952"/>
                  <a:pt x="539893" y="1259720"/>
                </a:cubicBezTo>
                <a:cubicBezTo>
                  <a:pt x="524050" y="1263177"/>
                  <a:pt x="508207" y="1266345"/>
                  <a:pt x="492462" y="1270090"/>
                </a:cubicBezTo>
                <a:cubicBezTo>
                  <a:pt x="489388" y="1270858"/>
                  <a:pt x="486796" y="1273931"/>
                  <a:pt x="484011" y="1275947"/>
                </a:cubicBezTo>
                <a:cubicBezTo>
                  <a:pt x="482187" y="1277291"/>
                  <a:pt x="480363" y="1279307"/>
                  <a:pt x="478346" y="1279596"/>
                </a:cubicBezTo>
                <a:cubicBezTo>
                  <a:pt x="462984" y="1281900"/>
                  <a:pt x="447718" y="1284589"/>
                  <a:pt x="432260" y="1285741"/>
                </a:cubicBezTo>
                <a:cubicBezTo>
                  <a:pt x="419298" y="1286700"/>
                  <a:pt x="406815" y="1286413"/>
                  <a:pt x="403455" y="1303119"/>
                </a:cubicBezTo>
                <a:cubicBezTo>
                  <a:pt x="402879" y="1306000"/>
                  <a:pt x="398750" y="1309073"/>
                  <a:pt x="395583" y="1310512"/>
                </a:cubicBezTo>
                <a:cubicBezTo>
                  <a:pt x="386557" y="1314641"/>
                  <a:pt x="376954" y="1317425"/>
                  <a:pt x="368025" y="1321650"/>
                </a:cubicBezTo>
                <a:cubicBezTo>
                  <a:pt x="338741" y="1335764"/>
                  <a:pt x="308113" y="1344694"/>
                  <a:pt x="275371" y="1343062"/>
                </a:cubicBezTo>
                <a:cubicBezTo>
                  <a:pt x="265194" y="1342582"/>
                  <a:pt x="255304" y="1337396"/>
                  <a:pt x="248871" y="1335476"/>
                </a:cubicBezTo>
                <a:cubicBezTo>
                  <a:pt x="230341" y="1343062"/>
                  <a:pt x="214786" y="1350359"/>
                  <a:pt x="198559" y="1355831"/>
                </a:cubicBezTo>
                <a:cubicBezTo>
                  <a:pt x="184253" y="1360728"/>
                  <a:pt x="169274" y="1363801"/>
                  <a:pt x="154583" y="1367353"/>
                </a:cubicBezTo>
                <a:cubicBezTo>
                  <a:pt x="149206" y="1368698"/>
                  <a:pt x="143734" y="1369466"/>
                  <a:pt x="138261" y="1370138"/>
                </a:cubicBezTo>
                <a:cubicBezTo>
                  <a:pt x="121171" y="1372250"/>
                  <a:pt x="103312" y="1367162"/>
                  <a:pt x="86606" y="1375227"/>
                </a:cubicBezTo>
                <a:cubicBezTo>
                  <a:pt x="77868" y="1379452"/>
                  <a:pt x="69226" y="1384540"/>
                  <a:pt x="60009" y="1386749"/>
                </a:cubicBezTo>
                <a:cubicBezTo>
                  <a:pt x="50120" y="1389149"/>
                  <a:pt x="40446" y="1392894"/>
                  <a:pt x="30568" y="1395570"/>
                </a:cubicBezTo>
                <a:lnTo>
                  <a:pt x="0" y="1397975"/>
                </a:lnTo>
                <a:lnTo>
                  <a:pt x="0" y="1041395"/>
                </a:lnTo>
                <a:lnTo>
                  <a:pt x="17282" y="1043014"/>
                </a:lnTo>
                <a:cubicBezTo>
                  <a:pt x="26692" y="1044358"/>
                  <a:pt x="35813" y="1048967"/>
                  <a:pt x="45030" y="1049159"/>
                </a:cubicBezTo>
                <a:cubicBezTo>
                  <a:pt x="59529" y="1049448"/>
                  <a:pt x="72395" y="1051271"/>
                  <a:pt x="85356" y="1059145"/>
                </a:cubicBezTo>
                <a:cubicBezTo>
                  <a:pt x="104944" y="1070955"/>
                  <a:pt x="121074" y="1065962"/>
                  <a:pt x="133077" y="1047815"/>
                </a:cubicBezTo>
                <a:cubicBezTo>
                  <a:pt x="134325" y="1045991"/>
                  <a:pt x="135957" y="1043590"/>
                  <a:pt x="137877" y="1043110"/>
                </a:cubicBezTo>
                <a:cubicBezTo>
                  <a:pt x="154872" y="1038885"/>
                  <a:pt x="172347" y="1030820"/>
                  <a:pt x="189053" y="1031877"/>
                </a:cubicBezTo>
                <a:cubicBezTo>
                  <a:pt x="218530" y="1033797"/>
                  <a:pt x="246278" y="1031493"/>
                  <a:pt x="273066" y="1019010"/>
                </a:cubicBezTo>
                <a:cubicBezTo>
                  <a:pt x="274698" y="1018242"/>
                  <a:pt x="277195" y="1017474"/>
                  <a:pt x="278539" y="1018146"/>
                </a:cubicBezTo>
                <a:cubicBezTo>
                  <a:pt x="294670" y="1026500"/>
                  <a:pt x="312336" y="1033125"/>
                  <a:pt x="326355" y="1044358"/>
                </a:cubicBezTo>
                <a:cubicBezTo>
                  <a:pt x="339701" y="1055016"/>
                  <a:pt x="355832" y="1055112"/>
                  <a:pt x="364761" y="1040710"/>
                </a:cubicBezTo>
                <a:cubicBezTo>
                  <a:pt x="369177" y="1033604"/>
                  <a:pt x="375322" y="1025348"/>
                  <a:pt x="382619" y="1022562"/>
                </a:cubicBezTo>
                <a:cubicBezTo>
                  <a:pt x="399134" y="1016226"/>
                  <a:pt x="416802" y="1012961"/>
                  <a:pt x="433988" y="1008256"/>
                </a:cubicBezTo>
                <a:cubicBezTo>
                  <a:pt x="455208" y="1002495"/>
                  <a:pt x="476139" y="1002495"/>
                  <a:pt x="497262" y="1009697"/>
                </a:cubicBezTo>
                <a:cubicBezTo>
                  <a:pt x="512145" y="1014785"/>
                  <a:pt x="527315" y="1014785"/>
                  <a:pt x="542101" y="1007872"/>
                </a:cubicBezTo>
                <a:cubicBezTo>
                  <a:pt x="550070" y="1004128"/>
                  <a:pt x="558232" y="1000288"/>
                  <a:pt x="566681" y="998175"/>
                </a:cubicBezTo>
                <a:cubicBezTo>
                  <a:pt x="572154" y="996830"/>
                  <a:pt x="578490" y="998079"/>
                  <a:pt x="584251" y="999136"/>
                </a:cubicBezTo>
                <a:cubicBezTo>
                  <a:pt x="595389" y="1001248"/>
                  <a:pt x="606911" y="1007681"/>
                  <a:pt x="617280" y="1006049"/>
                </a:cubicBezTo>
                <a:cubicBezTo>
                  <a:pt x="653095" y="1000288"/>
                  <a:pt x="686892" y="1013826"/>
                  <a:pt x="721842" y="1014210"/>
                </a:cubicBezTo>
                <a:cubicBezTo>
                  <a:pt x="737684" y="1014401"/>
                  <a:pt x="753335" y="1017474"/>
                  <a:pt x="764472" y="1001440"/>
                </a:cubicBezTo>
                <a:cubicBezTo>
                  <a:pt x="765912" y="999327"/>
                  <a:pt x="772922" y="1000479"/>
                  <a:pt x="777242" y="1001152"/>
                </a:cubicBezTo>
                <a:cubicBezTo>
                  <a:pt x="786844" y="1002592"/>
                  <a:pt x="796350" y="1006240"/>
                  <a:pt x="805854" y="1006145"/>
                </a:cubicBezTo>
                <a:cubicBezTo>
                  <a:pt x="825538" y="1006049"/>
                  <a:pt x="845317" y="1004513"/>
                  <a:pt x="864904" y="1002784"/>
                </a:cubicBezTo>
                <a:cubicBezTo>
                  <a:pt x="872297" y="1002111"/>
                  <a:pt x="879402" y="999520"/>
                  <a:pt x="886700" y="997695"/>
                </a:cubicBezTo>
                <a:cubicBezTo>
                  <a:pt x="890732" y="996639"/>
                  <a:pt x="895053" y="993855"/>
                  <a:pt x="898797" y="994430"/>
                </a:cubicBezTo>
                <a:cubicBezTo>
                  <a:pt x="920497" y="997791"/>
                  <a:pt x="940372" y="989534"/>
                  <a:pt x="960919" y="985405"/>
                </a:cubicBezTo>
                <a:cubicBezTo>
                  <a:pt x="970425" y="983485"/>
                  <a:pt x="979354" y="978876"/>
                  <a:pt x="988571" y="975708"/>
                </a:cubicBezTo>
                <a:cubicBezTo>
                  <a:pt x="990972" y="974843"/>
                  <a:pt x="993660" y="974075"/>
                  <a:pt x="996061" y="974268"/>
                </a:cubicBezTo>
                <a:cubicBezTo>
                  <a:pt x="1009791" y="975420"/>
                  <a:pt x="1023425" y="977052"/>
                  <a:pt x="1037059" y="978300"/>
                </a:cubicBezTo>
                <a:cubicBezTo>
                  <a:pt x="1049445" y="979452"/>
                  <a:pt x="1061927" y="979836"/>
                  <a:pt x="1067784" y="993950"/>
                </a:cubicBezTo>
                <a:cubicBezTo>
                  <a:pt x="1068649" y="996159"/>
                  <a:pt x="1071528" y="997791"/>
                  <a:pt x="1073737" y="999231"/>
                </a:cubicBezTo>
                <a:cubicBezTo>
                  <a:pt x="1107823" y="1021411"/>
                  <a:pt x="1126065" y="1020835"/>
                  <a:pt x="1159383" y="997407"/>
                </a:cubicBezTo>
                <a:cubicBezTo>
                  <a:pt x="1162839" y="995007"/>
                  <a:pt x="1170232" y="993278"/>
                  <a:pt x="1172536" y="995198"/>
                </a:cubicBezTo>
                <a:cubicBezTo>
                  <a:pt x="1192124" y="1011137"/>
                  <a:pt x="1213535" y="1009409"/>
                  <a:pt x="1236099" y="1004416"/>
                </a:cubicBezTo>
                <a:cubicBezTo>
                  <a:pt x="1241956" y="1003072"/>
                  <a:pt x="1250213" y="1003072"/>
                  <a:pt x="1254630" y="1006240"/>
                </a:cubicBezTo>
                <a:cubicBezTo>
                  <a:pt x="1275657" y="1020930"/>
                  <a:pt x="1298221" y="1018819"/>
                  <a:pt x="1321072" y="1014498"/>
                </a:cubicBezTo>
                <a:cubicBezTo>
                  <a:pt x="1324624" y="1013826"/>
                  <a:pt x="1328946" y="1010177"/>
                  <a:pt x="1330481" y="1006817"/>
                </a:cubicBezTo>
                <a:cubicBezTo>
                  <a:pt x="1335955" y="994911"/>
                  <a:pt x="1346229" y="990878"/>
                  <a:pt x="1357558" y="987517"/>
                </a:cubicBezTo>
                <a:cubicBezTo>
                  <a:pt x="1375417" y="982044"/>
                  <a:pt x="1392987" y="975611"/>
                  <a:pt x="1410942" y="970427"/>
                </a:cubicBezTo>
                <a:cubicBezTo>
                  <a:pt x="1415360" y="969179"/>
                  <a:pt x="1420832" y="969947"/>
                  <a:pt x="1425441" y="971387"/>
                </a:cubicBezTo>
                <a:cubicBezTo>
                  <a:pt x="1441187" y="976284"/>
                  <a:pt x="1451173" y="988574"/>
                  <a:pt x="1462118" y="999904"/>
                </a:cubicBezTo>
                <a:cubicBezTo>
                  <a:pt x="1466919" y="1004897"/>
                  <a:pt x="1473544" y="1008449"/>
                  <a:pt x="1479978" y="1011329"/>
                </a:cubicBezTo>
                <a:cubicBezTo>
                  <a:pt x="1496684" y="1018723"/>
                  <a:pt x="1513775" y="1025348"/>
                  <a:pt x="1530674" y="1032356"/>
                </a:cubicBezTo>
                <a:cubicBezTo>
                  <a:pt x="1532306" y="1033029"/>
                  <a:pt x="1533649" y="1034757"/>
                  <a:pt x="1534898" y="1036197"/>
                </a:cubicBezTo>
                <a:cubicBezTo>
                  <a:pt x="1547380" y="1051368"/>
                  <a:pt x="1559765" y="1066634"/>
                  <a:pt x="1572344" y="1081804"/>
                </a:cubicBezTo>
                <a:cubicBezTo>
                  <a:pt x="1574744" y="1084684"/>
                  <a:pt x="1578201" y="1086797"/>
                  <a:pt x="1580793" y="1089581"/>
                </a:cubicBezTo>
                <a:cubicBezTo>
                  <a:pt x="1584442" y="1093422"/>
                  <a:pt x="1589051" y="1097071"/>
                  <a:pt x="1590971" y="1101680"/>
                </a:cubicBezTo>
                <a:cubicBezTo>
                  <a:pt x="1596923" y="1116177"/>
                  <a:pt x="1608350" y="1122419"/>
                  <a:pt x="1622751" y="1125108"/>
                </a:cubicBezTo>
                <a:cubicBezTo>
                  <a:pt x="1635906" y="1127603"/>
                  <a:pt x="1649060" y="1129716"/>
                  <a:pt x="1662118" y="1132596"/>
                </a:cubicBezTo>
                <a:cubicBezTo>
                  <a:pt x="1678056" y="1136053"/>
                  <a:pt x="1693899" y="1139798"/>
                  <a:pt x="1709646" y="1144022"/>
                </a:cubicBezTo>
                <a:cubicBezTo>
                  <a:pt x="1716462" y="1145847"/>
                  <a:pt x="1723664" y="1147959"/>
                  <a:pt x="1729521" y="1151704"/>
                </a:cubicBezTo>
                <a:cubicBezTo>
                  <a:pt x="1745939" y="1162073"/>
                  <a:pt x="1763510" y="1169082"/>
                  <a:pt x="1782809" y="1166298"/>
                </a:cubicBezTo>
                <a:cubicBezTo>
                  <a:pt x="1798267" y="1164089"/>
                  <a:pt x="1811229" y="1169754"/>
                  <a:pt x="1820831" y="1178588"/>
                </a:cubicBezTo>
                <a:cubicBezTo>
                  <a:pt x="1838306" y="1194623"/>
                  <a:pt x="1857028" y="1190973"/>
                  <a:pt x="1875656" y="1185789"/>
                </a:cubicBezTo>
                <a:cubicBezTo>
                  <a:pt x="1885257" y="1183101"/>
                  <a:pt x="1893130" y="1183485"/>
                  <a:pt x="1902252" y="1186076"/>
                </a:cubicBezTo>
                <a:cubicBezTo>
                  <a:pt x="1923375" y="1192126"/>
                  <a:pt x="1937490" y="1208544"/>
                  <a:pt x="1951123" y="1222946"/>
                </a:cubicBezTo>
                <a:cubicBezTo>
                  <a:pt x="1962742" y="1235236"/>
                  <a:pt x="1975800" y="1242149"/>
                  <a:pt x="1990106" y="1247335"/>
                </a:cubicBezTo>
                <a:cubicBezTo>
                  <a:pt x="2008157" y="1253959"/>
                  <a:pt x="2022463" y="1251464"/>
                  <a:pt x="2031105" y="1235525"/>
                </a:cubicBezTo>
                <a:cubicBezTo>
                  <a:pt x="2033505" y="1231012"/>
                  <a:pt x="2037729" y="1225730"/>
                  <a:pt x="2042242" y="1224387"/>
                </a:cubicBezTo>
                <a:cubicBezTo>
                  <a:pt x="2064037" y="1217666"/>
                  <a:pt x="2086121" y="1207872"/>
                  <a:pt x="2109453" y="1213826"/>
                </a:cubicBezTo>
                <a:cubicBezTo>
                  <a:pt x="2141714" y="1221987"/>
                  <a:pt x="2173207" y="1221507"/>
                  <a:pt x="2205468" y="1213442"/>
                </a:cubicBezTo>
                <a:cubicBezTo>
                  <a:pt x="2257796" y="1200383"/>
                  <a:pt x="2310124" y="1186557"/>
                  <a:pt x="2365142" y="1189437"/>
                </a:cubicBezTo>
                <a:cubicBezTo>
                  <a:pt x="2374262" y="1189917"/>
                  <a:pt x="2385112" y="1184060"/>
                  <a:pt x="2392985" y="1178299"/>
                </a:cubicBezTo>
                <a:cubicBezTo>
                  <a:pt x="2408060" y="1167354"/>
                  <a:pt x="2407387" y="1166489"/>
                  <a:pt x="2424286" y="1175515"/>
                </a:cubicBezTo>
                <a:cubicBezTo>
                  <a:pt x="2428319" y="1177724"/>
                  <a:pt x="2433312" y="1179068"/>
                  <a:pt x="2436289" y="1182333"/>
                </a:cubicBezTo>
                <a:cubicBezTo>
                  <a:pt x="2451458" y="1198943"/>
                  <a:pt x="2470182" y="1194910"/>
                  <a:pt x="2488808" y="1192510"/>
                </a:cubicBezTo>
                <a:cubicBezTo>
                  <a:pt x="2492073" y="1192030"/>
                  <a:pt x="2496009" y="1191358"/>
                  <a:pt x="2498795" y="1192702"/>
                </a:cubicBezTo>
                <a:cubicBezTo>
                  <a:pt x="2511372" y="1198750"/>
                  <a:pt x="2522030" y="1196639"/>
                  <a:pt x="2532976" y="1188381"/>
                </a:cubicBezTo>
                <a:cubicBezTo>
                  <a:pt x="2542481" y="1181276"/>
                  <a:pt x="2553427" y="1177052"/>
                  <a:pt x="2564661" y="1185885"/>
                </a:cubicBezTo>
                <a:cubicBezTo>
                  <a:pt x="2589625" y="1205472"/>
                  <a:pt x="2616316" y="1206432"/>
                  <a:pt x="2644545" y="1194046"/>
                </a:cubicBezTo>
                <a:cubicBezTo>
                  <a:pt x="2664708" y="1185213"/>
                  <a:pt x="2684583" y="1183196"/>
                  <a:pt x="2705803" y="1192126"/>
                </a:cubicBezTo>
                <a:cubicBezTo>
                  <a:pt x="2713964" y="1195582"/>
                  <a:pt x="2724526" y="1193278"/>
                  <a:pt x="2734031" y="1194046"/>
                </a:cubicBezTo>
                <a:cubicBezTo>
                  <a:pt x="2739408" y="1194430"/>
                  <a:pt x="2745362" y="1194526"/>
                  <a:pt x="2749969" y="1196927"/>
                </a:cubicBezTo>
                <a:cubicBezTo>
                  <a:pt x="2762260" y="1203072"/>
                  <a:pt x="2773685" y="1210945"/>
                  <a:pt x="2786071" y="1216994"/>
                </a:cubicBezTo>
                <a:cubicBezTo>
                  <a:pt x="2792024" y="1219874"/>
                  <a:pt x="2799129" y="1221410"/>
                  <a:pt x="2805851" y="1221507"/>
                </a:cubicBezTo>
                <a:cubicBezTo>
                  <a:pt x="2825726" y="1221987"/>
                  <a:pt x="2845601" y="1221987"/>
                  <a:pt x="2865380" y="1221123"/>
                </a:cubicBezTo>
                <a:cubicBezTo>
                  <a:pt x="2898025" y="1219778"/>
                  <a:pt x="2931150" y="1219490"/>
                  <a:pt x="2954674" y="1190878"/>
                </a:cubicBezTo>
                <a:cubicBezTo>
                  <a:pt x="2956595" y="1188573"/>
                  <a:pt x="2960723" y="1187229"/>
                  <a:pt x="2963988" y="1186845"/>
                </a:cubicBezTo>
                <a:cubicBezTo>
                  <a:pt x="2979062" y="1185021"/>
                  <a:pt x="2994520" y="1184828"/>
                  <a:pt x="3009403" y="1181852"/>
                </a:cubicBezTo>
                <a:cubicBezTo>
                  <a:pt x="3021309" y="1179452"/>
                  <a:pt x="3031199" y="1180220"/>
                  <a:pt x="3040223" y="1188669"/>
                </a:cubicBezTo>
                <a:cubicBezTo>
                  <a:pt x="3052034" y="1199807"/>
                  <a:pt x="3066436" y="1206336"/>
                  <a:pt x="3082183" y="1202784"/>
                </a:cubicBezTo>
                <a:cubicBezTo>
                  <a:pt x="3097928" y="1199327"/>
                  <a:pt x="3108298" y="1206816"/>
                  <a:pt x="3119916" y="1214594"/>
                </a:cubicBezTo>
                <a:cubicBezTo>
                  <a:pt x="3128366" y="1220258"/>
                  <a:pt x="3137967" y="1227363"/>
                  <a:pt x="3147376" y="1227939"/>
                </a:cubicBezTo>
                <a:cubicBezTo>
                  <a:pt x="3168692" y="1229187"/>
                  <a:pt x="3187031" y="1248967"/>
                  <a:pt x="3210171" y="1237733"/>
                </a:cubicBezTo>
                <a:cubicBezTo>
                  <a:pt x="3211707" y="1236965"/>
                  <a:pt x="3214491" y="1238885"/>
                  <a:pt x="3216700" y="1239365"/>
                </a:cubicBezTo>
                <a:cubicBezTo>
                  <a:pt x="3234366" y="1243014"/>
                  <a:pt x="3250977" y="1239461"/>
                  <a:pt x="3263939" y="1227459"/>
                </a:cubicBezTo>
                <a:cubicBezTo>
                  <a:pt x="3280934" y="1211809"/>
                  <a:pt x="3299752" y="1210272"/>
                  <a:pt x="3320683" y="1215362"/>
                </a:cubicBezTo>
                <a:cubicBezTo>
                  <a:pt x="3327405" y="1216994"/>
                  <a:pt x="3334126" y="1218146"/>
                  <a:pt x="3340943" y="1219490"/>
                </a:cubicBezTo>
                <a:cubicBezTo>
                  <a:pt x="3350160" y="1221410"/>
                  <a:pt x="3359474" y="1223427"/>
                  <a:pt x="3368691" y="1225347"/>
                </a:cubicBezTo>
                <a:cubicBezTo>
                  <a:pt x="3377621" y="1227268"/>
                  <a:pt x="3387511" y="1230532"/>
                  <a:pt x="3394423" y="1222275"/>
                </a:cubicBezTo>
                <a:cubicBezTo>
                  <a:pt x="3400376" y="1215169"/>
                  <a:pt x="3404601" y="1215842"/>
                  <a:pt x="3410074" y="1221987"/>
                </a:cubicBezTo>
                <a:cubicBezTo>
                  <a:pt x="3429085" y="1243494"/>
                  <a:pt x="3452129" y="1256936"/>
                  <a:pt x="3481509" y="1257896"/>
                </a:cubicBezTo>
                <a:cubicBezTo>
                  <a:pt x="3487558" y="1258088"/>
                  <a:pt x="3493703" y="1259432"/>
                  <a:pt x="3499656" y="1260873"/>
                </a:cubicBezTo>
                <a:cubicBezTo>
                  <a:pt x="3503305" y="1261736"/>
                  <a:pt x="3507722" y="1262697"/>
                  <a:pt x="3509930" y="1265290"/>
                </a:cubicBezTo>
                <a:cubicBezTo>
                  <a:pt x="3527116" y="1285068"/>
                  <a:pt x="3548528" y="1298799"/>
                  <a:pt x="3571860" y="1309841"/>
                </a:cubicBezTo>
                <a:cubicBezTo>
                  <a:pt x="3580213" y="1313777"/>
                  <a:pt x="3589143" y="1317713"/>
                  <a:pt x="3598168" y="1318866"/>
                </a:cubicBezTo>
                <a:cubicBezTo>
                  <a:pt x="3607577" y="1320018"/>
                  <a:pt x="3617466" y="1318098"/>
                  <a:pt x="3627068" y="1317041"/>
                </a:cubicBezTo>
                <a:cubicBezTo>
                  <a:pt x="3632733" y="1316466"/>
                  <a:pt x="3639262" y="1316561"/>
                  <a:pt x="3643775" y="1313777"/>
                </a:cubicBezTo>
                <a:cubicBezTo>
                  <a:pt x="3658081" y="1305039"/>
                  <a:pt x="3671907" y="1295631"/>
                  <a:pt x="3685254" y="1285452"/>
                </a:cubicBezTo>
                <a:cubicBezTo>
                  <a:pt x="3696680" y="1276715"/>
                  <a:pt x="3698984" y="1275467"/>
                  <a:pt x="3708873" y="1286413"/>
                </a:cubicBezTo>
                <a:cubicBezTo>
                  <a:pt x="3719051" y="1297647"/>
                  <a:pt x="3731725" y="1303503"/>
                  <a:pt x="3745743" y="1305903"/>
                </a:cubicBezTo>
                <a:cubicBezTo>
                  <a:pt x="3767922" y="1309648"/>
                  <a:pt x="3790294" y="1312816"/>
                  <a:pt x="3812665" y="1314641"/>
                </a:cubicBezTo>
                <a:cubicBezTo>
                  <a:pt x="3832924" y="1316273"/>
                  <a:pt x="3842622" y="1307440"/>
                  <a:pt x="3846655" y="1287373"/>
                </a:cubicBezTo>
                <a:cubicBezTo>
                  <a:pt x="3848959" y="1276235"/>
                  <a:pt x="3851936" y="1264137"/>
                  <a:pt x="3864225" y="1261161"/>
                </a:cubicBezTo>
                <a:cubicBezTo>
                  <a:pt x="3884293" y="1256360"/>
                  <a:pt x="3905128" y="1254248"/>
                  <a:pt x="3915018" y="1230724"/>
                </a:cubicBezTo>
                <a:cubicBezTo>
                  <a:pt x="3920490" y="1235909"/>
                  <a:pt x="3923851" y="1238981"/>
                  <a:pt x="3927116" y="1242054"/>
                </a:cubicBezTo>
                <a:cubicBezTo>
                  <a:pt x="3936141" y="1250599"/>
                  <a:pt x="3954863" y="1254248"/>
                  <a:pt x="3964370" y="1246855"/>
                </a:cubicBezTo>
                <a:cubicBezTo>
                  <a:pt x="3978388" y="1236101"/>
                  <a:pt x="3991254" y="1238117"/>
                  <a:pt x="4004696" y="1246471"/>
                </a:cubicBezTo>
                <a:cubicBezTo>
                  <a:pt x="4027164" y="1260297"/>
                  <a:pt x="4052223" y="1257128"/>
                  <a:pt x="4074978" y="1251559"/>
                </a:cubicBezTo>
                <a:cubicBezTo>
                  <a:pt x="4092166" y="1247430"/>
                  <a:pt x="4110505" y="1239845"/>
                  <a:pt x="4121738" y="1222466"/>
                </a:cubicBezTo>
                <a:cubicBezTo>
                  <a:pt x="4125290" y="1216898"/>
                  <a:pt x="4133260" y="1214113"/>
                  <a:pt x="4139598" y="1210465"/>
                </a:cubicBezTo>
                <a:cubicBezTo>
                  <a:pt x="4144878" y="1207488"/>
                  <a:pt x="4150447" y="1204704"/>
                  <a:pt x="4156304" y="1202784"/>
                </a:cubicBezTo>
                <a:cubicBezTo>
                  <a:pt x="4162544" y="1200671"/>
                  <a:pt x="4169458" y="1197598"/>
                  <a:pt x="4175604" y="1198463"/>
                </a:cubicBezTo>
                <a:cubicBezTo>
                  <a:pt x="4194230" y="1200959"/>
                  <a:pt x="4209016" y="1196062"/>
                  <a:pt x="4222170" y="1182140"/>
                </a:cubicBezTo>
                <a:cubicBezTo>
                  <a:pt x="4228988" y="1174939"/>
                  <a:pt x="4239069" y="1166202"/>
                  <a:pt x="4247710" y="1166105"/>
                </a:cubicBezTo>
                <a:cubicBezTo>
                  <a:pt x="4268738" y="1165818"/>
                  <a:pt x="4286212" y="1158905"/>
                  <a:pt x="4305128" y="1150647"/>
                </a:cubicBezTo>
                <a:cubicBezTo>
                  <a:pt x="4317321" y="1145366"/>
                  <a:pt x="4331147" y="1141718"/>
                  <a:pt x="4344206" y="1136821"/>
                </a:cubicBezTo>
                <a:cubicBezTo>
                  <a:pt x="4359472" y="1131060"/>
                  <a:pt x="4376083" y="1128948"/>
                  <a:pt x="4385396" y="1113009"/>
                </a:cubicBezTo>
                <a:cubicBezTo>
                  <a:pt x="4386452" y="1111281"/>
                  <a:pt x="4389621" y="1110993"/>
                  <a:pt x="4391157" y="1109361"/>
                </a:cubicBezTo>
                <a:cubicBezTo>
                  <a:pt x="4396054" y="1104368"/>
                  <a:pt x="4402391" y="1099760"/>
                  <a:pt x="4404984" y="1093710"/>
                </a:cubicBezTo>
                <a:cubicBezTo>
                  <a:pt x="4412472" y="1076044"/>
                  <a:pt x="4418329" y="1057800"/>
                  <a:pt x="4425050" y="1039846"/>
                </a:cubicBezTo>
                <a:cubicBezTo>
                  <a:pt x="4426491" y="1036005"/>
                  <a:pt x="4427834" y="1031108"/>
                  <a:pt x="4430812" y="1028900"/>
                </a:cubicBezTo>
                <a:cubicBezTo>
                  <a:pt x="4447998" y="1016226"/>
                  <a:pt x="4465474" y="1004032"/>
                  <a:pt x="4483140" y="992030"/>
                </a:cubicBezTo>
                <a:cubicBezTo>
                  <a:pt x="4490245" y="987229"/>
                  <a:pt x="4496198" y="989918"/>
                  <a:pt x="4502535" y="995487"/>
                </a:cubicBezTo>
                <a:cubicBezTo>
                  <a:pt x="4508680" y="1000768"/>
                  <a:pt x="4516266" y="1006240"/>
                  <a:pt x="4523946" y="1007585"/>
                </a:cubicBezTo>
                <a:cubicBezTo>
                  <a:pt x="4539309" y="1010177"/>
                  <a:pt x="4555247" y="1010753"/>
                  <a:pt x="4570898" y="1010753"/>
                </a:cubicBezTo>
                <a:cubicBezTo>
                  <a:pt x="4576754" y="1010753"/>
                  <a:pt x="4582995" y="1007297"/>
                  <a:pt x="4588468" y="1004513"/>
                </a:cubicBezTo>
                <a:cubicBezTo>
                  <a:pt x="4598838" y="999231"/>
                  <a:pt x="4608439" y="992126"/>
                  <a:pt x="4619192" y="987710"/>
                </a:cubicBezTo>
                <a:cubicBezTo>
                  <a:pt x="4631675" y="982621"/>
                  <a:pt x="4639164" y="974459"/>
                  <a:pt x="4642908" y="961689"/>
                </a:cubicBezTo>
                <a:cubicBezTo>
                  <a:pt x="4648478" y="942679"/>
                  <a:pt x="4661728" y="929428"/>
                  <a:pt x="4677378" y="918674"/>
                </a:cubicBezTo>
                <a:cubicBezTo>
                  <a:pt x="4697254" y="904944"/>
                  <a:pt x="4720970" y="905616"/>
                  <a:pt x="4743532" y="902256"/>
                </a:cubicBezTo>
                <a:cubicBezTo>
                  <a:pt x="4752174" y="901008"/>
                  <a:pt x="4761104" y="899951"/>
                  <a:pt x="4768977" y="896783"/>
                </a:cubicBezTo>
                <a:cubicBezTo>
                  <a:pt x="4798837" y="884877"/>
                  <a:pt x="4828698" y="873548"/>
                  <a:pt x="4861536" y="873835"/>
                </a:cubicBezTo>
                <a:cubicBezTo>
                  <a:pt x="4864223" y="873835"/>
                  <a:pt x="4866912" y="873548"/>
                  <a:pt x="4869600" y="873067"/>
                </a:cubicBezTo>
                <a:cubicBezTo>
                  <a:pt x="4892932" y="869131"/>
                  <a:pt x="4917032" y="867594"/>
                  <a:pt x="4933738" y="846664"/>
                </a:cubicBezTo>
                <a:cubicBezTo>
                  <a:pt x="4936810" y="842823"/>
                  <a:pt x="4943820" y="841671"/>
                  <a:pt x="4949196" y="840134"/>
                </a:cubicBezTo>
                <a:cubicBezTo>
                  <a:pt x="4958510" y="837638"/>
                  <a:pt x="4964752" y="832549"/>
                  <a:pt x="4968112" y="823427"/>
                </a:cubicBezTo>
                <a:cubicBezTo>
                  <a:pt x="4973778" y="807681"/>
                  <a:pt x="4980498" y="792223"/>
                  <a:pt x="4985588" y="776284"/>
                </a:cubicBezTo>
                <a:cubicBezTo>
                  <a:pt x="4989140" y="765338"/>
                  <a:pt x="4995764" y="759289"/>
                  <a:pt x="5006038" y="754776"/>
                </a:cubicBezTo>
                <a:cubicBezTo>
                  <a:pt x="5011800" y="752280"/>
                  <a:pt x="5016792" y="746808"/>
                  <a:pt x="5020921" y="741718"/>
                </a:cubicBezTo>
                <a:cubicBezTo>
                  <a:pt x="5025914" y="735573"/>
                  <a:pt x="5028506" y="727412"/>
                  <a:pt x="5033978" y="721940"/>
                </a:cubicBezTo>
                <a:cubicBezTo>
                  <a:pt x="5047324" y="708305"/>
                  <a:pt x="5051454" y="693231"/>
                  <a:pt x="5047036" y="674604"/>
                </a:cubicBezTo>
                <a:cubicBezTo>
                  <a:pt x="5043100" y="658090"/>
                  <a:pt x="5053470" y="636006"/>
                  <a:pt x="5067104" y="632645"/>
                </a:cubicBezTo>
                <a:cubicBezTo>
                  <a:pt x="5082178" y="628900"/>
                  <a:pt x="5092548" y="619684"/>
                  <a:pt x="5103206" y="609410"/>
                </a:cubicBezTo>
                <a:cubicBezTo>
                  <a:pt x="5109158" y="603649"/>
                  <a:pt x="5117512" y="598656"/>
                  <a:pt x="5125577" y="597216"/>
                </a:cubicBezTo>
                <a:cubicBezTo>
                  <a:pt x="5156206" y="591647"/>
                  <a:pt x="5185106" y="598464"/>
                  <a:pt x="5214200" y="609506"/>
                </a:cubicBezTo>
                <a:cubicBezTo>
                  <a:pt x="5233210" y="616707"/>
                  <a:pt x="5254333" y="618627"/>
                  <a:pt x="5274688" y="621507"/>
                </a:cubicBezTo>
                <a:cubicBezTo>
                  <a:pt x="5281026" y="622371"/>
                  <a:pt x="5289091" y="620452"/>
                  <a:pt x="5294564" y="616899"/>
                </a:cubicBezTo>
                <a:cubicBezTo>
                  <a:pt x="5313767" y="604609"/>
                  <a:pt x="5332874" y="591935"/>
                  <a:pt x="5350732" y="577724"/>
                </a:cubicBezTo>
                <a:cubicBezTo>
                  <a:pt x="5367344" y="564379"/>
                  <a:pt x="5386066" y="558810"/>
                  <a:pt x="5406230" y="560250"/>
                </a:cubicBezTo>
                <a:cubicBezTo>
                  <a:pt x="5420920" y="561306"/>
                  <a:pt x="5434170" y="558905"/>
                  <a:pt x="5447996" y="555257"/>
                </a:cubicBezTo>
                <a:cubicBezTo>
                  <a:pt x="5459518" y="552185"/>
                  <a:pt x="5472192" y="550072"/>
                  <a:pt x="5483904" y="551417"/>
                </a:cubicBezTo>
                <a:cubicBezTo>
                  <a:pt x="5500324" y="553337"/>
                  <a:pt x="5513862" y="550553"/>
                  <a:pt x="5527016" y="540663"/>
                </a:cubicBezTo>
                <a:cubicBezTo>
                  <a:pt x="5534025" y="535382"/>
                  <a:pt x="5543051" y="532598"/>
                  <a:pt x="5551404" y="528949"/>
                </a:cubicBezTo>
                <a:cubicBezTo>
                  <a:pt x="5564270" y="523284"/>
                  <a:pt x="5577616" y="518483"/>
                  <a:pt x="5590194" y="512147"/>
                </a:cubicBezTo>
                <a:cubicBezTo>
                  <a:pt x="5603732" y="505425"/>
                  <a:pt x="5616118" y="496112"/>
                  <a:pt x="5629944" y="490351"/>
                </a:cubicBezTo>
                <a:cubicBezTo>
                  <a:pt x="5644827" y="484110"/>
                  <a:pt x="5654428" y="474605"/>
                  <a:pt x="5660477" y="459818"/>
                </a:cubicBezTo>
                <a:cubicBezTo>
                  <a:pt x="5664318" y="450504"/>
                  <a:pt x="5669598" y="440615"/>
                  <a:pt x="5676896" y="434086"/>
                </a:cubicBezTo>
                <a:cubicBezTo>
                  <a:pt x="5691971" y="420740"/>
                  <a:pt x="5709636" y="410370"/>
                  <a:pt x="5725000" y="397216"/>
                </a:cubicBezTo>
                <a:cubicBezTo>
                  <a:pt x="5746603" y="378781"/>
                  <a:pt x="5766574" y="359194"/>
                  <a:pt x="5768494" y="327701"/>
                </a:cubicBezTo>
                <a:cubicBezTo>
                  <a:pt x="5769550" y="310322"/>
                  <a:pt x="5778768" y="302929"/>
                  <a:pt x="5795763" y="298801"/>
                </a:cubicBezTo>
                <a:cubicBezTo>
                  <a:pt x="5801427" y="297457"/>
                  <a:pt x="5809494" y="294864"/>
                  <a:pt x="5811221" y="290639"/>
                </a:cubicBezTo>
                <a:cubicBezTo>
                  <a:pt x="5816406" y="278061"/>
                  <a:pt x="5827159" y="275565"/>
                  <a:pt x="5837528" y="270573"/>
                </a:cubicBezTo>
                <a:cubicBezTo>
                  <a:pt x="5843770" y="267596"/>
                  <a:pt x="5851452" y="261739"/>
                  <a:pt x="5853084" y="255690"/>
                </a:cubicBezTo>
                <a:cubicBezTo>
                  <a:pt x="5859804" y="231206"/>
                  <a:pt x="5878239" y="216804"/>
                  <a:pt x="5895618" y="200961"/>
                </a:cubicBezTo>
                <a:cubicBezTo>
                  <a:pt x="5900707" y="196256"/>
                  <a:pt x="5906180" y="190879"/>
                  <a:pt x="5908676" y="184735"/>
                </a:cubicBezTo>
                <a:cubicBezTo>
                  <a:pt x="5913958" y="171484"/>
                  <a:pt x="5921830" y="161882"/>
                  <a:pt x="5935657" y="156891"/>
                </a:cubicBezTo>
                <a:cubicBezTo>
                  <a:pt x="5940073" y="155354"/>
                  <a:pt x="5944106" y="151801"/>
                  <a:pt x="5947467" y="148441"/>
                </a:cubicBezTo>
                <a:cubicBezTo>
                  <a:pt x="5954668" y="141144"/>
                  <a:pt x="5960716" y="132598"/>
                  <a:pt x="5968302" y="125782"/>
                </a:cubicBezTo>
                <a:cubicBezTo>
                  <a:pt x="5987600" y="108211"/>
                  <a:pt x="6006708" y="90928"/>
                  <a:pt x="6017942" y="66348"/>
                </a:cubicBezTo>
                <a:cubicBezTo>
                  <a:pt x="6023414" y="54346"/>
                  <a:pt x="6029656" y="41288"/>
                  <a:pt x="6039258" y="33030"/>
                </a:cubicBezTo>
                <a:cubicBezTo>
                  <a:pt x="6051452" y="22565"/>
                  <a:pt x="6067486" y="16612"/>
                  <a:pt x="6081792" y="8451"/>
                </a:cubicBezTo>
                <a:lnTo>
                  <a:pt x="6095524" y="0"/>
                </a:lnTo>
                <a:close/>
              </a:path>
            </a:pathLst>
          </a:custGeom>
          <a:blipFill dpi="0" rotWithShape="1">
            <a:blip r:embed="rId4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75E37-4EB6-4351-369D-A00ED9C74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524" y="3047999"/>
            <a:ext cx="3810000" cy="3048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/>
              <a:t>Download the file you want to put on the flash drive (Slide 3)</a:t>
            </a:r>
          </a:p>
          <a:p>
            <a:r>
              <a:rPr lang="en-US" sz="2600"/>
              <a:t>Open "Files"</a:t>
            </a:r>
          </a:p>
          <a:p>
            <a:r>
              <a:rPr lang="en-US" sz="2600"/>
              <a:t>Click "USB Drive (D:)"</a:t>
            </a:r>
          </a:p>
          <a:p>
            <a:r>
              <a:rPr lang="en-US" sz="2600"/>
              <a:t>Drag and Drop file into "USB Drive"</a:t>
            </a:r>
          </a:p>
        </p:txBody>
      </p:sp>
    </p:spTree>
    <p:extLst>
      <p:ext uri="{BB962C8B-B14F-4D97-AF65-F5344CB8AC3E}">
        <p14:creationId xmlns:p14="http://schemas.microsoft.com/office/powerpoint/2010/main" val="2433932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B7EC-74B8-7C79-498C-870F7926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Folder in a Flash Drive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9CF216-0B5B-7DC2-035D-7EA714A61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697767"/>
              </p:ext>
            </p:extLst>
          </p:nvPr>
        </p:nvGraphicFramePr>
        <p:xfrm>
          <a:off x="762000" y="3047999"/>
          <a:ext cx="10668000" cy="30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4085438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AnalogousFromLightSeedRightStep">
      <a:dk1>
        <a:srgbClr val="000000"/>
      </a:dk1>
      <a:lt1>
        <a:srgbClr val="FFFFFF"/>
      </a:lt1>
      <a:dk2>
        <a:srgbClr val="3C3122"/>
      </a:dk2>
      <a:lt2>
        <a:srgbClr val="E2E8E7"/>
      </a:lt2>
      <a:accent1>
        <a:srgbClr val="D08D9A"/>
      </a:accent1>
      <a:accent2>
        <a:srgbClr val="C58673"/>
      </a:accent2>
      <a:accent3>
        <a:srgbClr val="BCA06F"/>
      </a:accent3>
      <a:accent4>
        <a:srgbClr val="A5A963"/>
      </a:accent4>
      <a:accent5>
        <a:srgbClr val="92AC75"/>
      </a:accent5>
      <a:accent6>
        <a:srgbClr val="71B469"/>
      </a:accent6>
      <a:hlink>
        <a:srgbClr val="568E84"/>
      </a:hlink>
      <a:folHlink>
        <a:srgbClr val="7F7F7F"/>
      </a:folHlink>
    </a:clrScheme>
    <a:fontScheme name="Torn">
      <a:majorFont>
        <a:latin typeface="Impact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769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Nova Cond</vt:lpstr>
      <vt:lpstr>Courier New</vt:lpstr>
      <vt:lpstr>Impact</vt:lpstr>
      <vt:lpstr>TornVTI</vt:lpstr>
      <vt:lpstr>Tools that will help you throughout Life</vt:lpstr>
      <vt:lpstr>How to open Desktop Word on Online Word</vt:lpstr>
      <vt:lpstr>How to Download a Document</vt:lpstr>
      <vt:lpstr>The Find Tool</vt:lpstr>
      <vt:lpstr>Replace a Word Tool</vt:lpstr>
      <vt:lpstr>How to Comment </vt:lpstr>
      <vt:lpstr>How to Double Space your Word Document</vt:lpstr>
      <vt:lpstr>How to use the Ruler tool</vt:lpstr>
      <vt:lpstr>How to Place References in Alphabetical Order</vt:lpstr>
      <vt:lpstr>How to Share a Document/Power Point</vt:lpstr>
      <vt:lpstr>Attach a Document too an Email</vt:lpstr>
      <vt:lpstr>Changing Chrome PDF to Word Doc</vt:lpstr>
      <vt:lpstr>How to Put a File onto a Flash Drive</vt:lpstr>
      <vt:lpstr>How to Create a Folder in a Flash Drive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 that</dc:title>
  <dc:creator>Crihfield Sandy</dc:creator>
  <cp:lastModifiedBy>Crihfield Sandy</cp:lastModifiedBy>
  <cp:revision>445</cp:revision>
  <dcterms:created xsi:type="dcterms:W3CDTF">2022-04-05T12:17:56Z</dcterms:created>
  <dcterms:modified xsi:type="dcterms:W3CDTF">2022-05-13T15:37:10Z</dcterms:modified>
</cp:coreProperties>
</file>