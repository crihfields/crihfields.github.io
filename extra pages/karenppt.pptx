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32" r:id="rId2"/>
  </p:sldMasterIdLst>
  <p:notesMasterIdLst>
    <p:notesMasterId r:id="rId16"/>
  </p:notesMasterIdLst>
  <p:handoutMasterIdLst>
    <p:handoutMasterId r:id="rId17"/>
  </p:handoutMasterIdLst>
  <p:sldIdLst>
    <p:sldId id="257" r:id="rId3"/>
    <p:sldId id="266" r:id="rId4"/>
    <p:sldId id="267" r:id="rId5"/>
    <p:sldId id="268" r:id="rId6"/>
    <p:sldId id="269" r:id="rId7"/>
    <p:sldId id="275" r:id="rId8"/>
    <p:sldId id="270" r:id="rId9"/>
    <p:sldId id="276" r:id="rId10"/>
    <p:sldId id="271" r:id="rId11"/>
    <p:sldId id="277" r:id="rId12"/>
    <p:sldId id="272" r:id="rId13"/>
    <p:sldId id="274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D5E6"/>
    <a:srgbClr val="CF4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howGuides="1">
      <p:cViewPr varScale="1">
        <p:scale>
          <a:sx n="64" d="100"/>
          <a:sy n="64" d="100"/>
        </p:scale>
        <p:origin x="78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6" d="100"/>
          <a:sy n="76" d="100"/>
        </p:scale>
        <p:origin x="24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Kids</a:t>
            </a:r>
            <a:r>
              <a:rPr lang="en-US" baseline="0" dirty="0" smtClean="0"/>
              <a:t> Stressed in China</a:t>
            </a:r>
            <a:endParaRPr lang="en-US" dirty="0" smtClean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Stressed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Exam Stress</c:v>
                </c:pt>
                <c:pt idx="1">
                  <c:v>Fear Teacher Punishment</c:v>
                </c:pt>
                <c:pt idx="2">
                  <c:v>Fear Physical Punishment from Parents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67</c:v>
                </c:pt>
                <c:pt idx="2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Stressed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Exam Stress</c:v>
                </c:pt>
                <c:pt idx="1">
                  <c:v>Fear Teacher Punishment</c:v>
                </c:pt>
                <c:pt idx="2">
                  <c:v>Fear Physical Punishment from Parents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33</c:v>
                </c:pt>
                <c:pt idx="2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9267392"/>
        <c:axId val="329268960"/>
      </c:barChart>
      <c:catAx>
        <c:axId val="329267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9268960"/>
        <c:crosses val="autoZero"/>
        <c:auto val="1"/>
        <c:lblAlgn val="ctr"/>
        <c:lblOffset val="100"/>
        <c:noMultiLvlLbl val="0"/>
      </c:catAx>
      <c:valAx>
        <c:axId val="329268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9267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32EAF-C064-4DBD-893A-E9C483F7B72B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72E445-32C1-478D-BA37-0AEE81A23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31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968482-7B14-4CB2-8D4B-1D596CC92045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B14A3-4BF5-4460-A475-6ABA76B86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71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AB14A3-4BF5-4460-A475-6ABA76B862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79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2841" y="0"/>
            <a:ext cx="12194841" cy="6858000"/>
            <a:chOff x="-2841" y="0"/>
            <a:chExt cx="12194841" cy="6858000"/>
          </a:xfrm>
        </p:grpSpPr>
        <p:sp>
          <p:nvSpPr>
            <p:cNvPr id="117" name="Rectangle 116"/>
            <p:cNvSpPr/>
            <p:nvPr/>
          </p:nvSpPr>
          <p:spPr>
            <a:xfrm>
              <a:off x="-2841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103"/>
            <p:cNvGrpSpPr>
              <a:grpSpLocks/>
            </p:cNvGrpSpPr>
            <p:nvPr/>
          </p:nvGrpSpPr>
          <p:grpSpPr bwMode="auto">
            <a:xfrm>
              <a:off x="-1" y="0"/>
              <a:ext cx="12192001" cy="6846888"/>
              <a:chOff x="0" y="0"/>
              <a:chExt cx="5745" cy="4313"/>
            </a:xfrm>
            <a:solidFill>
              <a:schemeClr val="bg2">
                <a:lumMod val="20000"/>
                <a:lumOff val="80000"/>
              </a:schemeClr>
            </a:solidFill>
          </p:grpSpPr>
          <p:sp>
            <p:nvSpPr>
              <p:cNvPr id="11" name="Rectangle 2"/>
              <p:cNvSpPr>
                <a:spLocks noChangeArrowheads="1"/>
              </p:cNvSpPr>
              <p:nvPr/>
            </p:nvSpPr>
            <p:spPr bwMode="ltGray">
              <a:xfrm>
                <a:off x="2201" y="4113"/>
                <a:ext cx="62" cy="64"/>
              </a:xfrm>
              <a:prstGeom prst="rect">
                <a:avLst/>
              </a:pr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3"/>
              <p:cNvSpPr>
                <a:spLocks noChangeArrowheads="1"/>
              </p:cNvSpPr>
              <p:nvPr/>
            </p:nvSpPr>
            <p:spPr bwMode="ltGray">
              <a:xfrm>
                <a:off x="276" y="3715"/>
                <a:ext cx="62" cy="65"/>
              </a:xfrm>
              <a:prstGeom prst="rect">
                <a:avLst/>
              </a:pr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Freeform 4"/>
              <p:cNvSpPr>
                <a:spLocks/>
              </p:cNvSpPr>
              <p:nvPr/>
            </p:nvSpPr>
            <p:spPr bwMode="ltGray">
              <a:xfrm>
                <a:off x="4516" y="3856"/>
                <a:ext cx="99" cy="311"/>
              </a:xfrm>
              <a:custGeom>
                <a:avLst/>
                <a:gdLst>
                  <a:gd name="T0" fmla="*/ 49 w 99"/>
                  <a:gd name="T1" fmla="*/ 304 h 311"/>
                  <a:gd name="T2" fmla="*/ 52 w 99"/>
                  <a:gd name="T3" fmla="*/ 294 h 311"/>
                  <a:gd name="T4" fmla="*/ 55 w 99"/>
                  <a:gd name="T5" fmla="*/ 288 h 311"/>
                  <a:gd name="T6" fmla="*/ 60 w 99"/>
                  <a:gd name="T7" fmla="*/ 272 h 311"/>
                  <a:gd name="T8" fmla="*/ 69 w 99"/>
                  <a:gd name="T9" fmla="*/ 245 h 311"/>
                  <a:gd name="T10" fmla="*/ 72 w 99"/>
                  <a:gd name="T11" fmla="*/ 232 h 311"/>
                  <a:gd name="T12" fmla="*/ 75 w 99"/>
                  <a:gd name="T13" fmla="*/ 213 h 311"/>
                  <a:gd name="T14" fmla="*/ 75 w 99"/>
                  <a:gd name="T15" fmla="*/ 203 h 311"/>
                  <a:gd name="T16" fmla="*/ 75 w 99"/>
                  <a:gd name="T17" fmla="*/ 191 h 311"/>
                  <a:gd name="T18" fmla="*/ 75 w 99"/>
                  <a:gd name="T19" fmla="*/ 181 h 311"/>
                  <a:gd name="T20" fmla="*/ 69 w 99"/>
                  <a:gd name="T21" fmla="*/ 171 h 311"/>
                  <a:gd name="T22" fmla="*/ 64 w 99"/>
                  <a:gd name="T23" fmla="*/ 162 h 311"/>
                  <a:gd name="T24" fmla="*/ 52 w 99"/>
                  <a:gd name="T25" fmla="*/ 148 h 311"/>
                  <a:gd name="T26" fmla="*/ 40 w 99"/>
                  <a:gd name="T27" fmla="*/ 135 h 311"/>
                  <a:gd name="T28" fmla="*/ 23 w 99"/>
                  <a:gd name="T29" fmla="*/ 110 h 311"/>
                  <a:gd name="T30" fmla="*/ 9 w 99"/>
                  <a:gd name="T31" fmla="*/ 94 h 311"/>
                  <a:gd name="T32" fmla="*/ 3 w 99"/>
                  <a:gd name="T33" fmla="*/ 84 h 311"/>
                  <a:gd name="T34" fmla="*/ 0 w 99"/>
                  <a:gd name="T35" fmla="*/ 74 h 311"/>
                  <a:gd name="T36" fmla="*/ 0 w 99"/>
                  <a:gd name="T37" fmla="*/ 58 h 311"/>
                  <a:gd name="T38" fmla="*/ 0 w 99"/>
                  <a:gd name="T39" fmla="*/ 45 h 311"/>
                  <a:gd name="T40" fmla="*/ 0 w 99"/>
                  <a:gd name="T41" fmla="*/ 32 h 311"/>
                  <a:gd name="T42" fmla="*/ 6 w 99"/>
                  <a:gd name="T43" fmla="*/ 16 h 311"/>
                  <a:gd name="T44" fmla="*/ 9 w 99"/>
                  <a:gd name="T45" fmla="*/ 0 h 311"/>
                  <a:gd name="T46" fmla="*/ 29 w 99"/>
                  <a:gd name="T47" fmla="*/ 22 h 311"/>
                  <a:gd name="T48" fmla="*/ 26 w 99"/>
                  <a:gd name="T49" fmla="*/ 32 h 311"/>
                  <a:gd name="T50" fmla="*/ 21 w 99"/>
                  <a:gd name="T51" fmla="*/ 48 h 311"/>
                  <a:gd name="T52" fmla="*/ 17 w 99"/>
                  <a:gd name="T53" fmla="*/ 62 h 311"/>
                  <a:gd name="T54" fmla="*/ 17 w 99"/>
                  <a:gd name="T55" fmla="*/ 74 h 311"/>
                  <a:gd name="T56" fmla="*/ 17 w 99"/>
                  <a:gd name="T57" fmla="*/ 84 h 311"/>
                  <a:gd name="T58" fmla="*/ 23 w 99"/>
                  <a:gd name="T59" fmla="*/ 100 h 311"/>
                  <a:gd name="T60" fmla="*/ 26 w 99"/>
                  <a:gd name="T61" fmla="*/ 110 h 311"/>
                  <a:gd name="T62" fmla="*/ 35 w 99"/>
                  <a:gd name="T63" fmla="*/ 119 h 311"/>
                  <a:gd name="T64" fmla="*/ 43 w 99"/>
                  <a:gd name="T65" fmla="*/ 129 h 311"/>
                  <a:gd name="T66" fmla="*/ 58 w 99"/>
                  <a:gd name="T67" fmla="*/ 142 h 311"/>
                  <a:gd name="T68" fmla="*/ 69 w 99"/>
                  <a:gd name="T69" fmla="*/ 154 h 311"/>
                  <a:gd name="T70" fmla="*/ 75 w 99"/>
                  <a:gd name="T71" fmla="*/ 168 h 311"/>
                  <a:gd name="T72" fmla="*/ 86 w 99"/>
                  <a:gd name="T73" fmla="*/ 187 h 311"/>
                  <a:gd name="T74" fmla="*/ 95 w 99"/>
                  <a:gd name="T75" fmla="*/ 200 h 311"/>
                  <a:gd name="T76" fmla="*/ 95 w 99"/>
                  <a:gd name="T77" fmla="*/ 210 h 311"/>
                  <a:gd name="T78" fmla="*/ 98 w 99"/>
                  <a:gd name="T79" fmla="*/ 226 h 311"/>
                  <a:gd name="T80" fmla="*/ 98 w 99"/>
                  <a:gd name="T81" fmla="*/ 248 h 311"/>
                  <a:gd name="T82" fmla="*/ 95 w 99"/>
                  <a:gd name="T83" fmla="*/ 262 h 311"/>
                  <a:gd name="T84" fmla="*/ 95 w 99"/>
                  <a:gd name="T85" fmla="*/ 278 h 311"/>
                  <a:gd name="T86" fmla="*/ 93 w 99"/>
                  <a:gd name="T87" fmla="*/ 288 h 311"/>
                  <a:gd name="T88" fmla="*/ 89 w 99"/>
                  <a:gd name="T89" fmla="*/ 300 h 311"/>
                  <a:gd name="T90" fmla="*/ 86 w 99"/>
                  <a:gd name="T91" fmla="*/ 310 h 311"/>
                  <a:gd name="T92" fmla="*/ 49 w 99"/>
                  <a:gd name="T93" fmla="*/ 304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99" h="311">
                    <a:moveTo>
                      <a:pt x="49" y="304"/>
                    </a:moveTo>
                    <a:lnTo>
                      <a:pt x="52" y="294"/>
                    </a:lnTo>
                    <a:lnTo>
                      <a:pt x="55" y="288"/>
                    </a:lnTo>
                    <a:lnTo>
                      <a:pt x="60" y="272"/>
                    </a:lnTo>
                    <a:lnTo>
                      <a:pt x="69" y="245"/>
                    </a:lnTo>
                    <a:lnTo>
                      <a:pt x="72" y="232"/>
                    </a:lnTo>
                    <a:lnTo>
                      <a:pt x="75" y="213"/>
                    </a:lnTo>
                    <a:lnTo>
                      <a:pt x="75" y="203"/>
                    </a:lnTo>
                    <a:lnTo>
                      <a:pt x="75" y="191"/>
                    </a:lnTo>
                    <a:lnTo>
                      <a:pt x="75" y="181"/>
                    </a:lnTo>
                    <a:lnTo>
                      <a:pt x="69" y="171"/>
                    </a:lnTo>
                    <a:lnTo>
                      <a:pt x="64" y="162"/>
                    </a:lnTo>
                    <a:lnTo>
                      <a:pt x="52" y="148"/>
                    </a:lnTo>
                    <a:lnTo>
                      <a:pt x="40" y="135"/>
                    </a:lnTo>
                    <a:lnTo>
                      <a:pt x="23" y="110"/>
                    </a:lnTo>
                    <a:lnTo>
                      <a:pt x="9" y="94"/>
                    </a:lnTo>
                    <a:lnTo>
                      <a:pt x="3" y="84"/>
                    </a:lnTo>
                    <a:lnTo>
                      <a:pt x="0" y="74"/>
                    </a:lnTo>
                    <a:lnTo>
                      <a:pt x="0" y="58"/>
                    </a:lnTo>
                    <a:lnTo>
                      <a:pt x="0" y="45"/>
                    </a:lnTo>
                    <a:lnTo>
                      <a:pt x="0" y="32"/>
                    </a:lnTo>
                    <a:lnTo>
                      <a:pt x="6" y="16"/>
                    </a:lnTo>
                    <a:lnTo>
                      <a:pt x="9" y="0"/>
                    </a:lnTo>
                    <a:lnTo>
                      <a:pt x="29" y="22"/>
                    </a:lnTo>
                    <a:lnTo>
                      <a:pt x="26" y="32"/>
                    </a:lnTo>
                    <a:lnTo>
                      <a:pt x="21" y="48"/>
                    </a:lnTo>
                    <a:lnTo>
                      <a:pt x="17" y="62"/>
                    </a:lnTo>
                    <a:lnTo>
                      <a:pt x="17" y="74"/>
                    </a:lnTo>
                    <a:lnTo>
                      <a:pt x="17" y="84"/>
                    </a:lnTo>
                    <a:lnTo>
                      <a:pt x="23" y="100"/>
                    </a:lnTo>
                    <a:lnTo>
                      <a:pt x="26" y="110"/>
                    </a:lnTo>
                    <a:lnTo>
                      <a:pt x="35" y="119"/>
                    </a:lnTo>
                    <a:lnTo>
                      <a:pt x="43" y="129"/>
                    </a:lnTo>
                    <a:lnTo>
                      <a:pt x="58" y="142"/>
                    </a:lnTo>
                    <a:lnTo>
                      <a:pt x="69" y="154"/>
                    </a:lnTo>
                    <a:lnTo>
                      <a:pt x="75" y="168"/>
                    </a:lnTo>
                    <a:lnTo>
                      <a:pt x="86" y="187"/>
                    </a:lnTo>
                    <a:lnTo>
                      <a:pt x="95" y="200"/>
                    </a:lnTo>
                    <a:lnTo>
                      <a:pt x="95" y="210"/>
                    </a:lnTo>
                    <a:lnTo>
                      <a:pt x="98" y="226"/>
                    </a:lnTo>
                    <a:lnTo>
                      <a:pt x="98" y="248"/>
                    </a:lnTo>
                    <a:lnTo>
                      <a:pt x="95" y="262"/>
                    </a:lnTo>
                    <a:lnTo>
                      <a:pt x="95" y="278"/>
                    </a:lnTo>
                    <a:lnTo>
                      <a:pt x="93" y="288"/>
                    </a:lnTo>
                    <a:lnTo>
                      <a:pt x="89" y="300"/>
                    </a:lnTo>
                    <a:lnTo>
                      <a:pt x="86" y="310"/>
                    </a:lnTo>
                    <a:lnTo>
                      <a:pt x="49" y="304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5"/>
              <p:cNvSpPr>
                <a:spLocks/>
              </p:cNvSpPr>
              <p:nvPr/>
            </p:nvSpPr>
            <p:spPr bwMode="ltGray">
              <a:xfrm>
                <a:off x="262" y="2361"/>
                <a:ext cx="101" cy="309"/>
              </a:xfrm>
              <a:custGeom>
                <a:avLst/>
                <a:gdLst>
                  <a:gd name="T0" fmla="*/ 50 w 101"/>
                  <a:gd name="T1" fmla="*/ 305 h 309"/>
                  <a:gd name="T2" fmla="*/ 53 w 101"/>
                  <a:gd name="T3" fmla="*/ 296 h 309"/>
                  <a:gd name="T4" fmla="*/ 56 w 101"/>
                  <a:gd name="T5" fmla="*/ 292 h 309"/>
                  <a:gd name="T6" fmla="*/ 56 w 101"/>
                  <a:gd name="T7" fmla="*/ 286 h 309"/>
                  <a:gd name="T8" fmla="*/ 65 w 101"/>
                  <a:gd name="T9" fmla="*/ 270 h 309"/>
                  <a:gd name="T10" fmla="*/ 71 w 101"/>
                  <a:gd name="T11" fmla="*/ 247 h 309"/>
                  <a:gd name="T12" fmla="*/ 76 w 101"/>
                  <a:gd name="T13" fmla="*/ 231 h 309"/>
                  <a:gd name="T14" fmla="*/ 76 w 101"/>
                  <a:gd name="T15" fmla="*/ 215 h 309"/>
                  <a:gd name="T16" fmla="*/ 80 w 101"/>
                  <a:gd name="T17" fmla="*/ 202 h 309"/>
                  <a:gd name="T18" fmla="*/ 80 w 101"/>
                  <a:gd name="T19" fmla="*/ 188 h 309"/>
                  <a:gd name="T20" fmla="*/ 76 w 101"/>
                  <a:gd name="T21" fmla="*/ 178 h 309"/>
                  <a:gd name="T22" fmla="*/ 73 w 101"/>
                  <a:gd name="T23" fmla="*/ 172 h 309"/>
                  <a:gd name="T24" fmla="*/ 65 w 101"/>
                  <a:gd name="T25" fmla="*/ 159 h 309"/>
                  <a:gd name="T26" fmla="*/ 56 w 101"/>
                  <a:gd name="T27" fmla="*/ 146 h 309"/>
                  <a:gd name="T28" fmla="*/ 44 w 101"/>
                  <a:gd name="T29" fmla="*/ 134 h 309"/>
                  <a:gd name="T30" fmla="*/ 24 w 101"/>
                  <a:gd name="T31" fmla="*/ 110 h 309"/>
                  <a:gd name="T32" fmla="*/ 12 w 101"/>
                  <a:gd name="T33" fmla="*/ 91 h 309"/>
                  <a:gd name="T34" fmla="*/ 6 w 101"/>
                  <a:gd name="T35" fmla="*/ 81 h 309"/>
                  <a:gd name="T36" fmla="*/ 3 w 101"/>
                  <a:gd name="T37" fmla="*/ 72 h 309"/>
                  <a:gd name="T38" fmla="*/ 0 w 101"/>
                  <a:gd name="T39" fmla="*/ 56 h 309"/>
                  <a:gd name="T40" fmla="*/ 0 w 101"/>
                  <a:gd name="T41" fmla="*/ 43 h 309"/>
                  <a:gd name="T42" fmla="*/ 3 w 101"/>
                  <a:gd name="T43" fmla="*/ 32 h 309"/>
                  <a:gd name="T44" fmla="*/ 6 w 101"/>
                  <a:gd name="T45" fmla="*/ 13 h 309"/>
                  <a:gd name="T46" fmla="*/ 12 w 101"/>
                  <a:gd name="T47" fmla="*/ 0 h 309"/>
                  <a:gd name="T48" fmla="*/ 29 w 101"/>
                  <a:gd name="T49" fmla="*/ 20 h 309"/>
                  <a:gd name="T50" fmla="*/ 27 w 101"/>
                  <a:gd name="T51" fmla="*/ 29 h 309"/>
                  <a:gd name="T52" fmla="*/ 24 w 101"/>
                  <a:gd name="T53" fmla="*/ 46 h 309"/>
                  <a:gd name="T54" fmla="*/ 21 w 101"/>
                  <a:gd name="T55" fmla="*/ 59 h 309"/>
                  <a:gd name="T56" fmla="*/ 21 w 101"/>
                  <a:gd name="T57" fmla="*/ 72 h 309"/>
                  <a:gd name="T58" fmla="*/ 21 w 101"/>
                  <a:gd name="T59" fmla="*/ 85 h 309"/>
                  <a:gd name="T60" fmla="*/ 27 w 101"/>
                  <a:gd name="T61" fmla="*/ 97 h 309"/>
                  <a:gd name="T62" fmla="*/ 29 w 101"/>
                  <a:gd name="T63" fmla="*/ 110 h 309"/>
                  <a:gd name="T64" fmla="*/ 36 w 101"/>
                  <a:gd name="T65" fmla="*/ 118 h 309"/>
                  <a:gd name="T66" fmla="*/ 47 w 101"/>
                  <a:gd name="T67" fmla="*/ 127 h 309"/>
                  <a:gd name="T68" fmla="*/ 61 w 101"/>
                  <a:gd name="T69" fmla="*/ 140 h 309"/>
                  <a:gd name="T70" fmla="*/ 71 w 101"/>
                  <a:gd name="T71" fmla="*/ 153 h 309"/>
                  <a:gd name="T72" fmla="*/ 80 w 101"/>
                  <a:gd name="T73" fmla="*/ 166 h 309"/>
                  <a:gd name="T74" fmla="*/ 88 w 101"/>
                  <a:gd name="T75" fmla="*/ 185 h 309"/>
                  <a:gd name="T76" fmla="*/ 97 w 101"/>
                  <a:gd name="T77" fmla="*/ 199 h 309"/>
                  <a:gd name="T78" fmla="*/ 100 w 101"/>
                  <a:gd name="T79" fmla="*/ 208 h 309"/>
                  <a:gd name="T80" fmla="*/ 100 w 101"/>
                  <a:gd name="T81" fmla="*/ 227 h 309"/>
                  <a:gd name="T82" fmla="*/ 100 w 101"/>
                  <a:gd name="T83" fmla="*/ 247 h 309"/>
                  <a:gd name="T84" fmla="*/ 100 w 101"/>
                  <a:gd name="T85" fmla="*/ 259 h 309"/>
                  <a:gd name="T86" fmla="*/ 97 w 101"/>
                  <a:gd name="T87" fmla="*/ 276 h 309"/>
                  <a:gd name="T88" fmla="*/ 94 w 101"/>
                  <a:gd name="T89" fmla="*/ 286 h 309"/>
                  <a:gd name="T90" fmla="*/ 94 w 101"/>
                  <a:gd name="T91" fmla="*/ 299 h 309"/>
                  <a:gd name="T92" fmla="*/ 88 w 101"/>
                  <a:gd name="T93" fmla="*/ 308 h 309"/>
                  <a:gd name="T94" fmla="*/ 50 w 101"/>
                  <a:gd name="T95" fmla="*/ 305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1" h="309">
                    <a:moveTo>
                      <a:pt x="50" y="305"/>
                    </a:moveTo>
                    <a:lnTo>
                      <a:pt x="53" y="296"/>
                    </a:lnTo>
                    <a:lnTo>
                      <a:pt x="56" y="292"/>
                    </a:lnTo>
                    <a:lnTo>
                      <a:pt x="56" y="286"/>
                    </a:lnTo>
                    <a:lnTo>
                      <a:pt x="65" y="270"/>
                    </a:lnTo>
                    <a:lnTo>
                      <a:pt x="71" y="247"/>
                    </a:lnTo>
                    <a:lnTo>
                      <a:pt x="76" y="231"/>
                    </a:lnTo>
                    <a:lnTo>
                      <a:pt x="76" y="215"/>
                    </a:lnTo>
                    <a:lnTo>
                      <a:pt x="80" y="202"/>
                    </a:lnTo>
                    <a:lnTo>
                      <a:pt x="80" y="188"/>
                    </a:lnTo>
                    <a:lnTo>
                      <a:pt x="76" y="178"/>
                    </a:lnTo>
                    <a:lnTo>
                      <a:pt x="73" y="172"/>
                    </a:lnTo>
                    <a:lnTo>
                      <a:pt x="65" y="159"/>
                    </a:lnTo>
                    <a:lnTo>
                      <a:pt x="56" y="146"/>
                    </a:lnTo>
                    <a:lnTo>
                      <a:pt x="44" y="134"/>
                    </a:lnTo>
                    <a:lnTo>
                      <a:pt x="24" y="110"/>
                    </a:lnTo>
                    <a:lnTo>
                      <a:pt x="12" y="91"/>
                    </a:lnTo>
                    <a:lnTo>
                      <a:pt x="6" y="81"/>
                    </a:lnTo>
                    <a:lnTo>
                      <a:pt x="3" y="72"/>
                    </a:lnTo>
                    <a:lnTo>
                      <a:pt x="0" y="56"/>
                    </a:lnTo>
                    <a:lnTo>
                      <a:pt x="0" y="43"/>
                    </a:lnTo>
                    <a:lnTo>
                      <a:pt x="3" y="32"/>
                    </a:lnTo>
                    <a:lnTo>
                      <a:pt x="6" y="13"/>
                    </a:lnTo>
                    <a:lnTo>
                      <a:pt x="12" y="0"/>
                    </a:lnTo>
                    <a:lnTo>
                      <a:pt x="29" y="20"/>
                    </a:lnTo>
                    <a:lnTo>
                      <a:pt x="27" y="29"/>
                    </a:lnTo>
                    <a:lnTo>
                      <a:pt x="24" y="46"/>
                    </a:lnTo>
                    <a:lnTo>
                      <a:pt x="21" y="59"/>
                    </a:lnTo>
                    <a:lnTo>
                      <a:pt x="21" y="72"/>
                    </a:lnTo>
                    <a:lnTo>
                      <a:pt x="21" y="85"/>
                    </a:lnTo>
                    <a:lnTo>
                      <a:pt x="27" y="97"/>
                    </a:lnTo>
                    <a:lnTo>
                      <a:pt x="29" y="110"/>
                    </a:lnTo>
                    <a:lnTo>
                      <a:pt x="36" y="118"/>
                    </a:lnTo>
                    <a:lnTo>
                      <a:pt x="47" y="127"/>
                    </a:lnTo>
                    <a:lnTo>
                      <a:pt x="61" y="140"/>
                    </a:lnTo>
                    <a:lnTo>
                      <a:pt x="71" y="153"/>
                    </a:lnTo>
                    <a:lnTo>
                      <a:pt x="80" y="166"/>
                    </a:lnTo>
                    <a:lnTo>
                      <a:pt x="88" y="185"/>
                    </a:lnTo>
                    <a:lnTo>
                      <a:pt x="97" y="199"/>
                    </a:lnTo>
                    <a:lnTo>
                      <a:pt x="100" y="208"/>
                    </a:lnTo>
                    <a:lnTo>
                      <a:pt x="100" y="227"/>
                    </a:lnTo>
                    <a:lnTo>
                      <a:pt x="100" y="247"/>
                    </a:lnTo>
                    <a:lnTo>
                      <a:pt x="100" y="259"/>
                    </a:lnTo>
                    <a:lnTo>
                      <a:pt x="97" y="276"/>
                    </a:lnTo>
                    <a:lnTo>
                      <a:pt x="94" y="286"/>
                    </a:lnTo>
                    <a:lnTo>
                      <a:pt x="94" y="299"/>
                    </a:lnTo>
                    <a:lnTo>
                      <a:pt x="88" y="308"/>
                    </a:lnTo>
                    <a:lnTo>
                      <a:pt x="50" y="305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6"/>
              <p:cNvSpPr>
                <a:spLocks/>
              </p:cNvSpPr>
              <p:nvPr/>
            </p:nvSpPr>
            <p:spPr bwMode="ltGray">
              <a:xfrm>
                <a:off x="5204" y="0"/>
                <a:ext cx="103" cy="312"/>
              </a:xfrm>
              <a:custGeom>
                <a:avLst/>
                <a:gdLst>
                  <a:gd name="T0" fmla="*/ 49 w 103"/>
                  <a:gd name="T1" fmla="*/ 305 h 312"/>
                  <a:gd name="T2" fmla="*/ 56 w 103"/>
                  <a:gd name="T3" fmla="*/ 295 h 312"/>
                  <a:gd name="T4" fmla="*/ 56 w 103"/>
                  <a:gd name="T5" fmla="*/ 292 h 312"/>
                  <a:gd name="T6" fmla="*/ 58 w 103"/>
                  <a:gd name="T7" fmla="*/ 286 h 312"/>
                  <a:gd name="T8" fmla="*/ 64 w 103"/>
                  <a:gd name="T9" fmla="*/ 269 h 312"/>
                  <a:gd name="T10" fmla="*/ 70 w 103"/>
                  <a:gd name="T11" fmla="*/ 246 h 312"/>
                  <a:gd name="T12" fmla="*/ 76 w 103"/>
                  <a:gd name="T13" fmla="*/ 234 h 312"/>
                  <a:gd name="T14" fmla="*/ 78 w 103"/>
                  <a:gd name="T15" fmla="*/ 214 h 312"/>
                  <a:gd name="T16" fmla="*/ 78 w 103"/>
                  <a:gd name="T17" fmla="*/ 202 h 312"/>
                  <a:gd name="T18" fmla="*/ 78 w 103"/>
                  <a:gd name="T19" fmla="*/ 191 h 312"/>
                  <a:gd name="T20" fmla="*/ 76 w 103"/>
                  <a:gd name="T21" fmla="*/ 178 h 312"/>
                  <a:gd name="T22" fmla="*/ 73 w 103"/>
                  <a:gd name="T23" fmla="*/ 172 h 312"/>
                  <a:gd name="T24" fmla="*/ 64 w 103"/>
                  <a:gd name="T25" fmla="*/ 159 h 312"/>
                  <a:gd name="T26" fmla="*/ 56 w 103"/>
                  <a:gd name="T27" fmla="*/ 146 h 312"/>
                  <a:gd name="T28" fmla="*/ 44 w 103"/>
                  <a:gd name="T29" fmla="*/ 133 h 312"/>
                  <a:gd name="T30" fmla="*/ 23 w 103"/>
                  <a:gd name="T31" fmla="*/ 110 h 312"/>
                  <a:gd name="T32" fmla="*/ 12 w 103"/>
                  <a:gd name="T33" fmla="*/ 94 h 312"/>
                  <a:gd name="T34" fmla="*/ 5 w 103"/>
                  <a:gd name="T35" fmla="*/ 81 h 312"/>
                  <a:gd name="T36" fmla="*/ 3 w 103"/>
                  <a:gd name="T37" fmla="*/ 72 h 312"/>
                  <a:gd name="T38" fmla="*/ 0 w 103"/>
                  <a:gd name="T39" fmla="*/ 56 h 312"/>
                  <a:gd name="T40" fmla="*/ 0 w 103"/>
                  <a:gd name="T41" fmla="*/ 43 h 312"/>
                  <a:gd name="T42" fmla="*/ 3 w 103"/>
                  <a:gd name="T43" fmla="*/ 32 h 312"/>
                  <a:gd name="T44" fmla="*/ 5 w 103"/>
                  <a:gd name="T45" fmla="*/ 16 h 312"/>
                  <a:gd name="T46" fmla="*/ 12 w 103"/>
                  <a:gd name="T47" fmla="*/ 0 h 312"/>
                  <a:gd name="T48" fmla="*/ 32 w 103"/>
                  <a:gd name="T49" fmla="*/ 19 h 312"/>
                  <a:gd name="T50" fmla="*/ 26 w 103"/>
                  <a:gd name="T51" fmla="*/ 32 h 312"/>
                  <a:gd name="T52" fmla="*/ 23 w 103"/>
                  <a:gd name="T53" fmla="*/ 46 h 312"/>
                  <a:gd name="T54" fmla="*/ 20 w 103"/>
                  <a:gd name="T55" fmla="*/ 59 h 312"/>
                  <a:gd name="T56" fmla="*/ 20 w 103"/>
                  <a:gd name="T57" fmla="*/ 72 h 312"/>
                  <a:gd name="T58" fmla="*/ 20 w 103"/>
                  <a:gd name="T59" fmla="*/ 84 h 312"/>
                  <a:gd name="T60" fmla="*/ 26 w 103"/>
                  <a:gd name="T61" fmla="*/ 100 h 312"/>
                  <a:gd name="T62" fmla="*/ 29 w 103"/>
                  <a:gd name="T63" fmla="*/ 110 h 312"/>
                  <a:gd name="T64" fmla="*/ 35 w 103"/>
                  <a:gd name="T65" fmla="*/ 121 h 312"/>
                  <a:gd name="T66" fmla="*/ 46 w 103"/>
                  <a:gd name="T67" fmla="*/ 127 h 312"/>
                  <a:gd name="T68" fmla="*/ 61 w 103"/>
                  <a:gd name="T69" fmla="*/ 143 h 312"/>
                  <a:gd name="T70" fmla="*/ 73 w 103"/>
                  <a:gd name="T71" fmla="*/ 156 h 312"/>
                  <a:gd name="T72" fmla="*/ 78 w 103"/>
                  <a:gd name="T73" fmla="*/ 165 h 312"/>
                  <a:gd name="T74" fmla="*/ 90 w 103"/>
                  <a:gd name="T75" fmla="*/ 185 h 312"/>
                  <a:gd name="T76" fmla="*/ 96 w 103"/>
                  <a:gd name="T77" fmla="*/ 198 h 312"/>
                  <a:gd name="T78" fmla="*/ 99 w 103"/>
                  <a:gd name="T79" fmla="*/ 208 h 312"/>
                  <a:gd name="T80" fmla="*/ 102 w 103"/>
                  <a:gd name="T81" fmla="*/ 227 h 312"/>
                  <a:gd name="T82" fmla="*/ 102 w 103"/>
                  <a:gd name="T83" fmla="*/ 246 h 312"/>
                  <a:gd name="T84" fmla="*/ 99 w 103"/>
                  <a:gd name="T85" fmla="*/ 259 h 312"/>
                  <a:gd name="T86" fmla="*/ 99 w 103"/>
                  <a:gd name="T87" fmla="*/ 276 h 312"/>
                  <a:gd name="T88" fmla="*/ 96 w 103"/>
                  <a:gd name="T89" fmla="*/ 289 h 312"/>
                  <a:gd name="T90" fmla="*/ 93 w 103"/>
                  <a:gd name="T91" fmla="*/ 302 h 312"/>
                  <a:gd name="T92" fmla="*/ 87 w 103"/>
                  <a:gd name="T93" fmla="*/ 311 h 312"/>
                  <a:gd name="T94" fmla="*/ 49 w 103"/>
                  <a:gd name="T95" fmla="*/ 305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3" h="312">
                    <a:moveTo>
                      <a:pt x="49" y="305"/>
                    </a:moveTo>
                    <a:lnTo>
                      <a:pt x="56" y="295"/>
                    </a:lnTo>
                    <a:lnTo>
                      <a:pt x="56" y="292"/>
                    </a:lnTo>
                    <a:lnTo>
                      <a:pt x="58" y="286"/>
                    </a:lnTo>
                    <a:lnTo>
                      <a:pt x="64" y="269"/>
                    </a:lnTo>
                    <a:lnTo>
                      <a:pt x="70" y="246"/>
                    </a:lnTo>
                    <a:lnTo>
                      <a:pt x="76" y="234"/>
                    </a:lnTo>
                    <a:lnTo>
                      <a:pt x="78" y="214"/>
                    </a:lnTo>
                    <a:lnTo>
                      <a:pt x="78" y="202"/>
                    </a:lnTo>
                    <a:lnTo>
                      <a:pt x="78" y="191"/>
                    </a:lnTo>
                    <a:lnTo>
                      <a:pt x="76" y="178"/>
                    </a:lnTo>
                    <a:lnTo>
                      <a:pt x="73" y="172"/>
                    </a:lnTo>
                    <a:lnTo>
                      <a:pt x="64" y="159"/>
                    </a:lnTo>
                    <a:lnTo>
                      <a:pt x="56" y="146"/>
                    </a:lnTo>
                    <a:lnTo>
                      <a:pt x="44" y="133"/>
                    </a:lnTo>
                    <a:lnTo>
                      <a:pt x="23" y="110"/>
                    </a:lnTo>
                    <a:lnTo>
                      <a:pt x="12" y="94"/>
                    </a:lnTo>
                    <a:lnTo>
                      <a:pt x="5" y="81"/>
                    </a:lnTo>
                    <a:lnTo>
                      <a:pt x="3" y="72"/>
                    </a:lnTo>
                    <a:lnTo>
                      <a:pt x="0" y="56"/>
                    </a:lnTo>
                    <a:lnTo>
                      <a:pt x="0" y="43"/>
                    </a:lnTo>
                    <a:lnTo>
                      <a:pt x="3" y="32"/>
                    </a:lnTo>
                    <a:lnTo>
                      <a:pt x="5" y="16"/>
                    </a:lnTo>
                    <a:lnTo>
                      <a:pt x="12" y="0"/>
                    </a:lnTo>
                    <a:lnTo>
                      <a:pt x="32" y="19"/>
                    </a:lnTo>
                    <a:lnTo>
                      <a:pt x="26" y="32"/>
                    </a:lnTo>
                    <a:lnTo>
                      <a:pt x="23" y="46"/>
                    </a:lnTo>
                    <a:lnTo>
                      <a:pt x="20" y="59"/>
                    </a:lnTo>
                    <a:lnTo>
                      <a:pt x="20" y="72"/>
                    </a:lnTo>
                    <a:lnTo>
                      <a:pt x="20" y="84"/>
                    </a:lnTo>
                    <a:lnTo>
                      <a:pt x="26" y="100"/>
                    </a:lnTo>
                    <a:lnTo>
                      <a:pt x="29" y="110"/>
                    </a:lnTo>
                    <a:lnTo>
                      <a:pt x="35" y="121"/>
                    </a:lnTo>
                    <a:lnTo>
                      <a:pt x="46" y="127"/>
                    </a:lnTo>
                    <a:lnTo>
                      <a:pt x="61" y="143"/>
                    </a:lnTo>
                    <a:lnTo>
                      <a:pt x="73" y="156"/>
                    </a:lnTo>
                    <a:lnTo>
                      <a:pt x="78" y="165"/>
                    </a:lnTo>
                    <a:lnTo>
                      <a:pt x="90" y="185"/>
                    </a:lnTo>
                    <a:lnTo>
                      <a:pt x="96" y="198"/>
                    </a:lnTo>
                    <a:lnTo>
                      <a:pt x="99" y="208"/>
                    </a:lnTo>
                    <a:lnTo>
                      <a:pt x="102" y="227"/>
                    </a:lnTo>
                    <a:lnTo>
                      <a:pt x="102" y="246"/>
                    </a:lnTo>
                    <a:lnTo>
                      <a:pt x="99" y="259"/>
                    </a:lnTo>
                    <a:lnTo>
                      <a:pt x="99" y="276"/>
                    </a:lnTo>
                    <a:lnTo>
                      <a:pt x="96" y="289"/>
                    </a:lnTo>
                    <a:lnTo>
                      <a:pt x="93" y="302"/>
                    </a:lnTo>
                    <a:lnTo>
                      <a:pt x="87" y="311"/>
                    </a:lnTo>
                    <a:lnTo>
                      <a:pt x="49" y="305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7"/>
              <p:cNvSpPr>
                <a:spLocks/>
              </p:cNvSpPr>
              <p:nvPr/>
            </p:nvSpPr>
            <p:spPr bwMode="ltGray">
              <a:xfrm>
                <a:off x="5358" y="2133"/>
                <a:ext cx="229" cy="114"/>
              </a:xfrm>
              <a:custGeom>
                <a:avLst/>
                <a:gdLst>
                  <a:gd name="T0" fmla="*/ 0 w 229"/>
                  <a:gd name="T1" fmla="*/ 110 h 114"/>
                  <a:gd name="T2" fmla="*/ 6 w 229"/>
                  <a:gd name="T3" fmla="*/ 113 h 114"/>
                  <a:gd name="T4" fmla="*/ 18 w 229"/>
                  <a:gd name="T5" fmla="*/ 113 h 114"/>
                  <a:gd name="T6" fmla="*/ 28 w 229"/>
                  <a:gd name="T7" fmla="*/ 113 h 114"/>
                  <a:gd name="T8" fmla="*/ 36 w 229"/>
                  <a:gd name="T9" fmla="*/ 110 h 114"/>
                  <a:gd name="T10" fmla="*/ 48 w 229"/>
                  <a:gd name="T11" fmla="*/ 107 h 114"/>
                  <a:gd name="T12" fmla="*/ 58 w 229"/>
                  <a:gd name="T13" fmla="*/ 103 h 114"/>
                  <a:gd name="T14" fmla="*/ 64 w 229"/>
                  <a:gd name="T15" fmla="*/ 101 h 114"/>
                  <a:gd name="T16" fmla="*/ 69 w 229"/>
                  <a:gd name="T17" fmla="*/ 92 h 114"/>
                  <a:gd name="T18" fmla="*/ 76 w 229"/>
                  <a:gd name="T19" fmla="*/ 82 h 114"/>
                  <a:gd name="T20" fmla="*/ 79 w 229"/>
                  <a:gd name="T21" fmla="*/ 77 h 114"/>
                  <a:gd name="T22" fmla="*/ 82 w 229"/>
                  <a:gd name="T23" fmla="*/ 70 h 114"/>
                  <a:gd name="T24" fmla="*/ 94 w 229"/>
                  <a:gd name="T25" fmla="*/ 55 h 114"/>
                  <a:gd name="T26" fmla="*/ 106 w 229"/>
                  <a:gd name="T27" fmla="*/ 39 h 114"/>
                  <a:gd name="T28" fmla="*/ 115 w 229"/>
                  <a:gd name="T29" fmla="*/ 36 h 114"/>
                  <a:gd name="T30" fmla="*/ 130 w 229"/>
                  <a:gd name="T31" fmla="*/ 31 h 114"/>
                  <a:gd name="T32" fmla="*/ 143 w 229"/>
                  <a:gd name="T33" fmla="*/ 24 h 114"/>
                  <a:gd name="T34" fmla="*/ 155 w 229"/>
                  <a:gd name="T35" fmla="*/ 21 h 114"/>
                  <a:gd name="T36" fmla="*/ 164 w 229"/>
                  <a:gd name="T37" fmla="*/ 18 h 114"/>
                  <a:gd name="T38" fmla="*/ 176 w 229"/>
                  <a:gd name="T39" fmla="*/ 21 h 114"/>
                  <a:gd name="T40" fmla="*/ 191 w 229"/>
                  <a:gd name="T41" fmla="*/ 24 h 114"/>
                  <a:gd name="T42" fmla="*/ 206 w 229"/>
                  <a:gd name="T43" fmla="*/ 31 h 114"/>
                  <a:gd name="T44" fmla="*/ 213 w 229"/>
                  <a:gd name="T45" fmla="*/ 36 h 114"/>
                  <a:gd name="T46" fmla="*/ 219 w 229"/>
                  <a:gd name="T47" fmla="*/ 42 h 114"/>
                  <a:gd name="T48" fmla="*/ 228 w 229"/>
                  <a:gd name="T49" fmla="*/ 11 h 114"/>
                  <a:gd name="T50" fmla="*/ 221 w 229"/>
                  <a:gd name="T51" fmla="*/ 9 h 114"/>
                  <a:gd name="T52" fmla="*/ 206 w 229"/>
                  <a:gd name="T53" fmla="*/ 3 h 114"/>
                  <a:gd name="T54" fmla="*/ 195 w 229"/>
                  <a:gd name="T55" fmla="*/ 0 h 114"/>
                  <a:gd name="T56" fmla="*/ 180 w 229"/>
                  <a:gd name="T57" fmla="*/ 0 h 114"/>
                  <a:gd name="T58" fmla="*/ 167 w 229"/>
                  <a:gd name="T59" fmla="*/ 0 h 114"/>
                  <a:gd name="T60" fmla="*/ 155 w 229"/>
                  <a:gd name="T61" fmla="*/ 3 h 114"/>
                  <a:gd name="T62" fmla="*/ 140 w 229"/>
                  <a:gd name="T63" fmla="*/ 9 h 114"/>
                  <a:gd name="T64" fmla="*/ 127 w 229"/>
                  <a:gd name="T65" fmla="*/ 15 h 114"/>
                  <a:gd name="T66" fmla="*/ 124 w 229"/>
                  <a:gd name="T67" fmla="*/ 18 h 114"/>
                  <a:gd name="T68" fmla="*/ 109 w 229"/>
                  <a:gd name="T69" fmla="*/ 31 h 114"/>
                  <a:gd name="T70" fmla="*/ 97 w 229"/>
                  <a:gd name="T71" fmla="*/ 42 h 114"/>
                  <a:gd name="T72" fmla="*/ 88 w 229"/>
                  <a:gd name="T73" fmla="*/ 55 h 114"/>
                  <a:gd name="T74" fmla="*/ 76 w 229"/>
                  <a:gd name="T75" fmla="*/ 67 h 114"/>
                  <a:gd name="T76" fmla="*/ 69 w 229"/>
                  <a:gd name="T77" fmla="*/ 73 h 114"/>
                  <a:gd name="T78" fmla="*/ 61 w 229"/>
                  <a:gd name="T79" fmla="*/ 82 h 114"/>
                  <a:gd name="T80" fmla="*/ 51 w 229"/>
                  <a:gd name="T81" fmla="*/ 85 h 114"/>
                  <a:gd name="T82" fmla="*/ 43 w 229"/>
                  <a:gd name="T83" fmla="*/ 88 h 114"/>
                  <a:gd name="T84" fmla="*/ 30 w 229"/>
                  <a:gd name="T85" fmla="*/ 88 h 114"/>
                  <a:gd name="T86" fmla="*/ 24 w 229"/>
                  <a:gd name="T87" fmla="*/ 88 h 114"/>
                  <a:gd name="T88" fmla="*/ 18 w 229"/>
                  <a:gd name="T89" fmla="*/ 85 h 114"/>
                  <a:gd name="T90" fmla="*/ 6 w 229"/>
                  <a:gd name="T91" fmla="*/ 79 h 114"/>
                  <a:gd name="T92" fmla="*/ 0 w 229"/>
                  <a:gd name="T93" fmla="*/ 11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29" h="114">
                    <a:moveTo>
                      <a:pt x="0" y="110"/>
                    </a:moveTo>
                    <a:lnTo>
                      <a:pt x="6" y="113"/>
                    </a:lnTo>
                    <a:lnTo>
                      <a:pt x="18" y="113"/>
                    </a:lnTo>
                    <a:lnTo>
                      <a:pt x="28" y="113"/>
                    </a:lnTo>
                    <a:lnTo>
                      <a:pt x="36" y="110"/>
                    </a:lnTo>
                    <a:lnTo>
                      <a:pt x="48" y="107"/>
                    </a:lnTo>
                    <a:lnTo>
                      <a:pt x="58" y="103"/>
                    </a:lnTo>
                    <a:lnTo>
                      <a:pt x="64" y="101"/>
                    </a:lnTo>
                    <a:lnTo>
                      <a:pt x="69" y="92"/>
                    </a:lnTo>
                    <a:lnTo>
                      <a:pt x="76" y="82"/>
                    </a:lnTo>
                    <a:lnTo>
                      <a:pt x="79" y="77"/>
                    </a:lnTo>
                    <a:lnTo>
                      <a:pt x="82" y="70"/>
                    </a:lnTo>
                    <a:lnTo>
                      <a:pt x="94" y="55"/>
                    </a:lnTo>
                    <a:lnTo>
                      <a:pt x="106" y="39"/>
                    </a:lnTo>
                    <a:lnTo>
                      <a:pt x="115" y="36"/>
                    </a:lnTo>
                    <a:lnTo>
                      <a:pt x="130" y="31"/>
                    </a:lnTo>
                    <a:lnTo>
                      <a:pt x="143" y="24"/>
                    </a:lnTo>
                    <a:lnTo>
                      <a:pt x="155" y="21"/>
                    </a:lnTo>
                    <a:lnTo>
                      <a:pt x="164" y="18"/>
                    </a:lnTo>
                    <a:lnTo>
                      <a:pt x="176" y="21"/>
                    </a:lnTo>
                    <a:lnTo>
                      <a:pt x="191" y="24"/>
                    </a:lnTo>
                    <a:lnTo>
                      <a:pt x="206" y="31"/>
                    </a:lnTo>
                    <a:lnTo>
                      <a:pt x="213" y="36"/>
                    </a:lnTo>
                    <a:lnTo>
                      <a:pt x="219" y="42"/>
                    </a:lnTo>
                    <a:lnTo>
                      <a:pt x="228" y="11"/>
                    </a:lnTo>
                    <a:lnTo>
                      <a:pt x="221" y="9"/>
                    </a:lnTo>
                    <a:lnTo>
                      <a:pt x="206" y="3"/>
                    </a:lnTo>
                    <a:lnTo>
                      <a:pt x="195" y="0"/>
                    </a:lnTo>
                    <a:lnTo>
                      <a:pt x="180" y="0"/>
                    </a:lnTo>
                    <a:lnTo>
                      <a:pt x="167" y="0"/>
                    </a:lnTo>
                    <a:lnTo>
                      <a:pt x="155" y="3"/>
                    </a:lnTo>
                    <a:lnTo>
                      <a:pt x="140" y="9"/>
                    </a:lnTo>
                    <a:lnTo>
                      <a:pt x="127" y="15"/>
                    </a:lnTo>
                    <a:lnTo>
                      <a:pt x="124" y="18"/>
                    </a:lnTo>
                    <a:lnTo>
                      <a:pt x="109" y="31"/>
                    </a:lnTo>
                    <a:lnTo>
                      <a:pt x="97" y="42"/>
                    </a:lnTo>
                    <a:lnTo>
                      <a:pt x="88" y="55"/>
                    </a:lnTo>
                    <a:lnTo>
                      <a:pt x="76" y="67"/>
                    </a:lnTo>
                    <a:lnTo>
                      <a:pt x="69" y="73"/>
                    </a:lnTo>
                    <a:lnTo>
                      <a:pt x="61" y="82"/>
                    </a:lnTo>
                    <a:lnTo>
                      <a:pt x="51" y="85"/>
                    </a:lnTo>
                    <a:lnTo>
                      <a:pt x="43" y="88"/>
                    </a:lnTo>
                    <a:lnTo>
                      <a:pt x="30" y="88"/>
                    </a:lnTo>
                    <a:lnTo>
                      <a:pt x="24" y="88"/>
                    </a:lnTo>
                    <a:lnTo>
                      <a:pt x="18" y="85"/>
                    </a:lnTo>
                    <a:lnTo>
                      <a:pt x="6" y="79"/>
                    </a:lnTo>
                    <a:lnTo>
                      <a:pt x="0" y="11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8"/>
              <p:cNvSpPr>
                <a:spLocks/>
              </p:cNvSpPr>
              <p:nvPr/>
            </p:nvSpPr>
            <p:spPr bwMode="ltGray">
              <a:xfrm>
                <a:off x="43" y="1862"/>
                <a:ext cx="233" cy="119"/>
              </a:xfrm>
              <a:custGeom>
                <a:avLst/>
                <a:gdLst>
                  <a:gd name="T0" fmla="*/ 0 w 233"/>
                  <a:gd name="T1" fmla="*/ 115 h 119"/>
                  <a:gd name="T2" fmla="*/ 7 w 233"/>
                  <a:gd name="T3" fmla="*/ 118 h 119"/>
                  <a:gd name="T4" fmla="*/ 19 w 233"/>
                  <a:gd name="T5" fmla="*/ 118 h 119"/>
                  <a:gd name="T6" fmla="*/ 28 w 233"/>
                  <a:gd name="T7" fmla="*/ 118 h 119"/>
                  <a:gd name="T8" fmla="*/ 40 w 233"/>
                  <a:gd name="T9" fmla="*/ 118 h 119"/>
                  <a:gd name="T10" fmla="*/ 49 w 233"/>
                  <a:gd name="T11" fmla="*/ 111 h 119"/>
                  <a:gd name="T12" fmla="*/ 58 w 233"/>
                  <a:gd name="T13" fmla="*/ 108 h 119"/>
                  <a:gd name="T14" fmla="*/ 65 w 233"/>
                  <a:gd name="T15" fmla="*/ 105 h 119"/>
                  <a:gd name="T16" fmla="*/ 73 w 233"/>
                  <a:gd name="T17" fmla="*/ 95 h 119"/>
                  <a:gd name="T18" fmla="*/ 76 w 233"/>
                  <a:gd name="T19" fmla="*/ 86 h 119"/>
                  <a:gd name="T20" fmla="*/ 83 w 233"/>
                  <a:gd name="T21" fmla="*/ 79 h 119"/>
                  <a:gd name="T22" fmla="*/ 86 w 233"/>
                  <a:gd name="T23" fmla="*/ 73 h 119"/>
                  <a:gd name="T24" fmla="*/ 95 w 233"/>
                  <a:gd name="T25" fmla="*/ 58 h 119"/>
                  <a:gd name="T26" fmla="*/ 110 w 233"/>
                  <a:gd name="T27" fmla="*/ 45 h 119"/>
                  <a:gd name="T28" fmla="*/ 116 w 233"/>
                  <a:gd name="T29" fmla="*/ 39 h 119"/>
                  <a:gd name="T30" fmla="*/ 131 w 233"/>
                  <a:gd name="T31" fmla="*/ 32 h 119"/>
                  <a:gd name="T32" fmla="*/ 146 w 233"/>
                  <a:gd name="T33" fmla="*/ 26 h 119"/>
                  <a:gd name="T34" fmla="*/ 156 w 233"/>
                  <a:gd name="T35" fmla="*/ 23 h 119"/>
                  <a:gd name="T36" fmla="*/ 164 w 233"/>
                  <a:gd name="T37" fmla="*/ 23 h 119"/>
                  <a:gd name="T38" fmla="*/ 177 w 233"/>
                  <a:gd name="T39" fmla="*/ 23 h 119"/>
                  <a:gd name="T40" fmla="*/ 192 w 233"/>
                  <a:gd name="T41" fmla="*/ 26 h 119"/>
                  <a:gd name="T42" fmla="*/ 207 w 233"/>
                  <a:gd name="T43" fmla="*/ 32 h 119"/>
                  <a:gd name="T44" fmla="*/ 217 w 233"/>
                  <a:gd name="T45" fmla="*/ 42 h 119"/>
                  <a:gd name="T46" fmla="*/ 220 w 233"/>
                  <a:gd name="T47" fmla="*/ 48 h 119"/>
                  <a:gd name="T48" fmla="*/ 232 w 233"/>
                  <a:gd name="T49" fmla="*/ 16 h 119"/>
                  <a:gd name="T50" fmla="*/ 222 w 233"/>
                  <a:gd name="T51" fmla="*/ 10 h 119"/>
                  <a:gd name="T52" fmla="*/ 210 w 233"/>
                  <a:gd name="T53" fmla="*/ 4 h 119"/>
                  <a:gd name="T54" fmla="*/ 195 w 233"/>
                  <a:gd name="T55" fmla="*/ 4 h 119"/>
                  <a:gd name="T56" fmla="*/ 183 w 233"/>
                  <a:gd name="T57" fmla="*/ 0 h 119"/>
                  <a:gd name="T58" fmla="*/ 167 w 233"/>
                  <a:gd name="T59" fmla="*/ 0 h 119"/>
                  <a:gd name="T60" fmla="*/ 156 w 233"/>
                  <a:gd name="T61" fmla="*/ 4 h 119"/>
                  <a:gd name="T62" fmla="*/ 141 w 233"/>
                  <a:gd name="T63" fmla="*/ 10 h 119"/>
                  <a:gd name="T64" fmla="*/ 131 w 233"/>
                  <a:gd name="T65" fmla="*/ 16 h 119"/>
                  <a:gd name="T66" fmla="*/ 126 w 233"/>
                  <a:gd name="T67" fmla="*/ 20 h 119"/>
                  <a:gd name="T68" fmla="*/ 110 w 233"/>
                  <a:gd name="T69" fmla="*/ 32 h 119"/>
                  <a:gd name="T70" fmla="*/ 101 w 233"/>
                  <a:gd name="T71" fmla="*/ 45 h 119"/>
                  <a:gd name="T72" fmla="*/ 88 w 233"/>
                  <a:gd name="T73" fmla="*/ 58 h 119"/>
                  <a:gd name="T74" fmla="*/ 80 w 233"/>
                  <a:gd name="T75" fmla="*/ 70 h 119"/>
                  <a:gd name="T76" fmla="*/ 73 w 233"/>
                  <a:gd name="T77" fmla="*/ 79 h 119"/>
                  <a:gd name="T78" fmla="*/ 61 w 233"/>
                  <a:gd name="T79" fmla="*/ 86 h 119"/>
                  <a:gd name="T80" fmla="*/ 52 w 233"/>
                  <a:gd name="T81" fmla="*/ 89 h 119"/>
                  <a:gd name="T82" fmla="*/ 43 w 233"/>
                  <a:gd name="T83" fmla="*/ 92 h 119"/>
                  <a:gd name="T84" fmla="*/ 34 w 233"/>
                  <a:gd name="T85" fmla="*/ 92 h 119"/>
                  <a:gd name="T86" fmla="*/ 25 w 233"/>
                  <a:gd name="T87" fmla="*/ 92 h 119"/>
                  <a:gd name="T88" fmla="*/ 19 w 233"/>
                  <a:gd name="T89" fmla="*/ 89 h 119"/>
                  <a:gd name="T90" fmla="*/ 7 w 233"/>
                  <a:gd name="T91" fmla="*/ 83 h 119"/>
                  <a:gd name="T92" fmla="*/ 0 w 233"/>
                  <a:gd name="T93" fmla="*/ 115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33" h="119">
                    <a:moveTo>
                      <a:pt x="0" y="115"/>
                    </a:moveTo>
                    <a:lnTo>
                      <a:pt x="7" y="118"/>
                    </a:lnTo>
                    <a:lnTo>
                      <a:pt x="19" y="118"/>
                    </a:lnTo>
                    <a:lnTo>
                      <a:pt x="28" y="118"/>
                    </a:lnTo>
                    <a:lnTo>
                      <a:pt x="40" y="118"/>
                    </a:lnTo>
                    <a:lnTo>
                      <a:pt x="49" y="111"/>
                    </a:lnTo>
                    <a:lnTo>
                      <a:pt x="58" y="108"/>
                    </a:lnTo>
                    <a:lnTo>
                      <a:pt x="65" y="105"/>
                    </a:lnTo>
                    <a:lnTo>
                      <a:pt x="73" y="95"/>
                    </a:lnTo>
                    <a:lnTo>
                      <a:pt x="76" y="86"/>
                    </a:lnTo>
                    <a:lnTo>
                      <a:pt x="83" y="79"/>
                    </a:lnTo>
                    <a:lnTo>
                      <a:pt x="86" y="73"/>
                    </a:lnTo>
                    <a:lnTo>
                      <a:pt x="95" y="58"/>
                    </a:lnTo>
                    <a:lnTo>
                      <a:pt x="110" y="45"/>
                    </a:lnTo>
                    <a:lnTo>
                      <a:pt x="116" y="39"/>
                    </a:lnTo>
                    <a:lnTo>
                      <a:pt x="131" y="32"/>
                    </a:lnTo>
                    <a:lnTo>
                      <a:pt x="146" y="26"/>
                    </a:lnTo>
                    <a:lnTo>
                      <a:pt x="156" y="23"/>
                    </a:lnTo>
                    <a:lnTo>
                      <a:pt x="164" y="23"/>
                    </a:lnTo>
                    <a:lnTo>
                      <a:pt x="177" y="23"/>
                    </a:lnTo>
                    <a:lnTo>
                      <a:pt x="192" y="26"/>
                    </a:lnTo>
                    <a:lnTo>
                      <a:pt x="207" y="32"/>
                    </a:lnTo>
                    <a:lnTo>
                      <a:pt x="217" y="42"/>
                    </a:lnTo>
                    <a:lnTo>
                      <a:pt x="220" y="48"/>
                    </a:lnTo>
                    <a:lnTo>
                      <a:pt x="232" y="16"/>
                    </a:lnTo>
                    <a:lnTo>
                      <a:pt x="222" y="10"/>
                    </a:lnTo>
                    <a:lnTo>
                      <a:pt x="210" y="4"/>
                    </a:lnTo>
                    <a:lnTo>
                      <a:pt x="195" y="4"/>
                    </a:lnTo>
                    <a:lnTo>
                      <a:pt x="183" y="0"/>
                    </a:lnTo>
                    <a:lnTo>
                      <a:pt x="167" y="0"/>
                    </a:lnTo>
                    <a:lnTo>
                      <a:pt x="156" y="4"/>
                    </a:lnTo>
                    <a:lnTo>
                      <a:pt x="141" y="10"/>
                    </a:lnTo>
                    <a:lnTo>
                      <a:pt x="131" y="16"/>
                    </a:lnTo>
                    <a:lnTo>
                      <a:pt x="126" y="20"/>
                    </a:lnTo>
                    <a:lnTo>
                      <a:pt x="110" y="32"/>
                    </a:lnTo>
                    <a:lnTo>
                      <a:pt x="101" y="45"/>
                    </a:lnTo>
                    <a:lnTo>
                      <a:pt x="88" y="58"/>
                    </a:lnTo>
                    <a:lnTo>
                      <a:pt x="80" y="70"/>
                    </a:lnTo>
                    <a:lnTo>
                      <a:pt x="73" y="79"/>
                    </a:lnTo>
                    <a:lnTo>
                      <a:pt x="61" y="86"/>
                    </a:lnTo>
                    <a:lnTo>
                      <a:pt x="52" y="89"/>
                    </a:lnTo>
                    <a:lnTo>
                      <a:pt x="43" y="92"/>
                    </a:lnTo>
                    <a:lnTo>
                      <a:pt x="34" y="92"/>
                    </a:lnTo>
                    <a:lnTo>
                      <a:pt x="25" y="92"/>
                    </a:lnTo>
                    <a:lnTo>
                      <a:pt x="19" y="89"/>
                    </a:lnTo>
                    <a:lnTo>
                      <a:pt x="7" y="83"/>
                    </a:lnTo>
                    <a:lnTo>
                      <a:pt x="0" y="115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9"/>
              <p:cNvSpPr>
                <a:spLocks/>
              </p:cNvSpPr>
              <p:nvPr/>
            </p:nvSpPr>
            <p:spPr bwMode="ltGray">
              <a:xfrm>
                <a:off x="454" y="3914"/>
                <a:ext cx="232" cy="116"/>
              </a:xfrm>
              <a:custGeom>
                <a:avLst/>
                <a:gdLst>
                  <a:gd name="T0" fmla="*/ 0 w 232"/>
                  <a:gd name="T1" fmla="*/ 111 h 116"/>
                  <a:gd name="T2" fmla="*/ 9 w 232"/>
                  <a:gd name="T3" fmla="*/ 115 h 116"/>
                  <a:gd name="T4" fmla="*/ 19 w 232"/>
                  <a:gd name="T5" fmla="*/ 115 h 116"/>
                  <a:gd name="T6" fmla="*/ 30 w 232"/>
                  <a:gd name="T7" fmla="*/ 115 h 116"/>
                  <a:gd name="T8" fmla="*/ 40 w 232"/>
                  <a:gd name="T9" fmla="*/ 111 h 116"/>
                  <a:gd name="T10" fmla="*/ 49 w 232"/>
                  <a:gd name="T11" fmla="*/ 108 h 116"/>
                  <a:gd name="T12" fmla="*/ 61 w 232"/>
                  <a:gd name="T13" fmla="*/ 105 h 116"/>
                  <a:gd name="T14" fmla="*/ 64 w 232"/>
                  <a:gd name="T15" fmla="*/ 102 h 116"/>
                  <a:gd name="T16" fmla="*/ 73 w 232"/>
                  <a:gd name="T17" fmla="*/ 93 h 116"/>
                  <a:gd name="T18" fmla="*/ 76 w 232"/>
                  <a:gd name="T19" fmla="*/ 84 h 116"/>
                  <a:gd name="T20" fmla="*/ 82 w 232"/>
                  <a:gd name="T21" fmla="*/ 77 h 116"/>
                  <a:gd name="T22" fmla="*/ 85 w 232"/>
                  <a:gd name="T23" fmla="*/ 72 h 116"/>
                  <a:gd name="T24" fmla="*/ 95 w 232"/>
                  <a:gd name="T25" fmla="*/ 56 h 116"/>
                  <a:gd name="T26" fmla="*/ 110 w 232"/>
                  <a:gd name="T27" fmla="*/ 43 h 116"/>
                  <a:gd name="T28" fmla="*/ 116 w 232"/>
                  <a:gd name="T29" fmla="*/ 38 h 116"/>
                  <a:gd name="T30" fmla="*/ 131 w 232"/>
                  <a:gd name="T31" fmla="*/ 31 h 116"/>
                  <a:gd name="T32" fmla="*/ 146 w 232"/>
                  <a:gd name="T33" fmla="*/ 25 h 116"/>
                  <a:gd name="T34" fmla="*/ 155 w 232"/>
                  <a:gd name="T35" fmla="*/ 22 h 116"/>
                  <a:gd name="T36" fmla="*/ 167 w 232"/>
                  <a:gd name="T37" fmla="*/ 18 h 116"/>
                  <a:gd name="T38" fmla="*/ 176 w 232"/>
                  <a:gd name="T39" fmla="*/ 22 h 116"/>
                  <a:gd name="T40" fmla="*/ 191 w 232"/>
                  <a:gd name="T41" fmla="*/ 25 h 116"/>
                  <a:gd name="T42" fmla="*/ 206 w 232"/>
                  <a:gd name="T43" fmla="*/ 31 h 116"/>
                  <a:gd name="T44" fmla="*/ 216 w 232"/>
                  <a:gd name="T45" fmla="*/ 38 h 116"/>
                  <a:gd name="T46" fmla="*/ 219 w 232"/>
                  <a:gd name="T47" fmla="*/ 46 h 116"/>
                  <a:gd name="T48" fmla="*/ 231 w 232"/>
                  <a:gd name="T49" fmla="*/ 13 h 116"/>
                  <a:gd name="T50" fmla="*/ 222 w 232"/>
                  <a:gd name="T51" fmla="*/ 10 h 116"/>
                  <a:gd name="T52" fmla="*/ 209 w 232"/>
                  <a:gd name="T53" fmla="*/ 3 h 116"/>
                  <a:gd name="T54" fmla="*/ 194 w 232"/>
                  <a:gd name="T55" fmla="*/ 0 h 116"/>
                  <a:gd name="T56" fmla="*/ 182 w 232"/>
                  <a:gd name="T57" fmla="*/ 0 h 116"/>
                  <a:gd name="T58" fmla="*/ 167 w 232"/>
                  <a:gd name="T59" fmla="*/ 0 h 116"/>
                  <a:gd name="T60" fmla="*/ 155 w 232"/>
                  <a:gd name="T61" fmla="*/ 3 h 116"/>
                  <a:gd name="T62" fmla="*/ 143 w 232"/>
                  <a:gd name="T63" fmla="*/ 10 h 116"/>
                  <a:gd name="T64" fmla="*/ 131 w 232"/>
                  <a:gd name="T65" fmla="*/ 13 h 116"/>
                  <a:gd name="T66" fmla="*/ 125 w 232"/>
                  <a:gd name="T67" fmla="*/ 18 h 116"/>
                  <a:gd name="T68" fmla="*/ 113 w 232"/>
                  <a:gd name="T69" fmla="*/ 31 h 116"/>
                  <a:gd name="T70" fmla="*/ 100 w 232"/>
                  <a:gd name="T71" fmla="*/ 43 h 116"/>
                  <a:gd name="T72" fmla="*/ 88 w 232"/>
                  <a:gd name="T73" fmla="*/ 56 h 116"/>
                  <a:gd name="T74" fmla="*/ 80 w 232"/>
                  <a:gd name="T75" fmla="*/ 69 h 116"/>
                  <a:gd name="T76" fmla="*/ 73 w 232"/>
                  <a:gd name="T77" fmla="*/ 74 h 116"/>
                  <a:gd name="T78" fmla="*/ 61 w 232"/>
                  <a:gd name="T79" fmla="*/ 84 h 116"/>
                  <a:gd name="T80" fmla="*/ 52 w 232"/>
                  <a:gd name="T81" fmla="*/ 87 h 116"/>
                  <a:gd name="T82" fmla="*/ 45 w 232"/>
                  <a:gd name="T83" fmla="*/ 90 h 116"/>
                  <a:gd name="T84" fmla="*/ 34 w 232"/>
                  <a:gd name="T85" fmla="*/ 90 h 116"/>
                  <a:gd name="T86" fmla="*/ 25 w 232"/>
                  <a:gd name="T87" fmla="*/ 90 h 116"/>
                  <a:gd name="T88" fmla="*/ 19 w 232"/>
                  <a:gd name="T89" fmla="*/ 87 h 116"/>
                  <a:gd name="T90" fmla="*/ 7 w 232"/>
                  <a:gd name="T91" fmla="*/ 80 h 116"/>
                  <a:gd name="T92" fmla="*/ 0 w 232"/>
                  <a:gd name="T93" fmla="*/ 1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32" h="116">
                    <a:moveTo>
                      <a:pt x="0" y="111"/>
                    </a:moveTo>
                    <a:lnTo>
                      <a:pt x="9" y="115"/>
                    </a:lnTo>
                    <a:lnTo>
                      <a:pt x="19" y="115"/>
                    </a:lnTo>
                    <a:lnTo>
                      <a:pt x="30" y="115"/>
                    </a:lnTo>
                    <a:lnTo>
                      <a:pt x="40" y="111"/>
                    </a:lnTo>
                    <a:lnTo>
                      <a:pt x="49" y="108"/>
                    </a:lnTo>
                    <a:lnTo>
                      <a:pt x="61" y="105"/>
                    </a:lnTo>
                    <a:lnTo>
                      <a:pt x="64" y="102"/>
                    </a:lnTo>
                    <a:lnTo>
                      <a:pt x="73" y="93"/>
                    </a:lnTo>
                    <a:lnTo>
                      <a:pt x="76" y="84"/>
                    </a:lnTo>
                    <a:lnTo>
                      <a:pt x="82" y="77"/>
                    </a:lnTo>
                    <a:lnTo>
                      <a:pt x="85" y="72"/>
                    </a:lnTo>
                    <a:lnTo>
                      <a:pt x="95" y="56"/>
                    </a:lnTo>
                    <a:lnTo>
                      <a:pt x="110" y="43"/>
                    </a:lnTo>
                    <a:lnTo>
                      <a:pt x="116" y="38"/>
                    </a:lnTo>
                    <a:lnTo>
                      <a:pt x="131" y="31"/>
                    </a:lnTo>
                    <a:lnTo>
                      <a:pt x="146" y="25"/>
                    </a:lnTo>
                    <a:lnTo>
                      <a:pt x="155" y="22"/>
                    </a:lnTo>
                    <a:lnTo>
                      <a:pt x="167" y="18"/>
                    </a:lnTo>
                    <a:lnTo>
                      <a:pt x="176" y="22"/>
                    </a:lnTo>
                    <a:lnTo>
                      <a:pt x="191" y="25"/>
                    </a:lnTo>
                    <a:lnTo>
                      <a:pt x="206" y="31"/>
                    </a:lnTo>
                    <a:lnTo>
                      <a:pt x="216" y="38"/>
                    </a:lnTo>
                    <a:lnTo>
                      <a:pt x="219" y="46"/>
                    </a:lnTo>
                    <a:lnTo>
                      <a:pt x="231" y="13"/>
                    </a:lnTo>
                    <a:lnTo>
                      <a:pt x="222" y="10"/>
                    </a:lnTo>
                    <a:lnTo>
                      <a:pt x="209" y="3"/>
                    </a:lnTo>
                    <a:lnTo>
                      <a:pt x="194" y="0"/>
                    </a:lnTo>
                    <a:lnTo>
                      <a:pt x="182" y="0"/>
                    </a:lnTo>
                    <a:lnTo>
                      <a:pt x="167" y="0"/>
                    </a:lnTo>
                    <a:lnTo>
                      <a:pt x="155" y="3"/>
                    </a:lnTo>
                    <a:lnTo>
                      <a:pt x="143" y="10"/>
                    </a:lnTo>
                    <a:lnTo>
                      <a:pt x="131" y="13"/>
                    </a:lnTo>
                    <a:lnTo>
                      <a:pt x="125" y="18"/>
                    </a:lnTo>
                    <a:lnTo>
                      <a:pt x="113" y="31"/>
                    </a:lnTo>
                    <a:lnTo>
                      <a:pt x="100" y="43"/>
                    </a:lnTo>
                    <a:lnTo>
                      <a:pt x="88" y="56"/>
                    </a:lnTo>
                    <a:lnTo>
                      <a:pt x="80" y="69"/>
                    </a:lnTo>
                    <a:lnTo>
                      <a:pt x="73" y="74"/>
                    </a:lnTo>
                    <a:lnTo>
                      <a:pt x="61" y="84"/>
                    </a:lnTo>
                    <a:lnTo>
                      <a:pt x="52" y="87"/>
                    </a:lnTo>
                    <a:lnTo>
                      <a:pt x="45" y="90"/>
                    </a:lnTo>
                    <a:lnTo>
                      <a:pt x="34" y="90"/>
                    </a:lnTo>
                    <a:lnTo>
                      <a:pt x="25" y="90"/>
                    </a:lnTo>
                    <a:lnTo>
                      <a:pt x="19" y="87"/>
                    </a:lnTo>
                    <a:lnTo>
                      <a:pt x="7" y="80"/>
                    </a:lnTo>
                    <a:lnTo>
                      <a:pt x="0" y="111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10"/>
              <p:cNvSpPr>
                <a:spLocks/>
              </p:cNvSpPr>
              <p:nvPr/>
            </p:nvSpPr>
            <p:spPr bwMode="ltGray">
              <a:xfrm>
                <a:off x="5314" y="1011"/>
                <a:ext cx="233" cy="119"/>
              </a:xfrm>
              <a:custGeom>
                <a:avLst/>
                <a:gdLst>
                  <a:gd name="T0" fmla="*/ 232 w 233"/>
                  <a:gd name="T1" fmla="*/ 115 h 119"/>
                  <a:gd name="T2" fmla="*/ 222 w 233"/>
                  <a:gd name="T3" fmla="*/ 115 h 119"/>
                  <a:gd name="T4" fmla="*/ 214 w 233"/>
                  <a:gd name="T5" fmla="*/ 118 h 119"/>
                  <a:gd name="T6" fmla="*/ 201 w 233"/>
                  <a:gd name="T7" fmla="*/ 118 h 119"/>
                  <a:gd name="T8" fmla="*/ 192 w 233"/>
                  <a:gd name="T9" fmla="*/ 115 h 119"/>
                  <a:gd name="T10" fmla="*/ 183 w 233"/>
                  <a:gd name="T11" fmla="*/ 112 h 119"/>
                  <a:gd name="T12" fmla="*/ 171 w 233"/>
                  <a:gd name="T13" fmla="*/ 106 h 119"/>
                  <a:gd name="T14" fmla="*/ 164 w 233"/>
                  <a:gd name="T15" fmla="*/ 102 h 119"/>
                  <a:gd name="T16" fmla="*/ 158 w 233"/>
                  <a:gd name="T17" fmla="*/ 94 h 119"/>
                  <a:gd name="T18" fmla="*/ 153 w 233"/>
                  <a:gd name="T19" fmla="*/ 84 h 119"/>
                  <a:gd name="T20" fmla="*/ 149 w 233"/>
                  <a:gd name="T21" fmla="*/ 78 h 119"/>
                  <a:gd name="T22" fmla="*/ 146 w 233"/>
                  <a:gd name="T23" fmla="*/ 71 h 119"/>
                  <a:gd name="T24" fmla="*/ 134 w 233"/>
                  <a:gd name="T25" fmla="*/ 59 h 119"/>
                  <a:gd name="T26" fmla="*/ 122 w 233"/>
                  <a:gd name="T27" fmla="*/ 44 h 119"/>
                  <a:gd name="T28" fmla="*/ 113 w 233"/>
                  <a:gd name="T29" fmla="*/ 37 h 119"/>
                  <a:gd name="T30" fmla="*/ 97 w 233"/>
                  <a:gd name="T31" fmla="*/ 31 h 119"/>
                  <a:gd name="T32" fmla="*/ 85 w 233"/>
                  <a:gd name="T33" fmla="*/ 28 h 119"/>
                  <a:gd name="T34" fmla="*/ 73 w 233"/>
                  <a:gd name="T35" fmla="*/ 24 h 119"/>
                  <a:gd name="T36" fmla="*/ 64 w 233"/>
                  <a:gd name="T37" fmla="*/ 21 h 119"/>
                  <a:gd name="T38" fmla="*/ 52 w 233"/>
                  <a:gd name="T39" fmla="*/ 24 h 119"/>
                  <a:gd name="T40" fmla="*/ 39 w 233"/>
                  <a:gd name="T41" fmla="*/ 28 h 119"/>
                  <a:gd name="T42" fmla="*/ 24 w 233"/>
                  <a:gd name="T43" fmla="*/ 31 h 119"/>
                  <a:gd name="T44" fmla="*/ 15 w 233"/>
                  <a:gd name="T45" fmla="*/ 40 h 119"/>
                  <a:gd name="T46" fmla="*/ 9 w 233"/>
                  <a:gd name="T47" fmla="*/ 47 h 119"/>
                  <a:gd name="T48" fmla="*/ 0 w 233"/>
                  <a:gd name="T49" fmla="*/ 16 h 119"/>
                  <a:gd name="T50" fmla="*/ 6 w 233"/>
                  <a:gd name="T51" fmla="*/ 9 h 119"/>
                  <a:gd name="T52" fmla="*/ 21 w 233"/>
                  <a:gd name="T53" fmla="*/ 6 h 119"/>
                  <a:gd name="T54" fmla="*/ 33 w 233"/>
                  <a:gd name="T55" fmla="*/ 3 h 119"/>
                  <a:gd name="T56" fmla="*/ 49 w 233"/>
                  <a:gd name="T57" fmla="*/ 0 h 119"/>
                  <a:gd name="T58" fmla="*/ 61 w 233"/>
                  <a:gd name="T59" fmla="*/ 3 h 119"/>
                  <a:gd name="T60" fmla="*/ 73 w 233"/>
                  <a:gd name="T61" fmla="*/ 6 h 119"/>
                  <a:gd name="T62" fmla="*/ 88 w 233"/>
                  <a:gd name="T63" fmla="*/ 13 h 119"/>
                  <a:gd name="T64" fmla="*/ 100 w 233"/>
                  <a:gd name="T65" fmla="*/ 16 h 119"/>
                  <a:gd name="T66" fmla="*/ 107 w 233"/>
                  <a:gd name="T67" fmla="*/ 21 h 119"/>
                  <a:gd name="T68" fmla="*/ 118 w 233"/>
                  <a:gd name="T69" fmla="*/ 31 h 119"/>
                  <a:gd name="T70" fmla="*/ 131 w 233"/>
                  <a:gd name="T71" fmla="*/ 47 h 119"/>
                  <a:gd name="T72" fmla="*/ 143 w 233"/>
                  <a:gd name="T73" fmla="*/ 59 h 119"/>
                  <a:gd name="T74" fmla="*/ 153 w 233"/>
                  <a:gd name="T75" fmla="*/ 71 h 119"/>
                  <a:gd name="T76" fmla="*/ 158 w 233"/>
                  <a:gd name="T77" fmla="*/ 78 h 119"/>
                  <a:gd name="T78" fmla="*/ 168 w 233"/>
                  <a:gd name="T79" fmla="*/ 84 h 119"/>
                  <a:gd name="T80" fmla="*/ 177 w 233"/>
                  <a:gd name="T81" fmla="*/ 91 h 119"/>
                  <a:gd name="T82" fmla="*/ 186 w 233"/>
                  <a:gd name="T83" fmla="*/ 94 h 119"/>
                  <a:gd name="T84" fmla="*/ 199 w 233"/>
                  <a:gd name="T85" fmla="*/ 94 h 119"/>
                  <a:gd name="T86" fmla="*/ 204 w 233"/>
                  <a:gd name="T87" fmla="*/ 91 h 119"/>
                  <a:gd name="T88" fmla="*/ 214 w 233"/>
                  <a:gd name="T89" fmla="*/ 91 h 119"/>
                  <a:gd name="T90" fmla="*/ 225 w 233"/>
                  <a:gd name="T91" fmla="*/ 84 h 119"/>
                  <a:gd name="T92" fmla="*/ 232 w 233"/>
                  <a:gd name="T93" fmla="*/ 115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33" h="119">
                    <a:moveTo>
                      <a:pt x="232" y="115"/>
                    </a:moveTo>
                    <a:lnTo>
                      <a:pt x="222" y="115"/>
                    </a:lnTo>
                    <a:lnTo>
                      <a:pt x="214" y="118"/>
                    </a:lnTo>
                    <a:lnTo>
                      <a:pt x="201" y="118"/>
                    </a:lnTo>
                    <a:lnTo>
                      <a:pt x="192" y="115"/>
                    </a:lnTo>
                    <a:lnTo>
                      <a:pt x="183" y="112"/>
                    </a:lnTo>
                    <a:lnTo>
                      <a:pt x="171" y="106"/>
                    </a:lnTo>
                    <a:lnTo>
                      <a:pt x="164" y="102"/>
                    </a:lnTo>
                    <a:lnTo>
                      <a:pt x="158" y="94"/>
                    </a:lnTo>
                    <a:lnTo>
                      <a:pt x="153" y="84"/>
                    </a:lnTo>
                    <a:lnTo>
                      <a:pt x="149" y="78"/>
                    </a:lnTo>
                    <a:lnTo>
                      <a:pt x="146" y="71"/>
                    </a:lnTo>
                    <a:lnTo>
                      <a:pt x="134" y="59"/>
                    </a:lnTo>
                    <a:lnTo>
                      <a:pt x="122" y="44"/>
                    </a:lnTo>
                    <a:lnTo>
                      <a:pt x="113" y="37"/>
                    </a:lnTo>
                    <a:lnTo>
                      <a:pt x="97" y="31"/>
                    </a:lnTo>
                    <a:lnTo>
                      <a:pt x="85" y="28"/>
                    </a:lnTo>
                    <a:lnTo>
                      <a:pt x="73" y="24"/>
                    </a:lnTo>
                    <a:lnTo>
                      <a:pt x="64" y="21"/>
                    </a:lnTo>
                    <a:lnTo>
                      <a:pt x="52" y="24"/>
                    </a:lnTo>
                    <a:lnTo>
                      <a:pt x="39" y="28"/>
                    </a:lnTo>
                    <a:lnTo>
                      <a:pt x="24" y="31"/>
                    </a:lnTo>
                    <a:lnTo>
                      <a:pt x="15" y="40"/>
                    </a:lnTo>
                    <a:lnTo>
                      <a:pt x="9" y="47"/>
                    </a:lnTo>
                    <a:lnTo>
                      <a:pt x="0" y="16"/>
                    </a:lnTo>
                    <a:lnTo>
                      <a:pt x="6" y="9"/>
                    </a:lnTo>
                    <a:lnTo>
                      <a:pt x="21" y="6"/>
                    </a:lnTo>
                    <a:lnTo>
                      <a:pt x="33" y="3"/>
                    </a:lnTo>
                    <a:lnTo>
                      <a:pt x="49" y="0"/>
                    </a:lnTo>
                    <a:lnTo>
                      <a:pt x="61" y="3"/>
                    </a:lnTo>
                    <a:lnTo>
                      <a:pt x="73" y="6"/>
                    </a:lnTo>
                    <a:lnTo>
                      <a:pt x="88" y="13"/>
                    </a:lnTo>
                    <a:lnTo>
                      <a:pt x="100" y="16"/>
                    </a:lnTo>
                    <a:lnTo>
                      <a:pt x="107" y="21"/>
                    </a:lnTo>
                    <a:lnTo>
                      <a:pt x="118" y="31"/>
                    </a:lnTo>
                    <a:lnTo>
                      <a:pt x="131" y="47"/>
                    </a:lnTo>
                    <a:lnTo>
                      <a:pt x="143" y="59"/>
                    </a:lnTo>
                    <a:lnTo>
                      <a:pt x="153" y="71"/>
                    </a:lnTo>
                    <a:lnTo>
                      <a:pt x="158" y="78"/>
                    </a:lnTo>
                    <a:lnTo>
                      <a:pt x="168" y="84"/>
                    </a:lnTo>
                    <a:lnTo>
                      <a:pt x="177" y="91"/>
                    </a:lnTo>
                    <a:lnTo>
                      <a:pt x="186" y="94"/>
                    </a:lnTo>
                    <a:lnTo>
                      <a:pt x="199" y="94"/>
                    </a:lnTo>
                    <a:lnTo>
                      <a:pt x="204" y="91"/>
                    </a:lnTo>
                    <a:lnTo>
                      <a:pt x="214" y="91"/>
                    </a:lnTo>
                    <a:lnTo>
                      <a:pt x="225" y="84"/>
                    </a:lnTo>
                    <a:lnTo>
                      <a:pt x="232" y="115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11"/>
              <p:cNvSpPr>
                <a:spLocks/>
              </p:cNvSpPr>
              <p:nvPr/>
            </p:nvSpPr>
            <p:spPr bwMode="ltGray">
              <a:xfrm>
                <a:off x="1852" y="147"/>
                <a:ext cx="232" cy="114"/>
              </a:xfrm>
              <a:custGeom>
                <a:avLst/>
                <a:gdLst>
                  <a:gd name="T0" fmla="*/ 231 w 232"/>
                  <a:gd name="T1" fmla="*/ 110 h 114"/>
                  <a:gd name="T2" fmla="*/ 221 w 232"/>
                  <a:gd name="T3" fmla="*/ 113 h 114"/>
                  <a:gd name="T4" fmla="*/ 213 w 232"/>
                  <a:gd name="T5" fmla="*/ 113 h 114"/>
                  <a:gd name="T6" fmla="*/ 201 w 232"/>
                  <a:gd name="T7" fmla="*/ 113 h 114"/>
                  <a:gd name="T8" fmla="*/ 191 w 232"/>
                  <a:gd name="T9" fmla="*/ 113 h 114"/>
                  <a:gd name="T10" fmla="*/ 183 w 232"/>
                  <a:gd name="T11" fmla="*/ 110 h 114"/>
                  <a:gd name="T12" fmla="*/ 170 w 232"/>
                  <a:gd name="T13" fmla="*/ 104 h 114"/>
                  <a:gd name="T14" fmla="*/ 167 w 232"/>
                  <a:gd name="T15" fmla="*/ 102 h 114"/>
                  <a:gd name="T16" fmla="*/ 158 w 232"/>
                  <a:gd name="T17" fmla="*/ 92 h 114"/>
                  <a:gd name="T18" fmla="*/ 155 w 232"/>
                  <a:gd name="T19" fmla="*/ 82 h 114"/>
                  <a:gd name="T20" fmla="*/ 148 w 232"/>
                  <a:gd name="T21" fmla="*/ 77 h 114"/>
                  <a:gd name="T22" fmla="*/ 145 w 232"/>
                  <a:gd name="T23" fmla="*/ 71 h 114"/>
                  <a:gd name="T24" fmla="*/ 133 w 232"/>
                  <a:gd name="T25" fmla="*/ 56 h 114"/>
                  <a:gd name="T26" fmla="*/ 122 w 232"/>
                  <a:gd name="T27" fmla="*/ 43 h 114"/>
                  <a:gd name="T28" fmla="*/ 112 w 232"/>
                  <a:gd name="T29" fmla="*/ 36 h 114"/>
                  <a:gd name="T30" fmla="*/ 100 w 232"/>
                  <a:gd name="T31" fmla="*/ 31 h 114"/>
                  <a:gd name="T32" fmla="*/ 85 w 232"/>
                  <a:gd name="T33" fmla="*/ 25 h 114"/>
                  <a:gd name="T34" fmla="*/ 76 w 232"/>
                  <a:gd name="T35" fmla="*/ 21 h 114"/>
                  <a:gd name="T36" fmla="*/ 64 w 232"/>
                  <a:gd name="T37" fmla="*/ 21 h 114"/>
                  <a:gd name="T38" fmla="*/ 54 w 232"/>
                  <a:gd name="T39" fmla="*/ 21 h 114"/>
                  <a:gd name="T40" fmla="*/ 39 w 232"/>
                  <a:gd name="T41" fmla="*/ 25 h 114"/>
                  <a:gd name="T42" fmla="*/ 24 w 232"/>
                  <a:gd name="T43" fmla="*/ 31 h 114"/>
                  <a:gd name="T44" fmla="*/ 15 w 232"/>
                  <a:gd name="T45" fmla="*/ 36 h 114"/>
                  <a:gd name="T46" fmla="*/ 9 w 232"/>
                  <a:gd name="T47" fmla="*/ 46 h 114"/>
                  <a:gd name="T48" fmla="*/ 0 w 232"/>
                  <a:gd name="T49" fmla="*/ 15 h 114"/>
                  <a:gd name="T50" fmla="*/ 9 w 232"/>
                  <a:gd name="T51" fmla="*/ 10 h 114"/>
                  <a:gd name="T52" fmla="*/ 21 w 232"/>
                  <a:gd name="T53" fmla="*/ 3 h 114"/>
                  <a:gd name="T54" fmla="*/ 33 w 232"/>
                  <a:gd name="T55" fmla="*/ 0 h 114"/>
                  <a:gd name="T56" fmla="*/ 48 w 232"/>
                  <a:gd name="T57" fmla="*/ 0 h 114"/>
                  <a:gd name="T58" fmla="*/ 64 w 232"/>
                  <a:gd name="T59" fmla="*/ 0 h 114"/>
                  <a:gd name="T60" fmla="*/ 72 w 232"/>
                  <a:gd name="T61" fmla="*/ 3 h 114"/>
                  <a:gd name="T62" fmla="*/ 87 w 232"/>
                  <a:gd name="T63" fmla="*/ 10 h 114"/>
                  <a:gd name="T64" fmla="*/ 100 w 232"/>
                  <a:gd name="T65" fmla="*/ 15 h 114"/>
                  <a:gd name="T66" fmla="*/ 106 w 232"/>
                  <a:gd name="T67" fmla="*/ 18 h 114"/>
                  <a:gd name="T68" fmla="*/ 118 w 232"/>
                  <a:gd name="T69" fmla="*/ 31 h 114"/>
                  <a:gd name="T70" fmla="*/ 130 w 232"/>
                  <a:gd name="T71" fmla="*/ 43 h 114"/>
                  <a:gd name="T72" fmla="*/ 143 w 232"/>
                  <a:gd name="T73" fmla="*/ 58 h 114"/>
                  <a:gd name="T74" fmla="*/ 152 w 232"/>
                  <a:gd name="T75" fmla="*/ 67 h 114"/>
                  <a:gd name="T76" fmla="*/ 158 w 232"/>
                  <a:gd name="T77" fmla="*/ 77 h 114"/>
                  <a:gd name="T78" fmla="*/ 167 w 232"/>
                  <a:gd name="T79" fmla="*/ 82 h 114"/>
                  <a:gd name="T80" fmla="*/ 179 w 232"/>
                  <a:gd name="T81" fmla="*/ 86 h 114"/>
                  <a:gd name="T82" fmla="*/ 185 w 232"/>
                  <a:gd name="T83" fmla="*/ 89 h 114"/>
                  <a:gd name="T84" fmla="*/ 198 w 232"/>
                  <a:gd name="T85" fmla="*/ 89 h 114"/>
                  <a:gd name="T86" fmla="*/ 206 w 232"/>
                  <a:gd name="T87" fmla="*/ 89 h 114"/>
                  <a:gd name="T88" fmla="*/ 213 w 232"/>
                  <a:gd name="T89" fmla="*/ 86 h 114"/>
                  <a:gd name="T90" fmla="*/ 224 w 232"/>
                  <a:gd name="T91" fmla="*/ 79 h 114"/>
                  <a:gd name="T92" fmla="*/ 231 w 232"/>
                  <a:gd name="T93" fmla="*/ 11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32" h="114">
                    <a:moveTo>
                      <a:pt x="231" y="110"/>
                    </a:moveTo>
                    <a:lnTo>
                      <a:pt x="221" y="113"/>
                    </a:lnTo>
                    <a:lnTo>
                      <a:pt x="213" y="113"/>
                    </a:lnTo>
                    <a:lnTo>
                      <a:pt x="201" y="113"/>
                    </a:lnTo>
                    <a:lnTo>
                      <a:pt x="191" y="113"/>
                    </a:lnTo>
                    <a:lnTo>
                      <a:pt x="183" y="110"/>
                    </a:lnTo>
                    <a:lnTo>
                      <a:pt x="170" y="104"/>
                    </a:lnTo>
                    <a:lnTo>
                      <a:pt x="167" y="102"/>
                    </a:lnTo>
                    <a:lnTo>
                      <a:pt x="158" y="92"/>
                    </a:lnTo>
                    <a:lnTo>
                      <a:pt x="155" y="82"/>
                    </a:lnTo>
                    <a:lnTo>
                      <a:pt x="148" y="77"/>
                    </a:lnTo>
                    <a:lnTo>
                      <a:pt x="145" y="71"/>
                    </a:lnTo>
                    <a:lnTo>
                      <a:pt x="133" y="56"/>
                    </a:lnTo>
                    <a:lnTo>
                      <a:pt x="122" y="43"/>
                    </a:lnTo>
                    <a:lnTo>
                      <a:pt x="112" y="36"/>
                    </a:lnTo>
                    <a:lnTo>
                      <a:pt x="100" y="31"/>
                    </a:lnTo>
                    <a:lnTo>
                      <a:pt x="85" y="25"/>
                    </a:lnTo>
                    <a:lnTo>
                      <a:pt x="76" y="21"/>
                    </a:lnTo>
                    <a:lnTo>
                      <a:pt x="64" y="21"/>
                    </a:lnTo>
                    <a:lnTo>
                      <a:pt x="54" y="21"/>
                    </a:lnTo>
                    <a:lnTo>
                      <a:pt x="39" y="25"/>
                    </a:lnTo>
                    <a:lnTo>
                      <a:pt x="24" y="31"/>
                    </a:lnTo>
                    <a:lnTo>
                      <a:pt x="15" y="36"/>
                    </a:lnTo>
                    <a:lnTo>
                      <a:pt x="9" y="46"/>
                    </a:lnTo>
                    <a:lnTo>
                      <a:pt x="0" y="15"/>
                    </a:lnTo>
                    <a:lnTo>
                      <a:pt x="9" y="10"/>
                    </a:lnTo>
                    <a:lnTo>
                      <a:pt x="21" y="3"/>
                    </a:lnTo>
                    <a:lnTo>
                      <a:pt x="33" y="0"/>
                    </a:lnTo>
                    <a:lnTo>
                      <a:pt x="48" y="0"/>
                    </a:lnTo>
                    <a:lnTo>
                      <a:pt x="64" y="0"/>
                    </a:lnTo>
                    <a:lnTo>
                      <a:pt x="72" y="3"/>
                    </a:lnTo>
                    <a:lnTo>
                      <a:pt x="87" y="10"/>
                    </a:lnTo>
                    <a:lnTo>
                      <a:pt x="100" y="15"/>
                    </a:lnTo>
                    <a:lnTo>
                      <a:pt x="106" y="18"/>
                    </a:lnTo>
                    <a:lnTo>
                      <a:pt x="118" y="31"/>
                    </a:lnTo>
                    <a:lnTo>
                      <a:pt x="130" y="43"/>
                    </a:lnTo>
                    <a:lnTo>
                      <a:pt x="143" y="58"/>
                    </a:lnTo>
                    <a:lnTo>
                      <a:pt x="152" y="67"/>
                    </a:lnTo>
                    <a:lnTo>
                      <a:pt x="158" y="77"/>
                    </a:lnTo>
                    <a:lnTo>
                      <a:pt x="167" y="82"/>
                    </a:lnTo>
                    <a:lnTo>
                      <a:pt x="179" y="86"/>
                    </a:lnTo>
                    <a:lnTo>
                      <a:pt x="185" y="89"/>
                    </a:lnTo>
                    <a:lnTo>
                      <a:pt x="198" y="89"/>
                    </a:lnTo>
                    <a:lnTo>
                      <a:pt x="206" y="89"/>
                    </a:lnTo>
                    <a:lnTo>
                      <a:pt x="213" y="86"/>
                    </a:lnTo>
                    <a:lnTo>
                      <a:pt x="224" y="79"/>
                    </a:lnTo>
                    <a:lnTo>
                      <a:pt x="231" y="11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12"/>
              <p:cNvSpPr>
                <a:spLocks/>
              </p:cNvSpPr>
              <p:nvPr/>
            </p:nvSpPr>
            <p:spPr bwMode="ltGray">
              <a:xfrm>
                <a:off x="151" y="121"/>
                <a:ext cx="233" cy="120"/>
              </a:xfrm>
              <a:custGeom>
                <a:avLst/>
                <a:gdLst>
                  <a:gd name="T0" fmla="*/ 232 w 233"/>
                  <a:gd name="T1" fmla="*/ 116 h 120"/>
                  <a:gd name="T2" fmla="*/ 223 w 233"/>
                  <a:gd name="T3" fmla="*/ 116 h 120"/>
                  <a:gd name="T4" fmla="*/ 214 w 233"/>
                  <a:gd name="T5" fmla="*/ 119 h 120"/>
                  <a:gd name="T6" fmla="*/ 204 w 233"/>
                  <a:gd name="T7" fmla="*/ 119 h 120"/>
                  <a:gd name="T8" fmla="*/ 193 w 233"/>
                  <a:gd name="T9" fmla="*/ 116 h 120"/>
                  <a:gd name="T10" fmla="*/ 183 w 233"/>
                  <a:gd name="T11" fmla="*/ 112 h 120"/>
                  <a:gd name="T12" fmla="*/ 174 w 233"/>
                  <a:gd name="T13" fmla="*/ 106 h 120"/>
                  <a:gd name="T14" fmla="*/ 168 w 233"/>
                  <a:gd name="T15" fmla="*/ 103 h 120"/>
                  <a:gd name="T16" fmla="*/ 158 w 233"/>
                  <a:gd name="T17" fmla="*/ 94 h 120"/>
                  <a:gd name="T18" fmla="*/ 156 w 233"/>
                  <a:gd name="T19" fmla="*/ 85 h 120"/>
                  <a:gd name="T20" fmla="*/ 150 w 233"/>
                  <a:gd name="T21" fmla="*/ 78 h 120"/>
                  <a:gd name="T22" fmla="*/ 147 w 233"/>
                  <a:gd name="T23" fmla="*/ 72 h 120"/>
                  <a:gd name="T24" fmla="*/ 137 w 233"/>
                  <a:gd name="T25" fmla="*/ 60 h 120"/>
                  <a:gd name="T26" fmla="*/ 122 w 233"/>
                  <a:gd name="T27" fmla="*/ 44 h 120"/>
                  <a:gd name="T28" fmla="*/ 116 w 233"/>
                  <a:gd name="T29" fmla="*/ 38 h 120"/>
                  <a:gd name="T30" fmla="*/ 101 w 233"/>
                  <a:gd name="T31" fmla="*/ 31 h 120"/>
                  <a:gd name="T32" fmla="*/ 86 w 233"/>
                  <a:gd name="T33" fmla="*/ 25 h 120"/>
                  <a:gd name="T34" fmla="*/ 76 w 233"/>
                  <a:gd name="T35" fmla="*/ 22 h 120"/>
                  <a:gd name="T36" fmla="*/ 67 w 233"/>
                  <a:gd name="T37" fmla="*/ 22 h 120"/>
                  <a:gd name="T38" fmla="*/ 55 w 233"/>
                  <a:gd name="T39" fmla="*/ 22 h 120"/>
                  <a:gd name="T40" fmla="*/ 40 w 233"/>
                  <a:gd name="T41" fmla="*/ 28 h 120"/>
                  <a:gd name="T42" fmla="*/ 25 w 233"/>
                  <a:gd name="T43" fmla="*/ 31 h 120"/>
                  <a:gd name="T44" fmla="*/ 18 w 233"/>
                  <a:gd name="T45" fmla="*/ 41 h 120"/>
                  <a:gd name="T46" fmla="*/ 12 w 233"/>
                  <a:gd name="T47" fmla="*/ 47 h 120"/>
                  <a:gd name="T48" fmla="*/ 0 w 233"/>
                  <a:gd name="T49" fmla="*/ 16 h 120"/>
                  <a:gd name="T50" fmla="*/ 10 w 233"/>
                  <a:gd name="T51" fmla="*/ 10 h 120"/>
                  <a:gd name="T52" fmla="*/ 21 w 233"/>
                  <a:gd name="T53" fmla="*/ 7 h 120"/>
                  <a:gd name="T54" fmla="*/ 36 w 233"/>
                  <a:gd name="T55" fmla="*/ 3 h 120"/>
                  <a:gd name="T56" fmla="*/ 49 w 233"/>
                  <a:gd name="T57" fmla="*/ 0 h 120"/>
                  <a:gd name="T58" fmla="*/ 64 w 233"/>
                  <a:gd name="T59" fmla="*/ 3 h 120"/>
                  <a:gd name="T60" fmla="*/ 76 w 233"/>
                  <a:gd name="T61" fmla="*/ 7 h 120"/>
                  <a:gd name="T62" fmla="*/ 89 w 233"/>
                  <a:gd name="T63" fmla="*/ 13 h 120"/>
                  <a:gd name="T64" fmla="*/ 101 w 233"/>
                  <a:gd name="T65" fmla="*/ 16 h 120"/>
                  <a:gd name="T66" fmla="*/ 107 w 233"/>
                  <a:gd name="T67" fmla="*/ 22 h 120"/>
                  <a:gd name="T68" fmla="*/ 119 w 233"/>
                  <a:gd name="T69" fmla="*/ 31 h 120"/>
                  <a:gd name="T70" fmla="*/ 132 w 233"/>
                  <a:gd name="T71" fmla="*/ 47 h 120"/>
                  <a:gd name="T72" fmla="*/ 143 w 233"/>
                  <a:gd name="T73" fmla="*/ 60 h 120"/>
                  <a:gd name="T74" fmla="*/ 153 w 233"/>
                  <a:gd name="T75" fmla="*/ 72 h 120"/>
                  <a:gd name="T76" fmla="*/ 158 w 233"/>
                  <a:gd name="T77" fmla="*/ 78 h 120"/>
                  <a:gd name="T78" fmla="*/ 171 w 233"/>
                  <a:gd name="T79" fmla="*/ 85 h 120"/>
                  <a:gd name="T80" fmla="*/ 180 w 233"/>
                  <a:gd name="T81" fmla="*/ 91 h 120"/>
                  <a:gd name="T82" fmla="*/ 189 w 233"/>
                  <a:gd name="T83" fmla="*/ 94 h 120"/>
                  <a:gd name="T84" fmla="*/ 199 w 233"/>
                  <a:gd name="T85" fmla="*/ 94 h 120"/>
                  <a:gd name="T86" fmla="*/ 208 w 233"/>
                  <a:gd name="T87" fmla="*/ 91 h 120"/>
                  <a:gd name="T88" fmla="*/ 214 w 233"/>
                  <a:gd name="T89" fmla="*/ 91 h 120"/>
                  <a:gd name="T90" fmla="*/ 226 w 233"/>
                  <a:gd name="T91" fmla="*/ 85 h 120"/>
                  <a:gd name="T92" fmla="*/ 232 w 233"/>
                  <a:gd name="T93" fmla="*/ 11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33" h="120">
                    <a:moveTo>
                      <a:pt x="232" y="116"/>
                    </a:moveTo>
                    <a:lnTo>
                      <a:pt x="223" y="116"/>
                    </a:lnTo>
                    <a:lnTo>
                      <a:pt x="214" y="119"/>
                    </a:lnTo>
                    <a:lnTo>
                      <a:pt x="204" y="119"/>
                    </a:lnTo>
                    <a:lnTo>
                      <a:pt x="193" y="116"/>
                    </a:lnTo>
                    <a:lnTo>
                      <a:pt x="183" y="112"/>
                    </a:lnTo>
                    <a:lnTo>
                      <a:pt x="174" y="106"/>
                    </a:lnTo>
                    <a:lnTo>
                      <a:pt x="168" y="103"/>
                    </a:lnTo>
                    <a:lnTo>
                      <a:pt x="158" y="94"/>
                    </a:lnTo>
                    <a:lnTo>
                      <a:pt x="156" y="85"/>
                    </a:lnTo>
                    <a:lnTo>
                      <a:pt x="150" y="78"/>
                    </a:lnTo>
                    <a:lnTo>
                      <a:pt x="147" y="72"/>
                    </a:lnTo>
                    <a:lnTo>
                      <a:pt x="137" y="60"/>
                    </a:lnTo>
                    <a:lnTo>
                      <a:pt x="122" y="44"/>
                    </a:lnTo>
                    <a:lnTo>
                      <a:pt x="116" y="38"/>
                    </a:lnTo>
                    <a:lnTo>
                      <a:pt x="101" y="31"/>
                    </a:lnTo>
                    <a:lnTo>
                      <a:pt x="86" y="25"/>
                    </a:lnTo>
                    <a:lnTo>
                      <a:pt x="76" y="22"/>
                    </a:lnTo>
                    <a:lnTo>
                      <a:pt x="67" y="22"/>
                    </a:lnTo>
                    <a:lnTo>
                      <a:pt x="55" y="22"/>
                    </a:lnTo>
                    <a:lnTo>
                      <a:pt x="40" y="28"/>
                    </a:lnTo>
                    <a:lnTo>
                      <a:pt x="25" y="31"/>
                    </a:lnTo>
                    <a:lnTo>
                      <a:pt x="18" y="41"/>
                    </a:lnTo>
                    <a:lnTo>
                      <a:pt x="12" y="47"/>
                    </a:lnTo>
                    <a:lnTo>
                      <a:pt x="0" y="16"/>
                    </a:lnTo>
                    <a:lnTo>
                      <a:pt x="10" y="10"/>
                    </a:lnTo>
                    <a:lnTo>
                      <a:pt x="21" y="7"/>
                    </a:lnTo>
                    <a:lnTo>
                      <a:pt x="36" y="3"/>
                    </a:lnTo>
                    <a:lnTo>
                      <a:pt x="49" y="0"/>
                    </a:lnTo>
                    <a:lnTo>
                      <a:pt x="64" y="3"/>
                    </a:lnTo>
                    <a:lnTo>
                      <a:pt x="76" y="7"/>
                    </a:lnTo>
                    <a:lnTo>
                      <a:pt x="89" y="13"/>
                    </a:lnTo>
                    <a:lnTo>
                      <a:pt x="101" y="16"/>
                    </a:lnTo>
                    <a:lnTo>
                      <a:pt x="107" y="22"/>
                    </a:lnTo>
                    <a:lnTo>
                      <a:pt x="119" y="31"/>
                    </a:lnTo>
                    <a:lnTo>
                      <a:pt x="132" y="47"/>
                    </a:lnTo>
                    <a:lnTo>
                      <a:pt x="143" y="60"/>
                    </a:lnTo>
                    <a:lnTo>
                      <a:pt x="153" y="72"/>
                    </a:lnTo>
                    <a:lnTo>
                      <a:pt x="158" y="78"/>
                    </a:lnTo>
                    <a:lnTo>
                      <a:pt x="171" y="85"/>
                    </a:lnTo>
                    <a:lnTo>
                      <a:pt x="180" y="91"/>
                    </a:lnTo>
                    <a:lnTo>
                      <a:pt x="189" y="94"/>
                    </a:lnTo>
                    <a:lnTo>
                      <a:pt x="199" y="94"/>
                    </a:lnTo>
                    <a:lnTo>
                      <a:pt x="208" y="91"/>
                    </a:lnTo>
                    <a:lnTo>
                      <a:pt x="214" y="91"/>
                    </a:lnTo>
                    <a:lnTo>
                      <a:pt x="226" y="85"/>
                    </a:lnTo>
                    <a:lnTo>
                      <a:pt x="232" y="116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13"/>
              <p:cNvSpPr>
                <a:spLocks/>
              </p:cNvSpPr>
              <p:nvPr/>
            </p:nvSpPr>
            <p:spPr bwMode="ltGray">
              <a:xfrm>
                <a:off x="1756" y="3890"/>
                <a:ext cx="228" cy="116"/>
              </a:xfrm>
              <a:custGeom>
                <a:avLst/>
                <a:gdLst>
                  <a:gd name="T0" fmla="*/ 227 w 228"/>
                  <a:gd name="T1" fmla="*/ 112 h 116"/>
                  <a:gd name="T2" fmla="*/ 220 w 228"/>
                  <a:gd name="T3" fmla="*/ 115 h 116"/>
                  <a:gd name="T4" fmla="*/ 209 w 228"/>
                  <a:gd name="T5" fmla="*/ 115 h 116"/>
                  <a:gd name="T6" fmla="*/ 200 w 228"/>
                  <a:gd name="T7" fmla="*/ 115 h 116"/>
                  <a:gd name="T8" fmla="*/ 187 w 228"/>
                  <a:gd name="T9" fmla="*/ 112 h 116"/>
                  <a:gd name="T10" fmla="*/ 179 w 228"/>
                  <a:gd name="T11" fmla="*/ 108 h 116"/>
                  <a:gd name="T12" fmla="*/ 169 w 228"/>
                  <a:gd name="T13" fmla="*/ 105 h 116"/>
                  <a:gd name="T14" fmla="*/ 164 w 228"/>
                  <a:gd name="T15" fmla="*/ 100 h 116"/>
                  <a:gd name="T16" fmla="*/ 157 w 228"/>
                  <a:gd name="T17" fmla="*/ 90 h 116"/>
                  <a:gd name="T18" fmla="*/ 151 w 228"/>
                  <a:gd name="T19" fmla="*/ 84 h 116"/>
                  <a:gd name="T20" fmla="*/ 148 w 228"/>
                  <a:gd name="T21" fmla="*/ 77 h 116"/>
                  <a:gd name="T22" fmla="*/ 145 w 228"/>
                  <a:gd name="T23" fmla="*/ 72 h 116"/>
                  <a:gd name="T24" fmla="*/ 133 w 228"/>
                  <a:gd name="T25" fmla="*/ 56 h 116"/>
                  <a:gd name="T26" fmla="*/ 118 w 228"/>
                  <a:gd name="T27" fmla="*/ 41 h 116"/>
                  <a:gd name="T28" fmla="*/ 112 w 228"/>
                  <a:gd name="T29" fmla="*/ 35 h 116"/>
                  <a:gd name="T30" fmla="*/ 96 w 228"/>
                  <a:gd name="T31" fmla="*/ 31 h 116"/>
                  <a:gd name="T32" fmla="*/ 84 w 228"/>
                  <a:gd name="T33" fmla="*/ 25 h 116"/>
                  <a:gd name="T34" fmla="*/ 73 w 228"/>
                  <a:gd name="T35" fmla="*/ 22 h 116"/>
                  <a:gd name="T36" fmla="*/ 63 w 228"/>
                  <a:gd name="T37" fmla="*/ 19 h 116"/>
                  <a:gd name="T38" fmla="*/ 51 w 228"/>
                  <a:gd name="T39" fmla="*/ 22 h 116"/>
                  <a:gd name="T40" fmla="*/ 36 w 228"/>
                  <a:gd name="T41" fmla="*/ 25 h 116"/>
                  <a:gd name="T42" fmla="*/ 21 w 228"/>
                  <a:gd name="T43" fmla="*/ 31 h 116"/>
                  <a:gd name="T44" fmla="*/ 15 w 228"/>
                  <a:gd name="T45" fmla="*/ 38 h 116"/>
                  <a:gd name="T46" fmla="*/ 9 w 228"/>
                  <a:gd name="T47" fmla="*/ 43 h 116"/>
                  <a:gd name="T48" fmla="*/ 0 w 228"/>
                  <a:gd name="T49" fmla="*/ 13 h 116"/>
                  <a:gd name="T50" fmla="*/ 6 w 228"/>
                  <a:gd name="T51" fmla="*/ 10 h 116"/>
                  <a:gd name="T52" fmla="*/ 21 w 228"/>
                  <a:gd name="T53" fmla="*/ 4 h 116"/>
                  <a:gd name="T54" fmla="*/ 33 w 228"/>
                  <a:gd name="T55" fmla="*/ 0 h 116"/>
                  <a:gd name="T56" fmla="*/ 48 w 228"/>
                  <a:gd name="T57" fmla="*/ 0 h 116"/>
                  <a:gd name="T58" fmla="*/ 61 w 228"/>
                  <a:gd name="T59" fmla="*/ 0 h 116"/>
                  <a:gd name="T60" fmla="*/ 73 w 228"/>
                  <a:gd name="T61" fmla="*/ 4 h 116"/>
                  <a:gd name="T62" fmla="*/ 88 w 228"/>
                  <a:gd name="T63" fmla="*/ 10 h 116"/>
                  <a:gd name="T64" fmla="*/ 96 w 228"/>
                  <a:gd name="T65" fmla="*/ 13 h 116"/>
                  <a:gd name="T66" fmla="*/ 103 w 228"/>
                  <a:gd name="T67" fmla="*/ 19 h 116"/>
                  <a:gd name="T68" fmla="*/ 118 w 228"/>
                  <a:gd name="T69" fmla="*/ 31 h 116"/>
                  <a:gd name="T70" fmla="*/ 130 w 228"/>
                  <a:gd name="T71" fmla="*/ 43 h 116"/>
                  <a:gd name="T72" fmla="*/ 139 w 228"/>
                  <a:gd name="T73" fmla="*/ 56 h 116"/>
                  <a:gd name="T74" fmla="*/ 148 w 228"/>
                  <a:gd name="T75" fmla="*/ 69 h 116"/>
                  <a:gd name="T76" fmla="*/ 157 w 228"/>
                  <a:gd name="T77" fmla="*/ 74 h 116"/>
                  <a:gd name="T78" fmla="*/ 166 w 228"/>
                  <a:gd name="T79" fmla="*/ 84 h 116"/>
                  <a:gd name="T80" fmla="*/ 175 w 228"/>
                  <a:gd name="T81" fmla="*/ 87 h 116"/>
                  <a:gd name="T82" fmla="*/ 184 w 228"/>
                  <a:gd name="T83" fmla="*/ 90 h 116"/>
                  <a:gd name="T84" fmla="*/ 194 w 228"/>
                  <a:gd name="T85" fmla="*/ 90 h 116"/>
                  <a:gd name="T86" fmla="*/ 202 w 228"/>
                  <a:gd name="T87" fmla="*/ 90 h 116"/>
                  <a:gd name="T88" fmla="*/ 209 w 228"/>
                  <a:gd name="T89" fmla="*/ 87 h 116"/>
                  <a:gd name="T90" fmla="*/ 220 w 228"/>
                  <a:gd name="T91" fmla="*/ 81 h 116"/>
                  <a:gd name="T92" fmla="*/ 227 w 228"/>
                  <a:gd name="T93" fmla="*/ 112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28" h="116">
                    <a:moveTo>
                      <a:pt x="227" y="112"/>
                    </a:moveTo>
                    <a:lnTo>
                      <a:pt x="220" y="115"/>
                    </a:lnTo>
                    <a:lnTo>
                      <a:pt x="209" y="115"/>
                    </a:lnTo>
                    <a:lnTo>
                      <a:pt x="200" y="115"/>
                    </a:lnTo>
                    <a:lnTo>
                      <a:pt x="187" y="112"/>
                    </a:lnTo>
                    <a:lnTo>
                      <a:pt x="179" y="108"/>
                    </a:lnTo>
                    <a:lnTo>
                      <a:pt x="169" y="105"/>
                    </a:lnTo>
                    <a:lnTo>
                      <a:pt x="164" y="100"/>
                    </a:lnTo>
                    <a:lnTo>
                      <a:pt x="157" y="90"/>
                    </a:lnTo>
                    <a:lnTo>
                      <a:pt x="151" y="84"/>
                    </a:lnTo>
                    <a:lnTo>
                      <a:pt x="148" y="77"/>
                    </a:lnTo>
                    <a:lnTo>
                      <a:pt x="145" y="72"/>
                    </a:lnTo>
                    <a:lnTo>
                      <a:pt x="133" y="56"/>
                    </a:lnTo>
                    <a:lnTo>
                      <a:pt x="118" y="41"/>
                    </a:lnTo>
                    <a:lnTo>
                      <a:pt x="112" y="35"/>
                    </a:lnTo>
                    <a:lnTo>
                      <a:pt x="96" y="31"/>
                    </a:lnTo>
                    <a:lnTo>
                      <a:pt x="84" y="25"/>
                    </a:lnTo>
                    <a:lnTo>
                      <a:pt x="73" y="22"/>
                    </a:lnTo>
                    <a:lnTo>
                      <a:pt x="63" y="19"/>
                    </a:lnTo>
                    <a:lnTo>
                      <a:pt x="51" y="22"/>
                    </a:lnTo>
                    <a:lnTo>
                      <a:pt x="36" y="25"/>
                    </a:lnTo>
                    <a:lnTo>
                      <a:pt x="21" y="31"/>
                    </a:lnTo>
                    <a:lnTo>
                      <a:pt x="15" y="38"/>
                    </a:lnTo>
                    <a:lnTo>
                      <a:pt x="9" y="43"/>
                    </a:lnTo>
                    <a:lnTo>
                      <a:pt x="0" y="13"/>
                    </a:lnTo>
                    <a:lnTo>
                      <a:pt x="6" y="10"/>
                    </a:lnTo>
                    <a:lnTo>
                      <a:pt x="21" y="4"/>
                    </a:lnTo>
                    <a:lnTo>
                      <a:pt x="33" y="0"/>
                    </a:lnTo>
                    <a:lnTo>
                      <a:pt x="48" y="0"/>
                    </a:lnTo>
                    <a:lnTo>
                      <a:pt x="61" y="0"/>
                    </a:lnTo>
                    <a:lnTo>
                      <a:pt x="73" y="4"/>
                    </a:lnTo>
                    <a:lnTo>
                      <a:pt x="88" y="10"/>
                    </a:lnTo>
                    <a:lnTo>
                      <a:pt x="96" y="13"/>
                    </a:lnTo>
                    <a:lnTo>
                      <a:pt x="103" y="19"/>
                    </a:lnTo>
                    <a:lnTo>
                      <a:pt x="118" y="31"/>
                    </a:lnTo>
                    <a:lnTo>
                      <a:pt x="130" y="43"/>
                    </a:lnTo>
                    <a:lnTo>
                      <a:pt x="139" y="56"/>
                    </a:lnTo>
                    <a:lnTo>
                      <a:pt x="148" y="69"/>
                    </a:lnTo>
                    <a:lnTo>
                      <a:pt x="157" y="74"/>
                    </a:lnTo>
                    <a:lnTo>
                      <a:pt x="166" y="84"/>
                    </a:lnTo>
                    <a:lnTo>
                      <a:pt x="175" y="87"/>
                    </a:lnTo>
                    <a:lnTo>
                      <a:pt x="184" y="90"/>
                    </a:lnTo>
                    <a:lnTo>
                      <a:pt x="194" y="90"/>
                    </a:lnTo>
                    <a:lnTo>
                      <a:pt x="202" y="90"/>
                    </a:lnTo>
                    <a:lnTo>
                      <a:pt x="209" y="87"/>
                    </a:lnTo>
                    <a:lnTo>
                      <a:pt x="220" y="81"/>
                    </a:lnTo>
                    <a:lnTo>
                      <a:pt x="227" y="112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4"/>
              <p:cNvSpPr>
                <a:spLocks/>
              </p:cNvSpPr>
              <p:nvPr/>
            </p:nvSpPr>
            <p:spPr bwMode="ltGray">
              <a:xfrm>
                <a:off x="5489" y="3411"/>
                <a:ext cx="228" cy="116"/>
              </a:xfrm>
              <a:custGeom>
                <a:avLst/>
                <a:gdLst>
                  <a:gd name="T0" fmla="*/ 227 w 228"/>
                  <a:gd name="T1" fmla="*/ 3 h 116"/>
                  <a:gd name="T2" fmla="*/ 220 w 228"/>
                  <a:gd name="T3" fmla="*/ 3 h 116"/>
                  <a:gd name="T4" fmla="*/ 209 w 228"/>
                  <a:gd name="T5" fmla="*/ 0 h 116"/>
                  <a:gd name="T6" fmla="*/ 200 w 228"/>
                  <a:gd name="T7" fmla="*/ 0 h 116"/>
                  <a:gd name="T8" fmla="*/ 190 w 228"/>
                  <a:gd name="T9" fmla="*/ 3 h 116"/>
                  <a:gd name="T10" fmla="*/ 179 w 228"/>
                  <a:gd name="T11" fmla="*/ 6 h 116"/>
                  <a:gd name="T12" fmla="*/ 169 w 228"/>
                  <a:gd name="T13" fmla="*/ 9 h 116"/>
                  <a:gd name="T14" fmla="*/ 164 w 228"/>
                  <a:gd name="T15" fmla="*/ 16 h 116"/>
                  <a:gd name="T16" fmla="*/ 157 w 228"/>
                  <a:gd name="T17" fmla="*/ 24 h 116"/>
                  <a:gd name="T18" fmla="*/ 151 w 228"/>
                  <a:gd name="T19" fmla="*/ 34 h 116"/>
                  <a:gd name="T20" fmla="*/ 148 w 228"/>
                  <a:gd name="T21" fmla="*/ 40 h 116"/>
                  <a:gd name="T22" fmla="*/ 145 w 228"/>
                  <a:gd name="T23" fmla="*/ 47 h 116"/>
                  <a:gd name="T24" fmla="*/ 133 w 228"/>
                  <a:gd name="T25" fmla="*/ 58 h 116"/>
                  <a:gd name="T26" fmla="*/ 118 w 228"/>
                  <a:gd name="T27" fmla="*/ 74 h 116"/>
                  <a:gd name="T28" fmla="*/ 112 w 228"/>
                  <a:gd name="T29" fmla="*/ 78 h 116"/>
                  <a:gd name="T30" fmla="*/ 96 w 228"/>
                  <a:gd name="T31" fmla="*/ 87 h 116"/>
                  <a:gd name="T32" fmla="*/ 84 w 228"/>
                  <a:gd name="T33" fmla="*/ 90 h 116"/>
                  <a:gd name="T34" fmla="*/ 73 w 228"/>
                  <a:gd name="T35" fmla="*/ 94 h 116"/>
                  <a:gd name="T36" fmla="*/ 63 w 228"/>
                  <a:gd name="T37" fmla="*/ 96 h 116"/>
                  <a:gd name="T38" fmla="*/ 51 w 228"/>
                  <a:gd name="T39" fmla="*/ 94 h 116"/>
                  <a:gd name="T40" fmla="*/ 36 w 228"/>
                  <a:gd name="T41" fmla="*/ 90 h 116"/>
                  <a:gd name="T42" fmla="*/ 21 w 228"/>
                  <a:gd name="T43" fmla="*/ 84 h 116"/>
                  <a:gd name="T44" fmla="*/ 15 w 228"/>
                  <a:gd name="T45" fmla="*/ 78 h 116"/>
                  <a:gd name="T46" fmla="*/ 9 w 228"/>
                  <a:gd name="T47" fmla="*/ 71 h 116"/>
                  <a:gd name="T48" fmla="*/ 0 w 228"/>
                  <a:gd name="T49" fmla="*/ 102 h 116"/>
                  <a:gd name="T50" fmla="*/ 6 w 228"/>
                  <a:gd name="T51" fmla="*/ 109 h 116"/>
                  <a:gd name="T52" fmla="*/ 18 w 228"/>
                  <a:gd name="T53" fmla="*/ 112 h 116"/>
                  <a:gd name="T54" fmla="*/ 33 w 228"/>
                  <a:gd name="T55" fmla="*/ 115 h 116"/>
                  <a:gd name="T56" fmla="*/ 48 w 228"/>
                  <a:gd name="T57" fmla="*/ 115 h 116"/>
                  <a:gd name="T58" fmla="*/ 61 w 228"/>
                  <a:gd name="T59" fmla="*/ 115 h 116"/>
                  <a:gd name="T60" fmla="*/ 73 w 228"/>
                  <a:gd name="T61" fmla="*/ 112 h 116"/>
                  <a:gd name="T62" fmla="*/ 88 w 228"/>
                  <a:gd name="T63" fmla="*/ 109 h 116"/>
                  <a:gd name="T64" fmla="*/ 96 w 228"/>
                  <a:gd name="T65" fmla="*/ 102 h 116"/>
                  <a:gd name="T66" fmla="*/ 103 w 228"/>
                  <a:gd name="T67" fmla="*/ 96 h 116"/>
                  <a:gd name="T68" fmla="*/ 118 w 228"/>
                  <a:gd name="T69" fmla="*/ 84 h 116"/>
                  <a:gd name="T70" fmla="*/ 130 w 228"/>
                  <a:gd name="T71" fmla="*/ 71 h 116"/>
                  <a:gd name="T72" fmla="*/ 139 w 228"/>
                  <a:gd name="T73" fmla="*/ 58 h 116"/>
                  <a:gd name="T74" fmla="*/ 148 w 228"/>
                  <a:gd name="T75" fmla="*/ 47 h 116"/>
                  <a:gd name="T76" fmla="*/ 157 w 228"/>
                  <a:gd name="T77" fmla="*/ 40 h 116"/>
                  <a:gd name="T78" fmla="*/ 166 w 228"/>
                  <a:gd name="T79" fmla="*/ 34 h 116"/>
                  <a:gd name="T80" fmla="*/ 175 w 228"/>
                  <a:gd name="T81" fmla="*/ 27 h 116"/>
                  <a:gd name="T82" fmla="*/ 184 w 228"/>
                  <a:gd name="T83" fmla="*/ 24 h 116"/>
                  <a:gd name="T84" fmla="*/ 194 w 228"/>
                  <a:gd name="T85" fmla="*/ 24 h 116"/>
                  <a:gd name="T86" fmla="*/ 202 w 228"/>
                  <a:gd name="T87" fmla="*/ 24 h 116"/>
                  <a:gd name="T88" fmla="*/ 209 w 228"/>
                  <a:gd name="T89" fmla="*/ 27 h 116"/>
                  <a:gd name="T90" fmla="*/ 220 w 228"/>
                  <a:gd name="T91" fmla="*/ 34 h 116"/>
                  <a:gd name="T92" fmla="*/ 227 w 228"/>
                  <a:gd name="T93" fmla="*/ 3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28" h="116">
                    <a:moveTo>
                      <a:pt x="227" y="3"/>
                    </a:moveTo>
                    <a:lnTo>
                      <a:pt x="220" y="3"/>
                    </a:lnTo>
                    <a:lnTo>
                      <a:pt x="209" y="0"/>
                    </a:lnTo>
                    <a:lnTo>
                      <a:pt x="200" y="0"/>
                    </a:lnTo>
                    <a:lnTo>
                      <a:pt x="190" y="3"/>
                    </a:lnTo>
                    <a:lnTo>
                      <a:pt x="179" y="6"/>
                    </a:lnTo>
                    <a:lnTo>
                      <a:pt x="169" y="9"/>
                    </a:lnTo>
                    <a:lnTo>
                      <a:pt x="164" y="16"/>
                    </a:lnTo>
                    <a:lnTo>
                      <a:pt x="157" y="24"/>
                    </a:lnTo>
                    <a:lnTo>
                      <a:pt x="151" y="34"/>
                    </a:lnTo>
                    <a:lnTo>
                      <a:pt x="148" y="40"/>
                    </a:lnTo>
                    <a:lnTo>
                      <a:pt x="145" y="47"/>
                    </a:lnTo>
                    <a:lnTo>
                      <a:pt x="133" y="58"/>
                    </a:lnTo>
                    <a:lnTo>
                      <a:pt x="118" y="74"/>
                    </a:lnTo>
                    <a:lnTo>
                      <a:pt x="112" y="78"/>
                    </a:lnTo>
                    <a:lnTo>
                      <a:pt x="96" y="87"/>
                    </a:lnTo>
                    <a:lnTo>
                      <a:pt x="84" y="90"/>
                    </a:lnTo>
                    <a:lnTo>
                      <a:pt x="73" y="94"/>
                    </a:lnTo>
                    <a:lnTo>
                      <a:pt x="63" y="96"/>
                    </a:lnTo>
                    <a:lnTo>
                      <a:pt x="51" y="94"/>
                    </a:lnTo>
                    <a:lnTo>
                      <a:pt x="36" y="90"/>
                    </a:lnTo>
                    <a:lnTo>
                      <a:pt x="21" y="84"/>
                    </a:lnTo>
                    <a:lnTo>
                      <a:pt x="15" y="78"/>
                    </a:lnTo>
                    <a:lnTo>
                      <a:pt x="9" y="71"/>
                    </a:lnTo>
                    <a:lnTo>
                      <a:pt x="0" y="102"/>
                    </a:lnTo>
                    <a:lnTo>
                      <a:pt x="6" y="109"/>
                    </a:lnTo>
                    <a:lnTo>
                      <a:pt x="18" y="112"/>
                    </a:lnTo>
                    <a:lnTo>
                      <a:pt x="33" y="115"/>
                    </a:lnTo>
                    <a:lnTo>
                      <a:pt x="48" y="115"/>
                    </a:lnTo>
                    <a:lnTo>
                      <a:pt x="61" y="115"/>
                    </a:lnTo>
                    <a:lnTo>
                      <a:pt x="73" y="112"/>
                    </a:lnTo>
                    <a:lnTo>
                      <a:pt x="88" y="109"/>
                    </a:lnTo>
                    <a:lnTo>
                      <a:pt x="96" y="102"/>
                    </a:lnTo>
                    <a:lnTo>
                      <a:pt x="103" y="96"/>
                    </a:lnTo>
                    <a:lnTo>
                      <a:pt x="118" y="84"/>
                    </a:lnTo>
                    <a:lnTo>
                      <a:pt x="130" y="71"/>
                    </a:lnTo>
                    <a:lnTo>
                      <a:pt x="139" y="58"/>
                    </a:lnTo>
                    <a:lnTo>
                      <a:pt x="148" y="47"/>
                    </a:lnTo>
                    <a:lnTo>
                      <a:pt x="157" y="40"/>
                    </a:lnTo>
                    <a:lnTo>
                      <a:pt x="166" y="34"/>
                    </a:lnTo>
                    <a:lnTo>
                      <a:pt x="175" y="27"/>
                    </a:lnTo>
                    <a:lnTo>
                      <a:pt x="184" y="24"/>
                    </a:lnTo>
                    <a:lnTo>
                      <a:pt x="194" y="24"/>
                    </a:lnTo>
                    <a:lnTo>
                      <a:pt x="202" y="24"/>
                    </a:lnTo>
                    <a:lnTo>
                      <a:pt x="209" y="27"/>
                    </a:lnTo>
                    <a:lnTo>
                      <a:pt x="220" y="34"/>
                    </a:lnTo>
                    <a:lnTo>
                      <a:pt x="227" y="3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5"/>
              <p:cNvSpPr>
                <a:spLocks/>
              </p:cNvSpPr>
              <p:nvPr/>
            </p:nvSpPr>
            <p:spPr bwMode="ltGray">
              <a:xfrm>
                <a:off x="5442" y="2855"/>
                <a:ext cx="66" cy="61"/>
              </a:xfrm>
              <a:custGeom>
                <a:avLst/>
                <a:gdLst>
                  <a:gd name="T0" fmla="*/ 21 w 66"/>
                  <a:gd name="T1" fmla="*/ 0 h 61"/>
                  <a:gd name="T2" fmla="*/ 0 w 66"/>
                  <a:gd name="T3" fmla="*/ 39 h 61"/>
                  <a:gd name="T4" fmla="*/ 41 w 66"/>
                  <a:gd name="T5" fmla="*/ 60 h 61"/>
                  <a:gd name="T6" fmla="*/ 65 w 66"/>
                  <a:gd name="T7" fmla="*/ 20 h 61"/>
                  <a:gd name="T8" fmla="*/ 21 w 66"/>
                  <a:gd name="T9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61">
                    <a:moveTo>
                      <a:pt x="21" y="0"/>
                    </a:moveTo>
                    <a:lnTo>
                      <a:pt x="0" y="39"/>
                    </a:lnTo>
                    <a:lnTo>
                      <a:pt x="41" y="60"/>
                    </a:lnTo>
                    <a:lnTo>
                      <a:pt x="65" y="20"/>
                    </a:lnTo>
                    <a:lnTo>
                      <a:pt x="21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6"/>
              <p:cNvSpPr>
                <a:spLocks/>
              </p:cNvSpPr>
              <p:nvPr/>
            </p:nvSpPr>
            <p:spPr bwMode="ltGray">
              <a:xfrm>
                <a:off x="3764" y="4046"/>
                <a:ext cx="61" cy="65"/>
              </a:xfrm>
              <a:custGeom>
                <a:avLst/>
                <a:gdLst>
                  <a:gd name="T0" fmla="*/ 20 w 61"/>
                  <a:gd name="T1" fmla="*/ 0 h 65"/>
                  <a:gd name="T2" fmla="*/ 0 w 61"/>
                  <a:gd name="T3" fmla="*/ 44 h 65"/>
                  <a:gd name="T4" fmla="*/ 40 w 61"/>
                  <a:gd name="T5" fmla="*/ 64 h 65"/>
                  <a:gd name="T6" fmla="*/ 60 w 61"/>
                  <a:gd name="T7" fmla="*/ 20 h 65"/>
                  <a:gd name="T8" fmla="*/ 20 w 61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" h="65">
                    <a:moveTo>
                      <a:pt x="20" y="0"/>
                    </a:moveTo>
                    <a:lnTo>
                      <a:pt x="0" y="44"/>
                    </a:lnTo>
                    <a:lnTo>
                      <a:pt x="40" y="64"/>
                    </a:lnTo>
                    <a:lnTo>
                      <a:pt x="60" y="20"/>
                    </a:lnTo>
                    <a:lnTo>
                      <a:pt x="2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7"/>
              <p:cNvSpPr>
                <a:spLocks/>
              </p:cNvSpPr>
              <p:nvPr/>
            </p:nvSpPr>
            <p:spPr bwMode="ltGray">
              <a:xfrm>
                <a:off x="500" y="541"/>
                <a:ext cx="57" cy="65"/>
              </a:xfrm>
              <a:custGeom>
                <a:avLst/>
                <a:gdLst>
                  <a:gd name="T0" fmla="*/ 18 w 57"/>
                  <a:gd name="T1" fmla="*/ 0 h 65"/>
                  <a:gd name="T2" fmla="*/ 0 w 57"/>
                  <a:gd name="T3" fmla="*/ 44 h 65"/>
                  <a:gd name="T4" fmla="*/ 38 w 57"/>
                  <a:gd name="T5" fmla="*/ 64 h 65"/>
                  <a:gd name="T6" fmla="*/ 56 w 57"/>
                  <a:gd name="T7" fmla="*/ 23 h 65"/>
                  <a:gd name="T8" fmla="*/ 18 w 57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65">
                    <a:moveTo>
                      <a:pt x="18" y="0"/>
                    </a:moveTo>
                    <a:lnTo>
                      <a:pt x="0" y="44"/>
                    </a:lnTo>
                    <a:lnTo>
                      <a:pt x="38" y="64"/>
                    </a:lnTo>
                    <a:lnTo>
                      <a:pt x="56" y="23"/>
                    </a:lnTo>
                    <a:lnTo>
                      <a:pt x="18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8"/>
              <p:cNvSpPr>
                <a:spLocks/>
              </p:cNvSpPr>
              <p:nvPr/>
            </p:nvSpPr>
            <p:spPr bwMode="ltGray">
              <a:xfrm>
                <a:off x="2644" y="186"/>
                <a:ext cx="57" cy="102"/>
              </a:xfrm>
              <a:custGeom>
                <a:avLst/>
                <a:gdLst>
                  <a:gd name="T0" fmla="*/ 16 w 57"/>
                  <a:gd name="T1" fmla="*/ 0 h 102"/>
                  <a:gd name="T2" fmla="*/ 0 w 57"/>
                  <a:gd name="T3" fmla="*/ 101 h 102"/>
                  <a:gd name="T4" fmla="*/ 56 w 57"/>
                  <a:gd name="T5" fmla="*/ 49 h 102"/>
                  <a:gd name="T6" fmla="*/ 16 w 57"/>
                  <a:gd name="T7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" h="102">
                    <a:moveTo>
                      <a:pt x="16" y="0"/>
                    </a:moveTo>
                    <a:lnTo>
                      <a:pt x="0" y="101"/>
                    </a:lnTo>
                    <a:lnTo>
                      <a:pt x="56" y="49"/>
                    </a:lnTo>
                    <a:lnTo>
                      <a:pt x="16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9"/>
              <p:cNvSpPr>
                <a:spLocks/>
              </p:cNvSpPr>
              <p:nvPr/>
            </p:nvSpPr>
            <p:spPr bwMode="ltGray">
              <a:xfrm>
                <a:off x="5673" y="2034"/>
                <a:ext cx="58" cy="102"/>
              </a:xfrm>
              <a:custGeom>
                <a:avLst/>
                <a:gdLst>
                  <a:gd name="T0" fmla="*/ 16 w 58"/>
                  <a:gd name="T1" fmla="*/ 0 h 102"/>
                  <a:gd name="T2" fmla="*/ 0 w 58"/>
                  <a:gd name="T3" fmla="*/ 101 h 102"/>
                  <a:gd name="T4" fmla="*/ 57 w 58"/>
                  <a:gd name="T5" fmla="*/ 49 h 102"/>
                  <a:gd name="T6" fmla="*/ 16 w 58"/>
                  <a:gd name="T7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" h="102">
                    <a:moveTo>
                      <a:pt x="16" y="0"/>
                    </a:moveTo>
                    <a:lnTo>
                      <a:pt x="0" y="101"/>
                    </a:lnTo>
                    <a:lnTo>
                      <a:pt x="57" y="49"/>
                    </a:lnTo>
                    <a:lnTo>
                      <a:pt x="16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20"/>
              <p:cNvSpPr>
                <a:spLocks/>
              </p:cNvSpPr>
              <p:nvPr/>
            </p:nvSpPr>
            <p:spPr bwMode="ltGray">
              <a:xfrm>
                <a:off x="3478" y="3974"/>
                <a:ext cx="59" cy="104"/>
              </a:xfrm>
              <a:custGeom>
                <a:avLst/>
                <a:gdLst>
                  <a:gd name="T0" fmla="*/ 16 w 59"/>
                  <a:gd name="T1" fmla="*/ 0 h 104"/>
                  <a:gd name="T2" fmla="*/ 0 w 59"/>
                  <a:gd name="T3" fmla="*/ 103 h 104"/>
                  <a:gd name="T4" fmla="*/ 58 w 59"/>
                  <a:gd name="T5" fmla="*/ 50 h 104"/>
                  <a:gd name="T6" fmla="*/ 16 w 59"/>
                  <a:gd name="T7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104">
                    <a:moveTo>
                      <a:pt x="16" y="0"/>
                    </a:moveTo>
                    <a:lnTo>
                      <a:pt x="0" y="103"/>
                    </a:lnTo>
                    <a:lnTo>
                      <a:pt x="58" y="50"/>
                    </a:lnTo>
                    <a:lnTo>
                      <a:pt x="16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21"/>
              <p:cNvSpPr>
                <a:spLocks/>
              </p:cNvSpPr>
              <p:nvPr/>
            </p:nvSpPr>
            <p:spPr bwMode="ltGray">
              <a:xfrm>
                <a:off x="426" y="4149"/>
                <a:ext cx="56" cy="102"/>
              </a:xfrm>
              <a:custGeom>
                <a:avLst/>
                <a:gdLst>
                  <a:gd name="T0" fmla="*/ 14 w 56"/>
                  <a:gd name="T1" fmla="*/ 0 h 102"/>
                  <a:gd name="T2" fmla="*/ 0 w 56"/>
                  <a:gd name="T3" fmla="*/ 101 h 102"/>
                  <a:gd name="T4" fmla="*/ 55 w 56"/>
                  <a:gd name="T5" fmla="*/ 49 h 102"/>
                  <a:gd name="T6" fmla="*/ 14 w 56"/>
                  <a:gd name="T7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6" h="102">
                    <a:moveTo>
                      <a:pt x="14" y="0"/>
                    </a:moveTo>
                    <a:lnTo>
                      <a:pt x="0" y="101"/>
                    </a:lnTo>
                    <a:lnTo>
                      <a:pt x="55" y="49"/>
                    </a:lnTo>
                    <a:lnTo>
                      <a:pt x="14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2"/>
              <p:cNvSpPr>
                <a:spLocks/>
              </p:cNvSpPr>
              <p:nvPr/>
            </p:nvSpPr>
            <p:spPr bwMode="ltGray">
              <a:xfrm>
                <a:off x="1604" y="4043"/>
                <a:ext cx="57" cy="102"/>
              </a:xfrm>
              <a:custGeom>
                <a:avLst/>
                <a:gdLst>
                  <a:gd name="T0" fmla="*/ 16 w 57"/>
                  <a:gd name="T1" fmla="*/ 101 h 102"/>
                  <a:gd name="T2" fmla="*/ 0 w 57"/>
                  <a:gd name="T3" fmla="*/ 0 h 102"/>
                  <a:gd name="T4" fmla="*/ 56 w 57"/>
                  <a:gd name="T5" fmla="*/ 51 h 102"/>
                  <a:gd name="T6" fmla="*/ 16 w 57"/>
                  <a:gd name="T7" fmla="*/ 10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" h="102">
                    <a:moveTo>
                      <a:pt x="16" y="101"/>
                    </a:moveTo>
                    <a:lnTo>
                      <a:pt x="0" y="0"/>
                    </a:lnTo>
                    <a:lnTo>
                      <a:pt x="56" y="51"/>
                    </a:lnTo>
                    <a:lnTo>
                      <a:pt x="16" y="101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23"/>
              <p:cNvSpPr>
                <a:spLocks/>
              </p:cNvSpPr>
              <p:nvPr/>
            </p:nvSpPr>
            <p:spPr bwMode="ltGray">
              <a:xfrm>
                <a:off x="5453" y="1573"/>
                <a:ext cx="46" cy="88"/>
              </a:xfrm>
              <a:custGeom>
                <a:avLst/>
                <a:gdLst>
                  <a:gd name="T0" fmla="*/ 27 w 46"/>
                  <a:gd name="T1" fmla="*/ 87 h 88"/>
                  <a:gd name="T2" fmla="*/ 45 w 46"/>
                  <a:gd name="T3" fmla="*/ 46 h 88"/>
                  <a:gd name="T4" fmla="*/ 18 w 46"/>
                  <a:gd name="T5" fmla="*/ 0 h 88"/>
                  <a:gd name="T6" fmla="*/ 0 w 46"/>
                  <a:gd name="T7" fmla="*/ 49 h 88"/>
                  <a:gd name="T8" fmla="*/ 27 w 46"/>
                  <a:gd name="T9" fmla="*/ 87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88">
                    <a:moveTo>
                      <a:pt x="27" y="87"/>
                    </a:moveTo>
                    <a:lnTo>
                      <a:pt x="45" y="46"/>
                    </a:lnTo>
                    <a:lnTo>
                      <a:pt x="18" y="0"/>
                    </a:lnTo>
                    <a:lnTo>
                      <a:pt x="0" y="49"/>
                    </a:lnTo>
                    <a:lnTo>
                      <a:pt x="27" y="87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4"/>
              <p:cNvSpPr>
                <a:spLocks/>
              </p:cNvSpPr>
              <p:nvPr/>
            </p:nvSpPr>
            <p:spPr bwMode="ltGray">
              <a:xfrm>
                <a:off x="5571" y="3729"/>
                <a:ext cx="47" cy="85"/>
              </a:xfrm>
              <a:custGeom>
                <a:avLst/>
                <a:gdLst>
                  <a:gd name="T0" fmla="*/ 19 w 47"/>
                  <a:gd name="T1" fmla="*/ 84 h 85"/>
                  <a:gd name="T2" fmla="*/ 0 w 47"/>
                  <a:gd name="T3" fmla="*/ 45 h 85"/>
                  <a:gd name="T4" fmla="*/ 27 w 47"/>
                  <a:gd name="T5" fmla="*/ 0 h 85"/>
                  <a:gd name="T6" fmla="*/ 46 w 47"/>
                  <a:gd name="T7" fmla="*/ 45 h 85"/>
                  <a:gd name="T8" fmla="*/ 19 w 47"/>
                  <a:gd name="T9" fmla="*/ 84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85">
                    <a:moveTo>
                      <a:pt x="19" y="84"/>
                    </a:moveTo>
                    <a:lnTo>
                      <a:pt x="0" y="45"/>
                    </a:lnTo>
                    <a:lnTo>
                      <a:pt x="27" y="0"/>
                    </a:lnTo>
                    <a:lnTo>
                      <a:pt x="46" y="45"/>
                    </a:lnTo>
                    <a:lnTo>
                      <a:pt x="19" y="84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5"/>
              <p:cNvSpPr>
                <a:spLocks/>
              </p:cNvSpPr>
              <p:nvPr/>
            </p:nvSpPr>
            <p:spPr bwMode="ltGray">
              <a:xfrm>
                <a:off x="5394" y="746"/>
                <a:ext cx="45" cy="86"/>
              </a:xfrm>
              <a:custGeom>
                <a:avLst/>
                <a:gdLst>
                  <a:gd name="T0" fmla="*/ 18 w 45"/>
                  <a:gd name="T1" fmla="*/ 85 h 86"/>
                  <a:gd name="T2" fmla="*/ 0 w 45"/>
                  <a:gd name="T3" fmla="*/ 45 h 86"/>
                  <a:gd name="T4" fmla="*/ 26 w 45"/>
                  <a:gd name="T5" fmla="*/ 0 h 86"/>
                  <a:gd name="T6" fmla="*/ 44 w 45"/>
                  <a:gd name="T7" fmla="*/ 49 h 86"/>
                  <a:gd name="T8" fmla="*/ 18 w 45"/>
                  <a:gd name="T9" fmla="*/ 85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86">
                    <a:moveTo>
                      <a:pt x="18" y="85"/>
                    </a:moveTo>
                    <a:lnTo>
                      <a:pt x="0" y="45"/>
                    </a:lnTo>
                    <a:lnTo>
                      <a:pt x="26" y="0"/>
                    </a:lnTo>
                    <a:lnTo>
                      <a:pt x="44" y="49"/>
                    </a:lnTo>
                    <a:lnTo>
                      <a:pt x="18" y="85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6"/>
              <p:cNvSpPr>
                <a:spLocks/>
              </p:cNvSpPr>
              <p:nvPr/>
            </p:nvSpPr>
            <p:spPr bwMode="ltGray">
              <a:xfrm>
                <a:off x="5394" y="746"/>
                <a:ext cx="45" cy="86"/>
              </a:xfrm>
              <a:custGeom>
                <a:avLst/>
                <a:gdLst>
                  <a:gd name="T0" fmla="*/ 18 w 45"/>
                  <a:gd name="T1" fmla="*/ 85 h 86"/>
                  <a:gd name="T2" fmla="*/ 0 w 45"/>
                  <a:gd name="T3" fmla="*/ 45 h 86"/>
                  <a:gd name="T4" fmla="*/ 26 w 45"/>
                  <a:gd name="T5" fmla="*/ 0 h 86"/>
                  <a:gd name="T6" fmla="*/ 44 w 45"/>
                  <a:gd name="T7" fmla="*/ 49 h 86"/>
                  <a:gd name="T8" fmla="*/ 18 w 45"/>
                  <a:gd name="T9" fmla="*/ 85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86">
                    <a:moveTo>
                      <a:pt x="18" y="85"/>
                    </a:moveTo>
                    <a:lnTo>
                      <a:pt x="0" y="45"/>
                    </a:lnTo>
                    <a:lnTo>
                      <a:pt x="26" y="0"/>
                    </a:lnTo>
                    <a:lnTo>
                      <a:pt x="44" y="49"/>
                    </a:lnTo>
                    <a:lnTo>
                      <a:pt x="18" y="85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7"/>
              <p:cNvSpPr>
                <a:spLocks/>
              </p:cNvSpPr>
              <p:nvPr/>
            </p:nvSpPr>
            <p:spPr bwMode="ltGray">
              <a:xfrm>
                <a:off x="4854" y="237"/>
                <a:ext cx="159" cy="72"/>
              </a:xfrm>
              <a:custGeom>
                <a:avLst/>
                <a:gdLst>
                  <a:gd name="T0" fmla="*/ 152 w 159"/>
                  <a:gd name="T1" fmla="*/ 27 h 72"/>
                  <a:gd name="T2" fmla="*/ 143 w 159"/>
                  <a:gd name="T3" fmla="*/ 24 h 72"/>
                  <a:gd name="T4" fmla="*/ 130 w 159"/>
                  <a:gd name="T5" fmla="*/ 24 h 72"/>
                  <a:gd name="T6" fmla="*/ 122 w 159"/>
                  <a:gd name="T7" fmla="*/ 27 h 72"/>
                  <a:gd name="T8" fmla="*/ 115 w 159"/>
                  <a:gd name="T9" fmla="*/ 36 h 72"/>
                  <a:gd name="T10" fmla="*/ 109 w 159"/>
                  <a:gd name="T11" fmla="*/ 44 h 72"/>
                  <a:gd name="T12" fmla="*/ 97 w 159"/>
                  <a:gd name="T13" fmla="*/ 59 h 72"/>
                  <a:gd name="T14" fmla="*/ 89 w 159"/>
                  <a:gd name="T15" fmla="*/ 68 h 72"/>
                  <a:gd name="T16" fmla="*/ 73 w 159"/>
                  <a:gd name="T17" fmla="*/ 71 h 72"/>
                  <a:gd name="T18" fmla="*/ 61 w 159"/>
                  <a:gd name="T19" fmla="*/ 68 h 72"/>
                  <a:gd name="T20" fmla="*/ 51 w 159"/>
                  <a:gd name="T21" fmla="*/ 62 h 72"/>
                  <a:gd name="T22" fmla="*/ 39 w 159"/>
                  <a:gd name="T23" fmla="*/ 56 h 72"/>
                  <a:gd name="T24" fmla="*/ 28 w 159"/>
                  <a:gd name="T25" fmla="*/ 53 h 72"/>
                  <a:gd name="T26" fmla="*/ 15 w 159"/>
                  <a:gd name="T27" fmla="*/ 53 h 72"/>
                  <a:gd name="T28" fmla="*/ 6 w 159"/>
                  <a:gd name="T29" fmla="*/ 56 h 72"/>
                  <a:gd name="T30" fmla="*/ 3 w 159"/>
                  <a:gd name="T31" fmla="*/ 51 h 72"/>
                  <a:gd name="T32" fmla="*/ 9 w 159"/>
                  <a:gd name="T33" fmla="*/ 47 h 72"/>
                  <a:gd name="T34" fmla="*/ 21 w 159"/>
                  <a:gd name="T35" fmla="*/ 44 h 72"/>
                  <a:gd name="T36" fmla="*/ 30 w 159"/>
                  <a:gd name="T37" fmla="*/ 44 h 72"/>
                  <a:gd name="T38" fmla="*/ 43 w 159"/>
                  <a:gd name="T39" fmla="*/ 53 h 72"/>
                  <a:gd name="T40" fmla="*/ 54 w 159"/>
                  <a:gd name="T41" fmla="*/ 56 h 72"/>
                  <a:gd name="T42" fmla="*/ 67 w 159"/>
                  <a:gd name="T43" fmla="*/ 59 h 72"/>
                  <a:gd name="T44" fmla="*/ 79 w 159"/>
                  <a:gd name="T45" fmla="*/ 59 h 72"/>
                  <a:gd name="T46" fmla="*/ 89 w 159"/>
                  <a:gd name="T47" fmla="*/ 56 h 72"/>
                  <a:gd name="T48" fmla="*/ 97 w 159"/>
                  <a:gd name="T49" fmla="*/ 51 h 72"/>
                  <a:gd name="T50" fmla="*/ 107 w 159"/>
                  <a:gd name="T51" fmla="*/ 39 h 72"/>
                  <a:gd name="T52" fmla="*/ 115 w 159"/>
                  <a:gd name="T53" fmla="*/ 21 h 72"/>
                  <a:gd name="T54" fmla="*/ 122 w 159"/>
                  <a:gd name="T55" fmla="*/ 6 h 72"/>
                  <a:gd name="T56" fmla="*/ 130 w 159"/>
                  <a:gd name="T57" fmla="*/ 0 h 72"/>
                  <a:gd name="T58" fmla="*/ 137 w 159"/>
                  <a:gd name="T59" fmla="*/ 0 h 72"/>
                  <a:gd name="T60" fmla="*/ 146 w 159"/>
                  <a:gd name="T61" fmla="*/ 3 h 72"/>
                  <a:gd name="T62" fmla="*/ 158 w 159"/>
                  <a:gd name="T63" fmla="*/ 3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9" h="72">
                    <a:moveTo>
                      <a:pt x="158" y="30"/>
                    </a:moveTo>
                    <a:lnTo>
                      <a:pt x="152" y="27"/>
                    </a:lnTo>
                    <a:lnTo>
                      <a:pt x="146" y="24"/>
                    </a:lnTo>
                    <a:lnTo>
                      <a:pt x="143" y="24"/>
                    </a:lnTo>
                    <a:lnTo>
                      <a:pt x="137" y="24"/>
                    </a:lnTo>
                    <a:lnTo>
                      <a:pt x="130" y="24"/>
                    </a:lnTo>
                    <a:lnTo>
                      <a:pt x="125" y="27"/>
                    </a:lnTo>
                    <a:lnTo>
                      <a:pt x="122" y="27"/>
                    </a:lnTo>
                    <a:lnTo>
                      <a:pt x="119" y="30"/>
                    </a:lnTo>
                    <a:lnTo>
                      <a:pt x="115" y="36"/>
                    </a:lnTo>
                    <a:lnTo>
                      <a:pt x="109" y="41"/>
                    </a:lnTo>
                    <a:lnTo>
                      <a:pt x="109" y="44"/>
                    </a:lnTo>
                    <a:lnTo>
                      <a:pt x="104" y="53"/>
                    </a:lnTo>
                    <a:lnTo>
                      <a:pt x="97" y="59"/>
                    </a:lnTo>
                    <a:lnTo>
                      <a:pt x="94" y="65"/>
                    </a:lnTo>
                    <a:lnTo>
                      <a:pt x="89" y="68"/>
                    </a:lnTo>
                    <a:lnTo>
                      <a:pt x="79" y="71"/>
                    </a:lnTo>
                    <a:lnTo>
                      <a:pt x="73" y="71"/>
                    </a:lnTo>
                    <a:lnTo>
                      <a:pt x="67" y="71"/>
                    </a:lnTo>
                    <a:lnTo>
                      <a:pt x="61" y="68"/>
                    </a:lnTo>
                    <a:lnTo>
                      <a:pt x="54" y="65"/>
                    </a:lnTo>
                    <a:lnTo>
                      <a:pt x="51" y="62"/>
                    </a:lnTo>
                    <a:lnTo>
                      <a:pt x="46" y="59"/>
                    </a:lnTo>
                    <a:lnTo>
                      <a:pt x="39" y="56"/>
                    </a:lnTo>
                    <a:lnTo>
                      <a:pt x="33" y="53"/>
                    </a:lnTo>
                    <a:lnTo>
                      <a:pt x="28" y="53"/>
                    </a:lnTo>
                    <a:lnTo>
                      <a:pt x="21" y="51"/>
                    </a:lnTo>
                    <a:lnTo>
                      <a:pt x="15" y="53"/>
                    </a:lnTo>
                    <a:lnTo>
                      <a:pt x="9" y="53"/>
                    </a:lnTo>
                    <a:lnTo>
                      <a:pt x="6" y="56"/>
                    </a:lnTo>
                    <a:lnTo>
                      <a:pt x="0" y="59"/>
                    </a:lnTo>
                    <a:lnTo>
                      <a:pt x="3" y="51"/>
                    </a:lnTo>
                    <a:lnTo>
                      <a:pt x="6" y="47"/>
                    </a:lnTo>
                    <a:lnTo>
                      <a:pt x="9" y="47"/>
                    </a:lnTo>
                    <a:lnTo>
                      <a:pt x="15" y="44"/>
                    </a:lnTo>
                    <a:lnTo>
                      <a:pt x="21" y="44"/>
                    </a:lnTo>
                    <a:lnTo>
                      <a:pt x="24" y="44"/>
                    </a:lnTo>
                    <a:lnTo>
                      <a:pt x="30" y="44"/>
                    </a:lnTo>
                    <a:lnTo>
                      <a:pt x="33" y="47"/>
                    </a:lnTo>
                    <a:lnTo>
                      <a:pt x="43" y="53"/>
                    </a:lnTo>
                    <a:lnTo>
                      <a:pt x="49" y="56"/>
                    </a:lnTo>
                    <a:lnTo>
                      <a:pt x="54" y="56"/>
                    </a:lnTo>
                    <a:lnTo>
                      <a:pt x="58" y="59"/>
                    </a:lnTo>
                    <a:lnTo>
                      <a:pt x="67" y="59"/>
                    </a:lnTo>
                    <a:lnTo>
                      <a:pt x="76" y="59"/>
                    </a:lnTo>
                    <a:lnTo>
                      <a:pt x="79" y="59"/>
                    </a:lnTo>
                    <a:lnTo>
                      <a:pt x="85" y="59"/>
                    </a:lnTo>
                    <a:lnTo>
                      <a:pt x="89" y="56"/>
                    </a:lnTo>
                    <a:lnTo>
                      <a:pt x="94" y="53"/>
                    </a:lnTo>
                    <a:lnTo>
                      <a:pt x="97" y="51"/>
                    </a:lnTo>
                    <a:lnTo>
                      <a:pt x="100" y="47"/>
                    </a:lnTo>
                    <a:lnTo>
                      <a:pt x="107" y="39"/>
                    </a:lnTo>
                    <a:lnTo>
                      <a:pt x="109" y="32"/>
                    </a:lnTo>
                    <a:lnTo>
                      <a:pt x="115" y="21"/>
                    </a:lnTo>
                    <a:lnTo>
                      <a:pt x="122" y="12"/>
                    </a:lnTo>
                    <a:lnTo>
                      <a:pt x="122" y="6"/>
                    </a:lnTo>
                    <a:lnTo>
                      <a:pt x="128" y="3"/>
                    </a:lnTo>
                    <a:lnTo>
                      <a:pt x="130" y="0"/>
                    </a:lnTo>
                    <a:lnTo>
                      <a:pt x="134" y="0"/>
                    </a:lnTo>
                    <a:lnTo>
                      <a:pt x="137" y="0"/>
                    </a:lnTo>
                    <a:lnTo>
                      <a:pt x="143" y="0"/>
                    </a:lnTo>
                    <a:lnTo>
                      <a:pt x="146" y="3"/>
                    </a:lnTo>
                    <a:lnTo>
                      <a:pt x="152" y="6"/>
                    </a:lnTo>
                    <a:lnTo>
                      <a:pt x="158" y="3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8"/>
              <p:cNvSpPr>
                <a:spLocks/>
              </p:cNvSpPr>
              <p:nvPr/>
            </p:nvSpPr>
            <p:spPr bwMode="ltGray">
              <a:xfrm>
                <a:off x="5357" y="3223"/>
                <a:ext cx="154" cy="73"/>
              </a:xfrm>
              <a:custGeom>
                <a:avLst/>
                <a:gdLst>
                  <a:gd name="T0" fmla="*/ 147 w 154"/>
                  <a:gd name="T1" fmla="*/ 27 h 73"/>
                  <a:gd name="T2" fmla="*/ 138 w 154"/>
                  <a:gd name="T3" fmla="*/ 24 h 73"/>
                  <a:gd name="T4" fmla="*/ 127 w 154"/>
                  <a:gd name="T5" fmla="*/ 24 h 73"/>
                  <a:gd name="T6" fmla="*/ 117 w 154"/>
                  <a:gd name="T7" fmla="*/ 27 h 73"/>
                  <a:gd name="T8" fmla="*/ 112 w 154"/>
                  <a:gd name="T9" fmla="*/ 36 h 73"/>
                  <a:gd name="T10" fmla="*/ 105 w 154"/>
                  <a:gd name="T11" fmla="*/ 48 h 73"/>
                  <a:gd name="T12" fmla="*/ 97 w 154"/>
                  <a:gd name="T13" fmla="*/ 60 h 73"/>
                  <a:gd name="T14" fmla="*/ 84 w 154"/>
                  <a:gd name="T15" fmla="*/ 69 h 73"/>
                  <a:gd name="T16" fmla="*/ 69 w 154"/>
                  <a:gd name="T17" fmla="*/ 72 h 73"/>
                  <a:gd name="T18" fmla="*/ 57 w 154"/>
                  <a:gd name="T19" fmla="*/ 69 h 73"/>
                  <a:gd name="T20" fmla="*/ 49 w 154"/>
                  <a:gd name="T21" fmla="*/ 63 h 73"/>
                  <a:gd name="T22" fmla="*/ 37 w 154"/>
                  <a:gd name="T23" fmla="*/ 57 h 73"/>
                  <a:gd name="T24" fmla="*/ 24 w 154"/>
                  <a:gd name="T25" fmla="*/ 54 h 73"/>
                  <a:gd name="T26" fmla="*/ 12 w 154"/>
                  <a:gd name="T27" fmla="*/ 54 h 73"/>
                  <a:gd name="T28" fmla="*/ 4 w 154"/>
                  <a:gd name="T29" fmla="*/ 57 h 73"/>
                  <a:gd name="T30" fmla="*/ 0 w 154"/>
                  <a:gd name="T31" fmla="*/ 54 h 73"/>
                  <a:gd name="T32" fmla="*/ 7 w 154"/>
                  <a:gd name="T33" fmla="*/ 48 h 73"/>
                  <a:gd name="T34" fmla="*/ 19 w 154"/>
                  <a:gd name="T35" fmla="*/ 45 h 73"/>
                  <a:gd name="T36" fmla="*/ 27 w 154"/>
                  <a:gd name="T37" fmla="*/ 48 h 73"/>
                  <a:gd name="T38" fmla="*/ 39 w 154"/>
                  <a:gd name="T39" fmla="*/ 54 h 73"/>
                  <a:gd name="T40" fmla="*/ 52 w 154"/>
                  <a:gd name="T41" fmla="*/ 60 h 73"/>
                  <a:gd name="T42" fmla="*/ 64 w 154"/>
                  <a:gd name="T43" fmla="*/ 60 h 73"/>
                  <a:gd name="T44" fmla="*/ 75 w 154"/>
                  <a:gd name="T45" fmla="*/ 60 h 73"/>
                  <a:gd name="T46" fmla="*/ 84 w 154"/>
                  <a:gd name="T47" fmla="*/ 57 h 73"/>
                  <a:gd name="T48" fmla="*/ 93 w 154"/>
                  <a:gd name="T49" fmla="*/ 51 h 73"/>
                  <a:gd name="T50" fmla="*/ 102 w 154"/>
                  <a:gd name="T51" fmla="*/ 39 h 73"/>
                  <a:gd name="T52" fmla="*/ 112 w 154"/>
                  <a:gd name="T53" fmla="*/ 22 h 73"/>
                  <a:gd name="T54" fmla="*/ 120 w 154"/>
                  <a:gd name="T55" fmla="*/ 7 h 73"/>
                  <a:gd name="T56" fmla="*/ 127 w 154"/>
                  <a:gd name="T57" fmla="*/ 0 h 73"/>
                  <a:gd name="T58" fmla="*/ 135 w 154"/>
                  <a:gd name="T59" fmla="*/ 0 h 73"/>
                  <a:gd name="T60" fmla="*/ 145 w 154"/>
                  <a:gd name="T61" fmla="*/ 3 h 73"/>
                  <a:gd name="T62" fmla="*/ 153 w 154"/>
                  <a:gd name="T63" fmla="*/ 3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4" h="73">
                    <a:moveTo>
                      <a:pt x="153" y="30"/>
                    </a:moveTo>
                    <a:lnTo>
                      <a:pt x="147" y="27"/>
                    </a:lnTo>
                    <a:lnTo>
                      <a:pt x="142" y="24"/>
                    </a:lnTo>
                    <a:lnTo>
                      <a:pt x="138" y="24"/>
                    </a:lnTo>
                    <a:lnTo>
                      <a:pt x="132" y="24"/>
                    </a:lnTo>
                    <a:lnTo>
                      <a:pt x="127" y="24"/>
                    </a:lnTo>
                    <a:lnTo>
                      <a:pt x="123" y="27"/>
                    </a:lnTo>
                    <a:lnTo>
                      <a:pt x="117" y="27"/>
                    </a:lnTo>
                    <a:lnTo>
                      <a:pt x="115" y="30"/>
                    </a:lnTo>
                    <a:lnTo>
                      <a:pt x="112" y="36"/>
                    </a:lnTo>
                    <a:lnTo>
                      <a:pt x="105" y="42"/>
                    </a:lnTo>
                    <a:lnTo>
                      <a:pt x="105" y="48"/>
                    </a:lnTo>
                    <a:lnTo>
                      <a:pt x="99" y="54"/>
                    </a:lnTo>
                    <a:lnTo>
                      <a:pt x="97" y="60"/>
                    </a:lnTo>
                    <a:lnTo>
                      <a:pt x="90" y="66"/>
                    </a:lnTo>
                    <a:lnTo>
                      <a:pt x="84" y="69"/>
                    </a:lnTo>
                    <a:lnTo>
                      <a:pt x="75" y="72"/>
                    </a:lnTo>
                    <a:lnTo>
                      <a:pt x="69" y="72"/>
                    </a:lnTo>
                    <a:lnTo>
                      <a:pt x="64" y="72"/>
                    </a:lnTo>
                    <a:lnTo>
                      <a:pt x="57" y="69"/>
                    </a:lnTo>
                    <a:lnTo>
                      <a:pt x="52" y="66"/>
                    </a:lnTo>
                    <a:lnTo>
                      <a:pt x="49" y="63"/>
                    </a:lnTo>
                    <a:lnTo>
                      <a:pt x="42" y="60"/>
                    </a:lnTo>
                    <a:lnTo>
                      <a:pt x="37" y="57"/>
                    </a:lnTo>
                    <a:lnTo>
                      <a:pt x="30" y="54"/>
                    </a:lnTo>
                    <a:lnTo>
                      <a:pt x="24" y="54"/>
                    </a:lnTo>
                    <a:lnTo>
                      <a:pt x="19" y="51"/>
                    </a:lnTo>
                    <a:lnTo>
                      <a:pt x="12" y="54"/>
                    </a:lnTo>
                    <a:lnTo>
                      <a:pt x="7" y="54"/>
                    </a:lnTo>
                    <a:lnTo>
                      <a:pt x="4" y="57"/>
                    </a:lnTo>
                    <a:lnTo>
                      <a:pt x="0" y="60"/>
                    </a:lnTo>
                    <a:lnTo>
                      <a:pt x="0" y="54"/>
                    </a:lnTo>
                    <a:lnTo>
                      <a:pt x="4" y="51"/>
                    </a:lnTo>
                    <a:lnTo>
                      <a:pt x="7" y="48"/>
                    </a:lnTo>
                    <a:lnTo>
                      <a:pt x="12" y="45"/>
                    </a:lnTo>
                    <a:lnTo>
                      <a:pt x="19" y="45"/>
                    </a:lnTo>
                    <a:lnTo>
                      <a:pt x="22" y="45"/>
                    </a:lnTo>
                    <a:lnTo>
                      <a:pt x="27" y="48"/>
                    </a:lnTo>
                    <a:lnTo>
                      <a:pt x="30" y="48"/>
                    </a:lnTo>
                    <a:lnTo>
                      <a:pt x="39" y="54"/>
                    </a:lnTo>
                    <a:lnTo>
                      <a:pt x="49" y="57"/>
                    </a:lnTo>
                    <a:lnTo>
                      <a:pt x="52" y="60"/>
                    </a:lnTo>
                    <a:lnTo>
                      <a:pt x="57" y="60"/>
                    </a:lnTo>
                    <a:lnTo>
                      <a:pt x="64" y="60"/>
                    </a:lnTo>
                    <a:lnTo>
                      <a:pt x="72" y="60"/>
                    </a:lnTo>
                    <a:lnTo>
                      <a:pt x="75" y="60"/>
                    </a:lnTo>
                    <a:lnTo>
                      <a:pt x="82" y="60"/>
                    </a:lnTo>
                    <a:lnTo>
                      <a:pt x="84" y="57"/>
                    </a:lnTo>
                    <a:lnTo>
                      <a:pt x="90" y="54"/>
                    </a:lnTo>
                    <a:lnTo>
                      <a:pt x="93" y="51"/>
                    </a:lnTo>
                    <a:lnTo>
                      <a:pt x="97" y="48"/>
                    </a:lnTo>
                    <a:lnTo>
                      <a:pt x="102" y="39"/>
                    </a:lnTo>
                    <a:lnTo>
                      <a:pt x="108" y="33"/>
                    </a:lnTo>
                    <a:lnTo>
                      <a:pt x="112" y="22"/>
                    </a:lnTo>
                    <a:lnTo>
                      <a:pt x="117" y="12"/>
                    </a:lnTo>
                    <a:lnTo>
                      <a:pt x="120" y="7"/>
                    </a:lnTo>
                    <a:lnTo>
                      <a:pt x="123" y="3"/>
                    </a:lnTo>
                    <a:lnTo>
                      <a:pt x="127" y="0"/>
                    </a:lnTo>
                    <a:lnTo>
                      <a:pt x="132" y="0"/>
                    </a:lnTo>
                    <a:lnTo>
                      <a:pt x="135" y="0"/>
                    </a:lnTo>
                    <a:lnTo>
                      <a:pt x="138" y="0"/>
                    </a:lnTo>
                    <a:lnTo>
                      <a:pt x="145" y="3"/>
                    </a:lnTo>
                    <a:lnTo>
                      <a:pt x="147" y="7"/>
                    </a:lnTo>
                    <a:lnTo>
                      <a:pt x="153" y="3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9"/>
              <p:cNvSpPr>
                <a:spLocks/>
              </p:cNvSpPr>
              <p:nvPr/>
            </p:nvSpPr>
            <p:spPr bwMode="ltGray">
              <a:xfrm>
                <a:off x="224" y="1995"/>
                <a:ext cx="157" cy="74"/>
              </a:xfrm>
              <a:custGeom>
                <a:avLst/>
                <a:gdLst>
                  <a:gd name="T0" fmla="*/ 149 w 157"/>
                  <a:gd name="T1" fmla="*/ 27 h 74"/>
                  <a:gd name="T2" fmla="*/ 141 w 157"/>
                  <a:gd name="T3" fmla="*/ 25 h 74"/>
                  <a:gd name="T4" fmla="*/ 129 w 157"/>
                  <a:gd name="T5" fmla="*/ 25 h 74"/>
                  <a:gd name="T6" fmla="*/ 120 w 157"/>
                  <a:gd name="T7" fmla="*/ 27 h 74"/>
                  <a:gd name="T8" fmla="*/ 114 w 157"/>
                  <a:gd name="T9" fmla="*/ 36 h 74"/>
                  <a:gd name="T10" fmla="*/ 105 w 157"/>
                  <a:gd name="T11" fmla="*/ 48 h 74"/>
                  <a:gd name="T12" fmla="*/ 99 w 157"/>
                  <a:gd name="T13" fmla="*/ 61 h 74"/>
                  <a:gd name="T14" fmla="*/ 84 w 157"/>
                  <a:gd name="T15" fmla="*/ 70 h 74"/>
                  <a:gd name="T16" fmla="*/ 72 w 157"/>
                  <a:gd name="T17" fmla="*/ 73 h 74"/>
                  <a:gd name="T18" fmla="*/ 60 w 157"/>
                  <a:gd name="T19" fmla="*/ 70 h 74"/>
                  <a:gd name="T20" fmla="*/ 51 w 157"/>
                  <a:gd name="T21" fmla="*/ 64 h 74"/>
                  <a:gd name="T22" fmla="*/ 39 w 157"/>
                  <a:gd name="T23" fmla="*/ 58 h 74"/>
                  <a:gd name="T24" fmla="*/ 27 w 157"/>
                  <a:gd name="T25" fmla="*/ 51 h 74"/>
                  <a:gd name="T26" fmla="*/ 15 w 157"/>
                  <a:gd name="T27" fmla="*/ 51 h 74"/>
                  <a:gd name="T28" fmla="*/ 7 w 157"/>
                  <a:gd name="T29" fmla="*/ 58 h 74"/>
                  <a:gd name="T30" fmla="*/ 3 w 157"/>
                  <a:gd name="T31" fmla="*/ 51 h 74"/>
                  <a:gd name="T32" fmla="*/ 9 w 157"/>
                  <a:gd name="T33" fmla="*/ 48 h 74"/>
                  <a:gd name="T34" fmla="*/ 21 w 157"/>
                  <a:gd name="T35" fmla="*/ 46 h 74"/>
                  <a:gd name="T36" fmla="*/ 30 w 157"/>
                  <a:gd name="T37" fmla="*/ 46 h 74"/>
                  <a:gd name="T38" fmla="*/ 42 w 157"/>
                  <a:gd name="T39" fmla="*/ 51 h 74"/>
                  <a:gd name="T40" fmla="*/ 54 w 157"/>
                  <a:gd name="T41" fmla="*/ 58 h 74"/>
                  <a:gd name="T42" fmla="*/ 66 w 157"/>
                  <a:gd name="T43" fmla="*/ 61 h 74"/>
                  <a:gd name="T44" fmla="*/ 78 w 157"/>
                  <a:gd name="T45" fmla="*/ 61 h 74"/>
                  <a:gd name="T46" fmla="*/ 87 w 157"/>
                  <a:gd name="T47" fmla="*/ 58 h 74"/>
                  <a:gd name="T48" fmla="*/ 96 w 157"/>
                  <a:gd name="T49" fmla="*/ 51 h 74"/>
                  <a:gd name="T50" fmla="*/ 105 w 157"/>
                  <a:gd name="T51" fmla="*/ 40 h 74"/>
                  <a:gd name="T52" fmla="*/ 114 w 157"/>
                  <a:gd name="T53" fmla="*/ 21 h 74"/>
                  <a:gd name="T54" fmla="*/ 120 w 157"/>
                  <a:gd name="T55" fmla="*/ 6 h 74"/>
                  <a:gd name="T56" fmla="*/ 129 w 157"/>
                  <a:gd name="T57" fmla="*/ 0 h 74"/>
                  <a:gd name="T58" fmla="*/ 135 w 157"/>
                  <a:gd name="T59" fmla="*/ 0 h 74"/>
                  <a:gd name="T60" fmla="*/ 144 w 157"/>
                  <a:gd name="T61" fmla="*/ 3 h 74"/>
                  <a:gd name="T62" fmla="*/ 156 w 157"/>
                  <a:gd name="T63" fmla="*/ 3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7" h="74">
                    <a:moveTo>
                      <a:pt x="156" y="30"/>
                    </a:moveTo>
                    <a:lnTo>
                      <a:pt x="149" y="27"/>
                    </a:lnTo>
                    <a:lnTo>
                      <a:pt x="144" y="25"/>
                    </a:lnTo>
                    <a:lnTo>
                      <a:pt x="141" y="25"/>
                    </a:lnTo>
                    <a:lnTo>
                      <a:pt x="135" y="25"/>
                    </a:lnTo>
                    <a:lnTo>
                      <a:pt x="129" y="25"/>
                    </a:lnTo>
                    <a:lnTo>
                      <a:pt x="122" y="27"/>
                    </a:lnTo>
                    <a:lnTo>
                      <a:pt x="120" y="27"/>
                    </a:lnTo>
                    <a:lnTo>
                      <a:pt x="117" y="30"/>
                    </a:lnTo>
                    <a:lnTo>
                      <a:pt x="114" y="36"/>
                    </a:lnTo>
                    <a:lnTo>
                      <a:pt x="107" y="43"/>
                    </a:lnTo>
                    <a:lnTo>
                      <a:pt x="105" y="48"/>
                    </a:lnTo>
                    <a:lnTo>
                      <a:pt x="102" y="55"/>
                    </a:lnTo>
                    <a:lnTo>
                      <a:pt x="99" y="61"/>
                    </a:lnTo>
                    <a:lnTo>
                      <a:pt x="92" y="66"/>
                    </a:lnTo>
                    <a:lnTo>
                      <a:pt x="84" y="70"/>
                    </a:lnTo>
                    <a:lnTo>
                      <a:pt x="78" y="73"/>
                    </a:lnTo>
                    <a:lnTo>
                      <a:pt x="72" y="73"/>
                    </a:lnTo>
                    <a:lnTo>
                      <a:pt x="66" y="73"/>
                    </a:lnTo>
                    <a:lnTo>
                      <a:pt x="60" y="70"/>
                    </a:lnTo>
                    <a:lnTo>
                      <a:pt x="54" y="66"/>
                    </a:lnTo>
                    <a:lnTo>
                      <a:pt x="51" y="64"/>
                    </a:lnTo>
                    <a:lnTo>
                      <a:pt x="45" y="61"/>
                    </a:lnTo>
                    <a:lnTo>
                      <a:pt x="39" y="58"/>
                    </a:lnTo>
                    <a:lnTo>
                      <a:pt x="33" y="55"/>
                    </a:lnTo>
                    <a:lnTo>
                      <a:pt x="27" y="51"/>
                    </a:lnTo>
                    <a:lnTo>
                      <a:pt x="21" y="51"/>
                    </a:lnTo>
                    <a:lnTo>
                      <a:pt x="15" y="51"/>
                    </a:lnTo>
                    <a:lnTo>
                      <a:pt x="9" y="55"/>
                    </a:lnTo>
                    <a:lnTo>
                      <a:pt x="7" y="58"/>
                    </a:lnTo>
                    <a:lnTo>
                      <a:pt x="0" y="58"/>
                    </a:lnTo>
                    <a:lnTo>
                      <a:pt x="3" y="51"/>
                    </a:lnTo>
                    <a:lnTo>
                      <a:pt x="7" y="48"/>
                    </a:lnTo>
                    <a:lnTo>
                      <a:pt x="9" y="48"/>
                    </a:lnTo>
                    <a:lnTo>
                      <a:pt x="15" y="46"/>
                    </a:lnTo>
                    <a:lnTo>
                      <a:pt x="21" y="46"/>
                    </a:lnTo>
                    <a:lnTo>
                      <a:pt x="24" y="46"/>
                    </a:lnTo>
                    <a:lnTo>
                      <a:pt x="30" y="46"/>
                    </a:lnTo>
                    <a:lnTo>
                      <a:pt x="33" y="48"/>
                    </a:lnTo>
                    <a:lnTo>
                      <a:pt x="42" y="51"/>
                    </a:lnTo>
                    <a:lnTo>
                      <a:pt x="51" y="58"/>
                    </a:lnTo>
                    <a:lnTo>
                      <a:pt x="54" y="58"/>
                    </a:lnTo>
                    <a:lnTo>
                      <a:pt x="57" y="61"/>
                    </a:lnTo>
                    <a:lnTo>
                      <a:pt x="66" y="61"/>
                    </a:lnTo>
                    <a:lnTo>
                      <a:pt x="72" y="61"/>
                    </a:lnTo>
                    <a:lnTo>
                      <a:pt x="78" y="61"/>
                    </a:lnTo>
                    <a:lnTo>
                      <a:pt x="84" y="58"/>
                    </a:lnTo>
                    <a:lnTo>
                      <a:pt x="87" y="58"/>
                    </a:lnTo>
                    <a:lnTo>
                      <a:pt x="92" y="55"/>
                    </a:lnTo>
                    <a:lnTo>
                      <a:pt x="96" y="51"/>
                    </a:lnTo>
                    <a:lnTo>
                      <a:pt x="99" y="48"/>
                    </a:lnTo>
                    <a:lnTo>
                      <a:pt x="105" y="40"/>
                    </a:lnTo>
                    <a:lnTo>
                      <a:pt x="107" y="30"/>
                    </a:lnTo>
                    <a:lnTo>
                      <a:pt x="114" y="21"/>
                    </a:lnTo>
                    <a:lnTo>
                      <a:pt x="117" y="12"/>
                    </a:lnTo>
                    <a:lnTo>
                      <a:pt x="120" y="6"/>
                    </a:lnTo>
                    <a:lnTo>
                      <a:pt x="126" y="3"/>
                    </a:lnTo>
                    <a:lnTo>
                      <a:pt x="129" y="0"/>
                    </a:lnTo>
                    <a:lnTo>
                      <a:pt x="132" y="0"/>
                    </a:lnTo>
                    <a:lnTo>
                      <a:pt x="135" y="0"/>
                    </a:lnTo>
                    <a:lnTo>
                      <a:pt x="141" y="0"/>
                    </a:lnTo>
                    <a:lnTo>
                      <a:pt x="144" y="3"/>
                    </a:lnTo>
                    <a:lnTo>
                      <a:pt x="149" y="6"/>
                    </a:lnTo>
                    <a:lnTo>
                      <a:pt x="156" y="3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30"/>
              <p:cNvSpPr>
                <a:spLocks/>
              </p:cNvSpPr>
              <p:nvPr/>
            </p:nvSpPr>
            <p:spPr bwMode="ltGray">
              <a:xfrm>
                <a:off x="3594" y="91"/>
                <a:ext cx="158" cy="75"/>
              </a:xfrm>
              <a:custGeom>
                <a:avLst/>
                <a:gdLst>
                  <a:gd name="T0" fmla="*/ 4 w 158"/>
                  <a:gd name="T1" fmla="*/ 30 h 75"/>
                  <a:gd name="T2" fmla="*/ 15 w 158"/>
                  <a:gd name="T3" fmla="*/ 27 h 75"/>
                  <a:gd name="T4" fmla="*/ 27 w 158"/>
                  <a:gd name="T5" fmla="*/ 27 h 75"/>
                  <a:gd name="T6" fmla="*/ 37 w 158"/>
                  <a:gd name="T7" fmla="*/ 30 h 75"/>
                  <a:gd name="T8" fmla="*/ 42 w 158"/>
                  <a:gd name="T9" fmla="*/ 36 h 75"/>
                  <a:gd name="T10" fmla="*/ 49 w 158"/>
                  <a:gd name="T11" fmla="*/ 48 h 75"/>
                  <a:gd name="T12" fmla="*/ 57 w 158"/>
                  <a:gd name="T13" fmla="*/ 63 h 75"/>
                  <a:gd name="T14" fmla="*/ 70 w 158"/>
                  <a:gd name="T15" fmla="*/ 71 h 75"/>
                  <a:gd name="T16" fmla="*/ 85 w 158"/>
                  <a:gd name="T17" fmla="*/ 74 h 75"/>
                  <a:gd name="T18" fmla="*/ 97 w 158"/>
                  <a:gd name="T19" fmla="*/ 71 h 75"/>
                  <a:gd name="T20" fmla="*/ 105 w 158"/>
                  <a:gd name="T21" fmla="*/ 63 h 75"/>
                  <a:gd name="T22" fmla="*/ 118 w 158"/>
                  <a:gd name="T23" fmla="*/ 56 h 75"/>
                  <a:gd name="T24" fmla="*/ 130 w 158"/>
                  <a:gd name="T25" fmla="*/ 54 h 75"/>
                  <a:gd name="T26" fmla="*/ 142 w 158"/>
                  <a:gd name="T27" fmla="*/ 54 h 75"/>
                  <a:gd name="T28" fmla="*/ 150 w 158"/>
                  <a:gd name="T29" fmla="*/ 56 h 75"/>
                  <a:gd name="T30" fmla="*/ 154 w 158"/>
                  <a:gd name="T31" fmla="*/ 54 h 75"/>
                  <a:gd name="T32" fmla="*/ 145 w 158"/>
                  <a:gd name="T33" fmla="*/ 48 h 75"/>
                  <a:gd name="T34" fmla="*/ 135 w 158"/>
                  <a:gd name="T35" fmla="*/ 48 h 75"/>
                  <a:gd name="T36" fmla="*/ 127 w 158"/>
                  <a:gd name="T37" fmla="*/ 48 h 75"/>
                  <a:gd name="T38" fmla="*/ 115 w 158"/>
                  <a:gd name="T39" fmla="*/ 54 h 75"/>
                  <a:gd name="T40" fmla="*/ 102 w 158"/>
                  <a:gd name="T41" fmla="*/ 59 h 75"/>
                  <a:gd name="T42" fmla="*/ 87 w 158"/>
                  <a:gd name="T43" fmla="*/ 59 h 75"/>
                  <a:gd name="T44" fmla="*/ 79 w 158"/>
                  <a:gd name="T45" fmla="*/ 59 h 75"/>
                  <a:gd name="T46" fmla="*/ 70 w 158"/>
                  <a:gd name="T47" fmla="*/ 56 h 75"/>
                  <a:gd name="T48" fmla="*/ 60 w 158"/>
                  <a:gd name="T49" fmla="*/ 54 h 75"/>
                  <a:gd name="T50" fmla="*/ 52 w 158"/>
                  <a:gd name="T51" fmla="*/ 42 h 75"/>
                  <a:gd name="T52" fmla="*/ 42 w 158"/>
                  <a:gd name="T53" fmla="*/ 24 h 75"/>
                  <a:gd name="T54" fmla="*/ 34 w 158"/>
                  <a:gd name="T55" fmla="*/ 9 h 75"/>
                  <a:gd name="T56" fmla="*/ 27 w 158"/>
                  <a:gd name="T57" fmla="*/ 4 h 75"/>
                  <a:gd name="T58" fmla="*/ 19 w 158"/>
                  <a:gd name="T59" fmla="*/ 0 h 75"/>
                  <a:gd name="T60" fmla="*/ 9 w 158"/>
                  <a:gd name="T61" fmla="*/ 6 h 75"/>
                  <a:gd name="T62" fmla="*/ 0 w 158"/>
                  <a:gd name="T63" fmla="*/ 3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8" h="75">
                    <a:moveTo>
                      <a:pt x="0" y="33"/>
                    </a:moveTo>
                    <a:lnTo>
                      <a:pt x="4" y="30"/>
                    </a:lnTo>
                    <a:lnTo>
                      <a:pt x="12" y="27"/>
                    </a:lnTo>
                    <a:lnTo>
                      <a:pt x="15" y="27"/>
                    </a:lnTo>
                    <a:lnTo>
                      <a:pt x="22" y="27"/>
                    </a:lnTo>
                    <a:lnTo>
                      <a:pt x="27" y="27"/>
                    </a:lnTo>
                    <a:lnTo>
                      <a:pt x="30" y="27"/>
                    </a:lnTo>
                    <a:lnTo>
                      <a:pt x="37" y="30"/>
                    </a:lnTo>
                    <a:lnTo>
                      <a:pt x="37" y="33"/>
                    </a:lnTo>
                    <a:lnTo>
                      <a:pt x="42" y="36"/>
                    </a:lnTo>
                    <a:lnTo>
                      <a:pt x="45" y="42"/>
                    </a:lnTo>
                    <a:lnTo>
                      <a:pt x="49" y="48"/>
                    </a:lnTo>
                    <a:lnTo>
                      <a:pt x="52" y="54"/>
                    </a:lnTo>
                    <a:lnTo>
                      <a:pt x="57" y="63"/>
                    </a:lnTo>
                    <a:lnTo>
                      <a:pt x="64" y="66"/>
                    </a:lnTo>
                    <a:lnTo>
                      <a:pt x="70" y="71"/>
                    </a:lnTo>
                    <a:lnTo>
                      <a:pt x="75" y="74"/>
                    </a:lnTo>
                    <a:lnTo>
                      <a:pt x="85" y="74"/>
                    </a:lnTo>
                    <a:lnTo>
                      <a:pt x="90" y="74"/>
                    </a:lnTo>
                    <a:lnTo>
                      <a:pt x="97" y="71"/>
                    </a:lnTo>
                    <a:lnTo>
                      <a:pt x="102" y="68"/>
                    </a:lnTo>
                    <a:lnTo>
                      <a:pt x="105" y="63"/>
                    </a:lnTo>
                    <a:lnTo>
                      <a:pt x="112" y="59"/>
                    </a:lnTo>
                    <a:lnTo>
                      <a:pt x="118" y="56"/>
                    </a:lnTo>
                    <a:lnTo>
                      <a:pt x="124" y="54"/>
                    </a:lnTo>
                    <a:lnTo>
                      <a:pt x="130" y="54"/>
                    </a:lnTo>
                    <a:lnTo>
                      <a:pt x="133" y="54"/>
                    </a:lnTo>
                    <a:lnTo>
                      <a:pt x="142" y="54"/>
                    </a:lnTo>
                    <a:lnTo>
                      <a:pt x="148" y="56"/>
                    </a:lnTo>
                    <a:lnTo>
                      <a:pt x="150" y="56"/>
                    </a:lnTo>
                    <a:lnTo>
                      <a:pt x="157" y="59"/>
                    </a:lnTo>
                    <a:lnTo>
                      <a:pt x="154" y="54"/>
                    </a:lnTo>
                    <a:lnTo>
                      <a:pt x="150" y="51"/>
                    </a:lnTo>
                    <a:lnTo>
                      <a:pt x="145" y="48"/>
                    </a:lnTo>
                    <a:lnTo>
                      <a:pt x="142" y="48"/>
                    </a:lnTo>
                    <a:lnTo>
                      <a:pt x="135" y="48"/>
                    </a:lnTo>
                    <a:lnTo>
                      <a:pt x="133" y="48"/>
                    </a:lnTo>
                    <a:lnTo>
                      <a:pt x="127" y="48"/>
                    </a:lnTo>
                    <a:lnTo>
                      <a:pt x="124" y="51"/>
                    </a:lnTo>
                    <a:lnTo>
                      <a:pt x="115" y="54"/>
                    </a:lnTo>
                    <a:lnTo>
                      <a:pt x="105" y="59"/>
                    </a:lnTo>
                    <a:lnTo>
                      <a:pt x="102" y="59"/>
                    </a:lnTo>
                    <a:lnTo>
                      <a:pt x="97" y="59"/>
                    </a:lnTo>
                    <a:lnTo>
                      <a:pt x="87" y="59"/>
                    </a:lnTo>
                    <a:lnTo>
                      <a:pt x="82" y="63"/>
                    </a:lnTo>
                    <a:lnTo>
                      <a:pt x="79" y="59"/>
                    </a:lnTo>
                    <a:lnTo>
                      <a:pt x="72" y="59"/>
                    </a:lnTo>
                    <a:lnTo>
                      <a:pt x="70" y="56"/>
                    </a:lnTo>
                    <a:lnTo>
                      <a:pt x="64" y="56"/>
                    </a:lnTo>
                    <a:lnTo>
                      <a:pt x="60" y="54"/>
                    </a:lnTo>
                    <a:lnTo>
                      <a:pt x="57" y="48"/>
                    </a:lnTo>
                    <a:lnTo>
                      <a:pt x="52" y="42"/>
                    </a:lnTo>
                    <a:lnTo>
                      <a:pt x="45" y="33"/>
                    </a:lnTo>
                    <a:lnTo>
                      <a:pt x="42" y="24"/>
                    </a:lnTo>
                    <a:lnTo>
                      <a:pt x="37" y="12"/>
                    </a:lnTo>
                    <a:lnTo>
                      <a:pt x="34" y="9"/>
                    </a:lnTo>
                    <a:lnTo>
                      <a:pt x="30" y="4"/>
                    </a:lnTo>
                    <a:lnTo>
                      <a:pt x="27" y="4"/>
                    </a:lnTo>
                    <a:lnTo>
                      <a:pt x="24" y="0"/>
                    </a:lnTo>
                    <a:lnTo>
                      <a:pt x="19" y="0"/>
                    </a:lnTo>
                    <a:lnTo>
                      <a:pt x="15" y="4"/>
                    </a:lnTo>
                    <a:lnTo>
                      <a:pt x="9" y="6"/>
                    </a:lnTo>
                    <a:lnTo>
                      <a:pt x="7" y="9"/>
                    </a:lnTo>
                    <a:lnTo>
                      <a:pt x="0" y="33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31"/>
              <p:cNvSpPr>
                <a:spLocks/>
              </p:cNvSpPr>
              <p:nvPr/>
            </p:nvSpPr>
            <p:spPr bwMode="ltGray">
              <a:xfrm>
                <a:off x="148" y="3372"/>
                <a:ext cx="160" cy="73"/>
              </a:xfrm>
              <a:custGeom>
                <a:avLst/>
                <a:gdLst>
                  <a:gd name="T0" fmla="*/ 7 w 160"/>
                  <a:gd name="T1" fmla="*/ 27 h 73"/>
                  <a:gd name="T2" fmla="*/ 15 w 160"/>
                  <a:gd name="T3" fmla="*/ 24 h 73"/>
                  <a:gd name="T4" fmla="*/ 28 w 160"/>
                  <a:gd name="T5" fmla="*/ 24 h 73"/>
                  <a:gd name="T6" fmla="*/ 37 w 160"/>
                  <a:gd name="T7" fmla="*/ 30 h 73"/>
                  <a:gd name="T8" fmla="*/ 43 w 160"/>
                  <a:gd name="T9" fmla="*/ 36 h 73"/>
                  <a:gd name="T10" fmla="*/ 50 w 160"/>
                  <a:gd name="T11" fmla="*/ 49 h 73"/>
                  <a:gd name="T12" fmla="*/ 58 w 160"/>
                  <a:gd name="T13" fmla="*/ 60 h 73"/>
                  <a:gd name="T14" fmla="*/ 70 w 160"/>
                  <a:gd name="T15" fmla="*/ 69 h 73"/>
                  <a:gd name="T16" fmla="*/ 86 w 160"/>
                  <a:gd name="T17" fmla="*/ 72 h 73"/>
                  <a:gd name="T18" fmla="*/ 98 w 160"/>
                  <a:gd name="T19" fmla="*/ 72 h 73"/>
                  <a:gd name="T20" fmla="*/ 107 w 160"/>
                  <a:gd name="T21" fmla="*/ 64 h 73"/>
                  <a:gd name="T22" fmla="*/ 119 w 160"/>
                  <a:gd name="T23" fmla="*/ 57 h 73"/>
                  <a:gd name="T24" fmla="*/ 131 w 160"/>
                  <a:gd name="T25" fmla="*/ 54 h 73"/>
                  <a:gd name="T26" fmla="*/ 144 w 160"/>
                  <a:gd name="T27" fmla="*/ 54 h 73"/>
                  <a:gd name="T28" fmla="*/ 152 w 160"/>
                  <a:gd name="T29" fmla="*/ 57 h 73"/>
                  <a:gd name="T30" fmla="*/ 156 w 160"/>
                  <a:gd name="T31" fmla="*/ 54 h 73"/>
                  <a:gd name="T32" fmla="*/ 147 w 160"/>
                  <a:gd name="T33" fmla="*/ 49 h 73"/>
                  <a:gd name="T34" fmla="*/ 137 w 160"/>
                  <a:gd name="T35" fmla="*/ 45 h 73"/>
                  <a:gd name="T36" fmla="*/ 129 w 160"/>
                  <a:gd name="T37" fmla="*/ 49 h 73"/>
                  <a:gd name="T38" fmla="*/ 116 w 160"/>
                  <a:gd name="T39" fmla="*/ 54 h 73"/>
                  <a:gd name="T40" fmla="*/ 104 w 160"/>
                  <a:gd name="T41" fmla="*/ 60 h 73"/>
                  <a:gd name="T42" fmla="*/ 89 w 160"/>
                  <a:gd name="T43" fmla="*/ 60 h 73"/>
                  <a:gd name="T44" fmla="*/ 80 w 160"/>
                  <a:gd name="T45" fmla="*/ 60 h 73"/>
                  <a:gd name="T46" fmla="*/ 70 w 160"/>
                  <a:gd name="T47" fmla="*/ 57 h 73"/>
                  <a:gd name="T48" fmla="*/ 61 w 160"/>
                  <a:gd name="T49" fmla="*/ 51 h 73"/>
                  <a:gd name="T50" fmla="*/ 52 w 160"/>
                  <a:gd name="T51" fmla="*/ 39 h 73"/>
                  <a:gd name="T52" fmla="*/ 43 w 160"/>
                  <a:gd name="T53" fmla="*/ 24 h 73"/>
                  <a:gd name="T54" fmla="*/ 34 w 160"/>
                  <a:gd name="T55" fmla="*/ 7 h 73"/>
                  <a:gd name="T56" fmla="*/ 28 w 160"/>
                  <a:gd name="T57" fmla="*/ 0 h 73"/>
                  <a:gd name="T58" fmla="*/ 22 w 160"/>
                  <a:gd name="T59" fmla="*/ 0 h 73"/>
                  <a:gd name="T60" fmla="*/ 10 w 160"/>
                  <a:gd name="T61" fmla="*/ 4 h 73"/>
                  <a:gd name="T62" fmla="*/ 0 w 160"/>
                  <a:gd name="T63" fmla="*/ 3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0" h="73">
                    <a:moveTo>
                      <a:pt x="0" y="30"/>
                    </a:moveTo>
                    <a:lnTo>
                      <a:pt x="7" y="27"/>
                    </a:lnTo>
                    <a:lnTo>
                      <a:pt x="12" y="24"/>
                    </a:lnTo>
                    <a:lnTo>
                      <a:pt x="15" y="24"/>
                    </a:lnTo>
                    <a:lnTo>
                      <a:pt x="22" y="24"/>
                    </a:lnTo>
                    <a:lnTo>
                      <a:pt x="28" y="24"/>
                    </a:lnTo>
                    <a:lnTo>
                      <a:pt x="30" y="27"/>
                    </a:lnTo>
                    <a:lnTo>
                      <a:pt x="37" y="30"/>
                    </a:lnTo>
                    <a:lnTo>
                      <a:pt x="40" y="30"/>
                    </a:lnTo>
                    <a:lnTo>
                      <a:pt x="43" y="36"/>
                    </a:lnTo>
                    <a:lnTo>
                      <a:pt x="46" y="42"/>
                    </a:lnTo>
                    <a:lnTo>
                      <a:pt x="50" y="49"/>
                    </a:lnTo>
                    <a:lnTo>
                      <a:pt x="55" y="54"/>
                    </a:lnTo>
                    <a:lnTo>
                      <a:pt x="58" y="60"/>
                    </a:lnTo>
                    <a:lnTo>
                      <a:pt x="65" y="66"/>
                    </a:lnTo>
                    <a:lnTo>
                      <a:pt x="70" y="69"/>
                    </a:lnTo>
                    <a:lnTo>
                      <a:pt x="80" y="72"/>
                    </a:lnTo>
                    <a:lnTo>
                      <a:pt x="86" y="72"/>
                    </a:lnTo>
                    <a:lnTo>
                      <a:pt x="91" y="72"/>
                    </a:lnTo>
                    <a:lnTo>
                      <a:pt x="98" y="72"/>
                    </a:lnTo>
                    <a:lnTo>
                      <a:pt x="104" y="66"/>
                    </a:lnTo>
                    <a:lnTo>
                      <a:pt x="107" y="64"/>
                    </a:lnTo>
                    <a:lnTo>
                      <a:pt x="113" y="60"/>
                    </a:lnTo>
                    <a:lnTo>
                      <a:pt x="119" y="57"/>
                    </a:lnTo>
                    <a:lnTo>
                      <a:pt x="126" y="54"/>
                    </a:lnTo>
                    <a:lnTo>
                      <a:pt x="131" y="54"/>
                    </a:lnTo>
                    <a:lnTo>
                      <a:pt x="137" y="54"/>
                    </a:lnTo>
                    <a:lnTo>
                      <a:pt x="144" y="54"/>
                    </a:lnTo>
                    <a:lnTo>
                      <a:pt x="149" y="54"/>
                    </a:lnTo>
                    <a:lnTo>
                      <a:pt x="152" y="57"/>
                    </a:lnTo>
                    <a:lnTo>
                      <a:pt x="159" y="60"/>
                    </a:lnTo>
                    <a:lnTo>
                      <a:pt x="156" y="54"/>
                    </a:lnTo>
                    <a:lnTo>
                      <a:pt x="152" y="51"/>
                    </a:lnTo>
                    <a:lnTo>
                      <a:pt x="147" y="49"/>
                    </a:lnTo>
                    <a:lnTo>
                      <a:pt x="144" y="45"/>
                    </a:lnTo>
                    <a:lnTo>
                      <a:pt x="137" y="45"/>
                    </a:lnTo>
                    <a:lnTo>
                      <a:pt x="134" y="45"/>
                    </a:lnTo>
                    <a:lnTo>
                      <a:pt x="129" y="49"/>
                    </a:lnTo>
                    <a:lnTo>
                      <a:pt x="126" y="49"/>
                    </a:lnTo>
                    <a:lnTo>
                      <a:pt x="116" y="54"/>
                    </a:lnTo>
                    <a:lnTo>
                      <a:pt x="107" y="57"/>
                    </a:lnTo>
                    <a:lnTo>
                      <a:pt x="104" y="60"/>
                    </a:lnTo>
                    <a:lnTo>
                      <a:pt x="98" y="60"/>
                    </a:lnTo>
                    <a:lnTo>
                      <a:pt x="89" y="60"/>
                    </a:lnTo>
                    <a:lnTo>
                      <a:pt x="83" y="60"/>
                    </a:lnTo>
                    <a:lnTo>
                      <a:pt x="80" y="60"/>
                    </a:lnTo>
                    <a:lnTo>
                      <a:pt x="73" y="60"/>
                    </a:lnTo>
                    <a:lnTo>
                      <a:pt x="70" y="57"/>
                    </a:lnTo>
                    <a:lnTo>
                      <a:pt x="65" y="54"/>
                    </a:lnTo>
                    <a:lnTo>
                      <a:pt x="61" y="51"/>
                    </a:lnTo>
                    <a:lnTo>
                      <a:pt x="58" y="49"/>
                    </a:lnTo>
                    <a:lnTo>
                      <a:pt x="52" y="39"/>
                    </a:lnTo>
                    <a:lnTo>
                      <a:pt x="46" y="34"/>
                    </a:lnTo>
                    <a:lnTo>
                      <a:pt x="43" y="24"/>
                    </a:lnTo>
                    <a:lnTo>
                      <a:pt x="37" y="12"/>
                    </a:lnTo>
                    <a:lnTo>
                      <a:pt x="34" y="7"/>
                    </a:lnTo>
                    <a:lnTo>
                      <a:pt x="30" y="4"/>
                    </a:lnTo>
                    <a:lnTo>
                      <a:pt x="28" y="0"/>
                    </a:lnTo>
                    <a:lnTo>
                      <a:pt x="25" y="0"/>
                    </a:lnTo>
                    <a:lnTo>
                      <a:pt x="22" y="0"/>
                    </a:lnTo>
                    <a:lnTo>
                      <a:pt x="15" y="0"/>
                    </a:lnTo>
                    <a:lnTo>
                      <a:pt x="10" y="4"/>
                    </a:lnTo>
                    <a:lnTo>
                      <a:pt x="7" y="7"/>
                    </a:lnTo>
                    <a:lnTo>
                      <a:pt x="0" y="3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2"/>
              <p:cNvSpPr>
                <a:spLocks/>
              </p:cNvSpPr>
              <p:nvPr/>
            </p:nvSpPr>
            <p:spPr bwMode="ltGray">
              <a:xfrm>
                <a:off x="4006" y="3905"/>
                <a:ext cx="158" cy="75"/>
              </a:xfrm>
              <a:custGeom>
                <a:avLst/>
                <a:gdLst>
                  <a:gd name="T0" fmla="*/ 6 w 158"/>
                  <a:gd name="T1" fmla="*/ 30 h 75"/>
                  <a:gd name="T2" fmla="*/ 15 w 158"/>
                  <a:gd name="T3" fmla="*/ 27 h 75"/>
                  <a:gd name="T4" fmla="*/ 27 w 158"/>
                  <a:gd name="T5" fmla="*/ 27 h 75"/>
                  <a:gd name="T6" fmla="*/ 36 w 158"/>
                  <a:gd name="T7" fmla="*/ 30 h 75"/>
                  <a:gd name="T8" fmla="*/ 43 w 158"/>
                  <a:gd name="T9" fmla="*/ 35 h 75"/>
                  <a:gd name="T10" fmla="*/ 48 w 158"/>
                  <a:gd name="T11" fmla="*/ 47 h 75"/>
                  <a:gd name="T12" fmla="*/ 58 w 158"/>
                  <a:gd name="T13" fmla="*/ 62 h 75"/>
                  <a:gd name="T14" fmla="*/ 69 w 158"/>
                  <a:gd name="T15" fmla="*/ 71 h 75"/>
                  <a:gd name="T16" fmla="*/ 84 w 158"/>
                  <a:gd name="T17" fmla="*/ 74 h 75"/>
                  <a:gd name="T18" fmla="*/ 96 w 158"/>
                  <a:gd name="T19" fmla="*/ 71 h 75"/>
                  <a:gd name="T20" fmla="*/ 106 w 158"/>
                  <a:gd name="T21" fmla="*/ 62 h 75"/>
                  <a:gd name="T22" fmla="*/ 118 w 158"/>
                  <a:gd name="T23" fmla="*/ 56 h 75"/>
                  <a:gd name="T24" fmla="*/ 130 w 158"/>
                  <a:gd name="T25" fmla="*/ 54 h 75"/>
                  <a:gd name="T26" fmla="*/ 142 w 158"/>
                  <a:gd name="T27" fmla="*/ 54 h 75"/>
                  <a:gd name="T28" fmla="*/ 151 w 158"/>
                  <a:gd name="T29" fmla="*/ 56 h 75"/>
                  <a:gd name="T30" fmla="*/ 154 w 158"/>
                  <a:gd name="T31" fmla="*/ 54 h 75"/>
                  <a:gd name="T32" fmla="*/ 145 w 158"/>
                  <a:gd name="T33" fmla="*/ 47 h 75"/>
                  <a:gd name="T34" fmla="*/ 136 w 158"/>
                  <a:gd name="T35" fmla="*/ 47 h 75"/>
                  <a:gd name="T36" fmla="*/ 127 w 158"/>
                  <a:gd name="T37" fmla="*/ 47 h 75"/>
                  <a:gd name="T38" fmla="*/ 114 w 158"/>
                  <a:gd name="T39" fmla="*/ 54 h 75"/>
                  <a:gd name="T40" fmla="*/ 103 w 158"/>
                  <a:gd name="T41" fmla="*/ 59 h 75"/>
                  <a:gd name="T42" fmla="*/ 91 w 158"/>
                  <a:gd name="T43" fmla="*/ 62 h 75"/>
                  <a:gd name="T44" fmla="*/ 79 w 158"/>
                  <a:gd name="T45" fmla="*/ 62 h 75"/>
                  <a:gd name="T46" fmla="*/ 69 w 158"/>
                  <a:gd name="T47" fmla="*/ 56 h 75"/>
                  <a:gd name="T48" fmla="*/ 61 w 158"/>
                  <a:gd name="T49" fmla="*/ 54 h 75"/>
                  <a:gd name="T50" fmla="*/ 51 w 158"/>
                  <a:gd name="T51" fmla="*/ 42 h 75"/>
                  <a:gd name="T52" fmla="*/ 43 w 158"/>
                  <a:gd name="T53" fmla="*/ 24 h 75"/>
                  <a:gd name="T54" fmla="*/ 36 w 158"/>
                  <a:gd name="T55" fmla="*/ 9 h 75"/>
                  <a:gd name="T56" fmla="*/ 27 w 158"/>
                  <a:gd name="T57" fmla="*/ 3 h 75"/>
                  <a:gd name="T58" fmla="*/ 18 w 158"/>
                  <a:gd name="T59" fmla="*/ 0 h 75"/>
                  <a:gd name="T60" fmla="*/ 9 w 158"/>
                  <a:gd name="T61" fmla="*/ 3 h 75"/>
                  <a:gd name="T62" fmla="*/ 0 w 158"/>
                  <a:gd name="T63" fmla="*/ 3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8" h="75">
                    <a:moveTo>
                      <a:pt x="0" y="32"/>
                    </a:moveTo>
                    <a:lnTo>
                      <a:pt x="6" y="30"/>
                    </a:lnTo>
                    <a:lnTo>
                      <a:pt x="12" y="27"/>
                    </a:lnTo>
                    <a:lnTo>
                      <a:pt x="15" y="27"/>
                    </a:lnTo>
                    <a:lnTo>
                      <a:pt x="21" y="27"/>
                    </a:lnTo>
                    <a:lnTo>
                      <a:pt x="27" y="27"/>
                    </a:lnTo>
                    <a:lnTo>
                      <a:pt x="30" y="27"/>
                    </a:lnTo>
                    <a:lnTo>
                      <a:pt x="36" y="30"/>
                    </a:lnTo>
                    <a:lnTo>
                      <a:pt x="39" y="32"/>
                    </a:lnTo>
                    <a:lnTo>
                      <a:pt x="43" y="35"/>
                    </a:lnTo>
                    <a:lnTo>
                      <a:pt x="48" y="44"/>
                    </a:lnTo>
                    <a:lnTo>
                      <a:pt x="48" y="47"/>
                    </a:lnTo>
                    <a:lnTo>
                      <a:pt x="54" y="54"/>
                    </a:lnTo>
                    <a:lnTo>
                      <a:pt x="58" y="62"/>
                    </a:lnTo>
                    <a:lnTo>
                      <a:pt x="63" y="65"/>
                    </a:lnTo>
                    <a:lnTo>
                      <a:pt x="69" y="71"/>
                    </a:lnTo>
                    <a:lnTo>
                      <a:pt x="76" y="74"/>
                    </a:lnTo>
                    <a:lnTo>
                      <a:pt x="84" y="74"/>
                    </a:lnTo>
                    <a:lnTo>
                      <a:pt x="91" y="74"/>
                    </a:lnTo>
                    <a:lnTo>
                      <a:pt x="96" y="71"/>
                    </a:lnTo>
                    <a:lnTo>
                      <a:pt x="103" y="68"/>
                    </a:lnTo>
                    <a:lnTo>
                      <a:pt x="106" y="62"/>
                    </a:lnTo>
                    <a:lnTo>
                      <a:pt x="112" y="62"/>
                    </a:lnTo>
                    <a:lnTo>
                      <a:pt x="118" y="56"/>
                    </a:lnTo>
                    <a:lnTo>
                      <a:pt x="124" y="54"/>
                    </a:lnTo>
                    <a:lnTo>
                      <a:pt x="130" y="54"/>
                    </a:lnTo>
                    <a:lnTo>
                      <a:pt x="136" y="54"/>
                    </a:lnTo>
                    <a:lnTo>
                      <a:pt x="142" y="54"/>
                    </a:lnTo>
                    <a:lnTo>
                      <a:pt x="148" y="56"/>
                    </a:lnTo>
                    <a:lnTo>
                      <a:pt x="151" y="56"/>
                    </a:lnTo>
                    <a:lnTo>
                      <a:pt x="157" y="59"/>
                    </a:lnTo>
                    <a:lnTo>
                      <a:pt x="154" y="54"/>
                    </a:lnTo>
                    <a:lnTo>
                      <a:pt x="151" y="50"/>
                    </a:lnTo>
                    <a:lnTo>
                      <a:pt x="145" y="47"/>
                    </a:lnTo>
                    <a:lnTo>
                      <a:pt x="142" y="47"/>
                    </a:lnTo>
                    <a:lnTo>
                      <a:pt x="136" y="47"/>
                    </a:lnTo>
                    <a:lnTo>
                      <a:pt x="133" y="47"/>
                    </a:lnTo>
                    <a:lnTo>
                      <a:pt x="127" y="47"/>
                    </a:lnTo>
                    <a:lnTo>
                      <a:pt x="124" y="47"/>
                    </a:lnTo>
                    <a:lnTo>
                      <a:pt x="114" y="54"/>
                    </a:lnTo>
                    <a:lnTo>
                      <a:pt x="106" y="59"/>
                    </a:lnTo>
                    <a:lnTo>
                      <a:pt x="103" y="59"/>
                    </a:lnTo>
                    <a:lnTo>
                      <a:pt x="96" y="59"/>
                    </a:lnTo>
                    <a:lnTo>
                      <a:pt x="91" y="62"/>
                    </a:lnTo>
                    <a:lnTo>
                      <a:pt x="81" y="62"/>
                    </a:lnTo>
                    <a:lnTo>
                      <a:pt x="79" y="62"/>
                    </a:lnTo>
                    <a:lnTo>
                      <a:pt x="73" y="59"/>
                    </a:lnTo>
                    <a:lnTo>
                      <a:pt x="69" y="56"/>
                    </a:lnTo>
                    <a:lnTo>
                      <a:pt x="63" y="56"/>
                    </a:lnTo>
                    <a:lnTo>
                      <a:pt x="61" y="54"/>
                    </a:lnTo>
                    <a:lnTo>
                      <a:pt x="58" y="47"/>
                    </a:lnTo>
                    <a:lnTo>
                      <a:pt x="51" y="42"/>
                    </a:lnTo>
                    <a:lnTo>
                      <a:pt x="45" y="32"/>
                    </a:lnTo>
                    <a:lnTo>
                      <a:pt x="43" y="24"/>
                    </a:lnTo>
                    <a:lnTo>
                      <a:pt x="36" y="12"/>
                    </a:lnTo>
                    <a:lnTo>
                      <a:pt x="36" y="9"/>
                    </a:lnTo>
                    <a:lnTo>
                      <a:pt x="30" y="3"/>
                    </a:lnTo>
                    <a:lnTo>
                      <a:pt x="27" y="3"/>
                    </a:lnTo>
                    <a:lnTo>
                      <a:pt x="24" y="0"/>
                    </a:lnTo>
                    <a:lnTo>
                      <a:pt x="18" y="0"/>
                    </a:lnTo>
                    <a:lnTo>
                      <a:pt x="15" y="3"/>
                    </a:lnTo>
                    <a:lnTo>
                      <a:pt x="9" y="3"/>
                    </a:lnTo>
                    <a:lnTo>
                      <a:pt x="6" y="9"/>
                    </a:lnTo>
                    <a:lnTo>
                      <a:pt x="0" y="32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3"/>
              <p:cNvSpPr>
                <a:spLocks/>
              </p:cNvSpPr>
              <p:nvPr/>
            </p:nvSpPr>
            <p:spPr bwMode="ltGray">
              <a:xfrm>
                <a:off x="954" y="220"/>
                <a:ext cx="158" cy="73"/>
              </a:xfrm>
              <a:custGeom>
                <a:avLst/>
                <a:gdLst>
                  <a:gd name="T0" fmla="*/ 7 w 158"/>
                  <a:gd name="T1" fmla="*/ 27 h 73"/>
                  <a:gd name="T2" fmla="*/ 15 w 158"/>
                  <a:gd name="T3" fmla="*/ 24 h 73"/>
                  <a:gd name="T4" fmla="*/ 27 w 158"/>
                  <a:gd name="T5" fmla="*/ 27 h 73"/>
                  <a:gd name="T6" fmla="*/ 37 w 158"/>
                  <a:gd name="T7" fmla="*/ 30 h 73"/>
                  <a:gd name="T8" fmla="*/ 42 w 158"/>
                  <a:gd name="T9" fmla="*/ 36 h 73"/>
                  <a:gd name="T10" fmla="*/ 48 w 158"/>
                  <a:gd name="T11" fmla="*/ 48 h 73"/>
                  <a:gd name="T12" fmla="*/ 60 w 158"/>
                  <a:gd name="T13" fmla="*/ 63 h 73"/>
                  <a:gd name="T14" fmla="*/ 72 w 158"/>
                  <a:gd name="T15" fmla="*/ 69 h 73"/>
                  <a:gd name="T16" fmla="*/ 85 w 158"/>
                  <a:gd name="T17" fmla="*/ 72 h 73"/>
                  <a:gd name="T18" fmla="*/ 97 w 158"/>
                  <a:gd name="T19" fmla="*/ 72 h 73"/>
                  <a:gd name="T20" fmla="*/ 105 w 158"/>
                  <a:gd name="T21" fmla="*/ 63 h 73"/>
                  <a:gd name="T22" fmla="*/ 118 w 158"/>
                  <a:gd name="T23" fmla="*/ 57 h 73"/>
                  <a:gd name="T24" fmla="*/ 130 w 158"/>
                  <a:gd name="T25" fmla="*/ 54 h 73"/>
                  <a:gd name="T26" fmla="*/ 142 w 158"/>
                  <a:gd name="T27" fmla="*/ 54 h 73"/>
                  <a:gd name="T28" fmla="*/ 150 w 158"/>
                  <a:gd name="T29" fmla="*/ 57 h 73"/>
                  <a:gd name="T30" fmla="*/ 153 w 158"/>
                  <a:gd name="T31" fmla="*/ 54 h 73"/>
                  <a:gd name="T32" fmla="*/ 148 w 158"/>
                  <a:gd name="T33" fmla="*/ 48 h 73"/>
                  <a:gd name="T34" fmla="*/ 138 w 158"/>
                  <a:gd name="T35" fmla="*/ 45 h 73"/>
                  <a:gd name="T36" fmla="*/ 127 w 158"/>
                  <a:gd name="T37" fmla="*/ 48 h 73"/>
                  <a:gd name="T38" fmla="*/ 115 w 158"/>
                  <a:gd name="T39" fmla="*/ 54 h 73"/>
                  <a:gd name="T40" fmla="*/ 102 w 158"/>
                  <a:gd name="T41" fmla="*/ 60 h 73"/>
                  <a:gd name="T42" fmla="*/ 90 w 158"/>
                  <a:gd name="T43" fmla="*/ 60 h 73"/>
                  <a:gd name="T44" fmla="*/ 78 w 158"/>
                  <a:gd name="T45" fmla="*/ 60 h 73"/>
                  <a:gd name="T46" fmla="*/ 70 w 158"/>
                  <a:gd name="T47" fmla="*/ 57 h 73"/>
                  <a:gd name="T48" fmla="*/ 60 w 158"/>
                  <a:gd name="T49" fmla="*/ 51 h 73"/>
                  <a:gd name="T50" fmla="*/ 52 w 158"/>
                  <a:gd name="T51" fmla="*/ 39 h 73"/>
                  <a:gd name="T52" fmla="*/ 42 w 158"/>
                  <a:gd name="T53" fmla="*/ 24 h 73"/>
                  <a:gd name="T54" fmla="*/ 37 w 158"/>
                  <a:gd name="T55" fmla="*/ 7 h 73"/>
                  <a:gd name="T56" fmla="*/ 27 w 158"/>
                  <a:gd name="T57" fmla="*/ 0 h 73"/>
                  <a:gd name="T58" fmla="*/ 22 w 158"/>
                  <a:gd name="T59" fmla="*/ 0 h 73"/>
                  <a:gd name="T60" fmla="*/ 12 w 158"/>
                  <a:gd name="T61" fmla="*/ 3 h 73"/>
                  <a:gd name="T62" fmla="*/ 0 w 158"/>
                  <a:gd name="T63" fmla="*/ 3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8" h="73">
                    <a:moveTo>
                      <a:pt x="0" y="30"/>
                    </a:moveTo>
                    <a:lnTo>
                      <a:pt x="7" y="27"/>
                    </a:lnTo>
                    <a:lnTo>
                      <a:pt x="12" y="24"/>
                    </a:lnTo>
                    <a:lnTo>
                      <a:pt x="15" y="24"/>
                    </a:lnTo>
                    <a:lnTo>
                      <a:pt x="22" y="24"/>
                    </a:lnTo>
                    <a:lnTo>
                      <a:pt x="27" y="27"/>
                    </a:lnTo>
                    <a:lnTo>
                      <a:pt x="33" y="27"/>
                    </a:lnTo>
                    <a:lnTo>
                      <a:pt x="37" y="30"/>
                    </a:lnTo>
                    <a:lnTo>
                      <a:pt x="39" y="30"/>
                    </a:lnTo>
                    <a:lnTo>
                      <a:pt x="42" y="36"/>
                    </a:lnTo>
                    <a:lnTo>
                      <a:pt x="48" y="42"/>
                    </a:lnTo>
                    <a:lnTo>
                      <a:pt x="48" y="48"/>
                    </a:lnTo>
                    <a:lnTo>
                      <a:pt x="55" y="54"/>
                    </a:lnTo>
                    <a:lnTo>
                      <a:pt x="60" y="63"/>
                    </a:lnTo>
                    <a:lnTo>
                      <a:pt x="67" y="66"/>
                    </a:lnTo>
                    <a:lnTo>
                      <a:pt x="72" y="69"/>
                    </a:lnTo>
                    <a:lnTo>
                      <a:pt x="78" y="72"/>
                    </a:lnTo>
                    <a:lnTo>
                      <a:pt x="85" y="72"/>
                    </a:lnTo>
                    <a:lnTo>
                      <a:pt x="90" y="72"/>
                    </a:lnTo>
                    <a:lnTo>
                      <a:pt x="97" y="72"/>
                    </a:lnTo>
                    <a:lnTo>
                      <a:pt x="102" y="66"/>
                    </a:lnTo>
                    <a:lnTo>
                      <a:pt x="105" y="63"/>
                    </a:lnTo>
                    <a:lnTo>
                      <a:pt x="112" y="60"/>
                    </a:lnTo>
                    <a:lnTo>
                      <a:pt x="118" y="57"/>
                    </a:lnTo>
                    <a:lnTo>
                      <a:pt x="123" y="54"/>
                    </a:lnTo>
                    <a:lnTo>
                      <a:pt x="130" y="54"/>
                    </a:lnTo>
                    <a:lnTo>
                      <a:pt x="135" y="54"/>
                    </a:lnTo>
                    <a:lnTo>
                      <a:pt x="142" y="54"/>
                    </a:lnTo>
                    <a:lnTo>
                      <a:pt x="148" y="54"/>
                    </a:lnTo>
                    <a:lnTo>
                      <a:pt x="150" y="57"/>
                    </a:lnTo>
                    <a:lnTo>
                      <a:pt x="157" y="60"/>
                    </a:lnTo>
                    <a:lnTo>
                      <a:pt x="153" y="54"/>
                    </a:lnTo>
                    <a:lnTo>
                      <a:pt x="150" y="51"/>
                    </a:lnTo>
                    <a:lnTo>
                      <a:pt x="148" y="48"/>
                    </a:lnTo>
                    <a:lnTo>
                      <a:pt x="142" y="48"/>
                    </a:lnTo>
                    <a:lnTo>
                      <a:pt x="138" y="45"/>
                    </a:lnTo>
                    <a:lnTo>
                      <a:pt x="133" y="45"/>
                    </a:lnTo>
                    <a:lnTo>
                      <a:pt x="127" y="48"/>
                    </a:lnTo>
                    <a:lnTo>
                      <a:pt x="123" y="48"/>
                    </a:lnTo>
                    <a:lnTo>
                      <a:pt x="115" y="54"/>
                    </a:lnTo>
                    <a:lnTo>
                      <a:pt x="105" y="57"/>
                    </a:lnTo>
                    <a:lnTo>
                      <a:pt x="102" y="60"/>
                    </a:lnTo>
                    <a:lnTo>
                      <a:pt x="100" y="60"/>
                    </a:lnTo>
                    <a:lnTo>
                      <a:pt x="90" y="60"/>
                    </a:lnTo>
                    <a:lnTo>
                      <a:pt x="85" y="60"/>
                    </a:lnTo>
                    <a:lnTo>
                      <a:pt x="78" y="60"/>
                    </a:lnTo>
                    <a:lnTo>
                      <a:pt x="72" y="60"/>
                    </a:lnTo>
                    <a:lnTo>
                      <a:pt x="70" y="57"/>
                    </a:lnTo>
                    <a:lnTo>
                      <a:pt x="63" y="54"/>
                    </a:lnTo>
                    <a:lnTo>
                      <a:pt x="60" y="51"/>
                    </a:lnTo>
                    <a:lnTo>
                      <a:pt x="57" y="48"/>
                    </a:lnTo>
                    <a:lnTo>
                      <a:pt x="52" y="39"/>
                    </a:lnTo>
                    <a:lnTo>
                      <a:pt x="48" y="33"/>
                    </a:lnTo>
                    <a:lnTo>
                      <a:pt x="42" y="24"/>
                    </a:lnTo>
                    <a:lnTo>
                      <a:pt x="39" y="12"/>
                    </a:lnTo>
                    <a:lnTo>
                      <a:pt x="37" y="7"/>
                    </a:lnTo>
                    <a:lnTo>
                      <a:pt x="30" y="3"/>
                    </a:lnTo>
                    <a:lnTo>
                      <a:pt x="27" y="0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15" y="0"/>
                    </a:lnTo>
                    <a:lnTo>
                      <a:pt x="12" y="3"/>
                    </a:lnTo>
                    <a:lnTo>
                      <a:pt x="7" y="7"/>
                    </a:lnTo>
                    <a:lnTo>
                      <a:pt x="0" y="3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34"/>
              <p:cNvSpPr>
                <a:spLocks/>
              </p:cNvSpPr>
              <p:nvPr/>
            </p:nvSpPr>
            <p:spPr bwMode="ltGray">
              <a:xfrm>
                <a:off x="4097" y="136"/>
                <a:ext cx="156" cy="74"/>
              </a:xfrm>
              <a:custGeom>
                <a:avLst/>
                <a:gdLst>
                  <a:gd name="T0" fmla="*/ 0 w 156"/>
                  <a:gd name="T1" fmla="*/ 43 h 74"/>
                  <a:gd name="T2" fmla="*/ 4 w 156"/>
                  <a:gd name="T3" fmla="*/ 46 h 74"/>
                  <a:gd name="T4" fmla="*/ 9 w 156"/>
                  <a:gd name="T5" fmla="*/ 48 h 74"/>
                  <a:gd name="T6" fmla="*/ 15 w 156"/>
                  <a:gd name="T7" fmla="*/ 48 h 74"/>
                  <a:gd name="T8" fmla="*/ 22 w 156"/>
                  <a:gd name="T9" fmla="*/ 48 h 74"/>
                  <a:gd name="T10" fmla="*/ 27 w 156"/>
                  <a:gd name="T11" fmla="*/ 48 h 74"/>
                  <a:gd name="T12" fmla="*/ 30 w 156"/>
                  <a:gd name="T13" fmla="*/ 46 h 74"/>
                  <a:gd name="T14" fmla="*/ 37 w 156"/>
                  <a:gd name="T15" fmla="*/ 43 h 74"/>
                  <a:gd name="T16" fmla="*/ 43 w 156"/>
                  <a:gd name="T17" fmla="*/ 37 h 74"/>
                  <a:gd name="T18" fmla="*/ 45 w 156"/>
                  <a:gd name="T19" fmla="*/ 30 h 74"/>
                  <a:gd name="T20" fmla="*/ 49 w 156"/>
                  <a:gd name="T21" fmla="*/ 25 h 74"/>
                  <a:gd name="T22" fmla="*/ 52 w 156"/>
                  <a:gd name="T23" fmla="*/ 18 h 74"/>
                  <a:gd name="T24" fmla="*/ 58 w 156"/>
                  <a:gd name="T25" fmla="*/ 12 h 74"/>
                  <a:gd name="T26" fmla="*/ 64 w 156"/>
                  <a:gd name="T27" fmla="*/ 7 h 74"/>
                  <a:gd name="T28" fmla="*/ 70 w 156"/>
                  <a:gd name="T29" fmla="*/ 3 h 74"/>
                  <a:gd name="T30" fmla="*/ 76 w 156"/>
                  <a:gd name="T31" fmla="*/ 0 h 74"/>
                  <a:gd name="T32" fmla="*/ 85 w 156"/>
                  <a:gd name="T33" fmla="*/ 0 h 74"/>
                  <a:gd name="T34" fmla="*/ 91 w 156"/>
                  <a:gd name="T35" fmla="*/ 0 h 74"/>
                  <a:gd name="T36" fmla="*/ 95 w 156"/>
                  <a:gd name="T37" fmla="*/ 0 h 74"/>
                  <a:gd name="T38" fmla="*/ 100 w 156"/>
                  <a:gd name="T39" fmla="*/ 7 h 74"/>
                  <a:gd name="T40" fmla="*/ 106 w 156"/>
                  <a:gd name="T41" fmla="*/ 9 h 74"/>
                  <a:gd name="T42" fmla="*/ 110 w 156"/>
                  <a:gd name="T43" fmla="*/ 12 h 74"/>
                  <a:gd name="T44" fmla="*/ 118 w 156"/>
                  <a:gd name="T45" fmla="*/ 15 h 74"/>
                  <a:gd name="T46" fmla="*/ 125 w 156"/>
                  <a:gd name="T47" fmla="*/ 18 h 74"/>
                  <a:gd name="T48" fmla="*/ 130 w 156"/>
                  <a:gd name="T49" fmla="*/ 18 h 74"/>
                  <a:gd name="T50" fmla="*/ 136 w 156"/>
                  <a:gd name="T51" fmla="*/ 18 h 74"/>
                  <a:gd name="T52" fmla="*/ 140 w 156"/>
                  <a:gd name="T53" fmla="*/ 18 h 74"/>
                  <a:gd name="T54" fmla="*/ 146 w 156"/>
                  <a:gd name="T55" fmla="*/ 18 h 74"/>
                  <a:gd name="T56" fmla="*/ 151 w 156"/>
                  <a:gd name="T57" fmla="*/ 15 h 74"/>
                  <a:gd name="T58" fmla="*/ 155 w 156"/>
                  <a:gd name="T59" fmla="*/ 12 h 74"/>
                  <a:gd name="T60" fmla="*/ 155 w 156"/>
                  <a:gd name="T61" fmla="*/ 18 h 74"/>
                  <a:gd name="T62" fmla="*/ 151 w 156"/>
                  <a:gd name="T63" fmla="*/ 22 h 74"/>
                  <a:gd name="T64" fmla="*/ 146 w 156"/>
                  <a:gd name="T65" fmla="*/ 25 h 74"/>
                  <a:gd name="T66" fmla="*/ 143 w 156"/>
                  <a:gd name="T67" fmla="*/ 27 h 74"/>
                  <a:gd name="T68" fmla="*/ 136 w 156"/>
                  <a:gd name="T69" fmla="*/ 27 h 74"/>
                  <a:gd name="T70" fmla="*/ 133 w 156"/>
                  <a:gd name="T71" fmla="*/ 27 h 74"/>
                  <a:gd name="T72" fmla="*/ 128 w 156"/>
                  <a:gd name="T73" fmla="*/ 27 h 74"/>
                  <a:gd name="T74" fmla="*/ 121 w 156"/>
                  <a:gd name="T75" fmla="*/ 25 h 74"/>
                  <a:gd name="T76" fmla="*/ 115 w 156"/>
                  <a:gd name="T77" fmla="*/ 18 h 74"/>
                  <a:gd name="T78" fmla="*/ 106 w 156"/>
                  <a:gd name="T79" fmla="*/ 15 h 74"/>
                  <a:gd name="T80" fmla="*/ 103 w 156"/>
                  <a:gd name="T81" fmla="*/ 12 h 74"/>
                  <a:gd name="T82" fmla="*/ 97 w 156"/>
                  <a:gd name="T83" fmla="*/ 12 h 74"/>
                  <a:gd name="T84" fmla="*/ 88 w 156"/>
                  <a:gd name="T85" fmla="*/ 12 h 74"/>
                  <a:gd name="T86" fmla="*/ 82 w 156"/>
                  <a:gd name="T87" fmla="*/ 12 h 74"/>
                  <a:gd name="T88" fmla="*/ 79 w 156"/>
                  <a:gd name="T89" fmla="*/ 12 h 74"/>
                  <a:gd name="T90" fmla="*/ 73 w 156"/>
                  <a:gd name="T91" fmla="*/ 12 h 74"/>
                  <a:gd name="T92" fmla="*/ 67 w 156"/>
                  <a:gd name="T93" fmla="*/ 15 h 74"/>
                  <a:gd name="T94" fmla="*/ 64 w 156"/>
                  <a:gd name="T95" fmla="*/ 18 h 74"/>
                  <a:gd name="T96" fmla="*/ 58 w 156"/>
                  <a:gd name="T97" fmla="*/ 22 h 74"/>
                  <a:gd name="T98" fmla="*/ 55 w 156"/>
                  <a:gd name="T99" fmla="*/ 25 h 74"/>
                  <a:gd name="T100" fmla="*/ 52 w 156"/>
                  <a:gd name="T101" fmla="*/ 33 h 74"/>
                  <a:gd name="T102" fmla="*/ 45 w 156"/>
                  <a:gd name="T103" fmla="*/ 43 h 74"/>
                  <a:gd name="T104" fmla="*/ 43 w 156"/>
                  <a:gd name="T105" fmla="*/ 48 h 74"/>
                  <a:gd name="T106" fmla="*/ 37 w 156"/>
                  <a:gd name="T107" fmla="*/ 61 h 74"/>
                  <a:gd name="T108" fmla="*/ 34 w 156"/>
                  <a:gd name="T109" fmla="*/ 67 h 74"/>
                  <a:gd name="T110" fmla="*/ 30 w 156"/>
                  <a:gd name="T111" fmla="*/ 70 h 74"/>
                  <a:gd name="T112" fmla="*/ 27 w 156"/>
                  <a:gd name="T113" fmla="*/ 73 h 74"/>
                  <a:gd name="T114" fmla="*/ 22 w 156"/>
                  <a:gd name="T115" fmla="*/ 73 h 74"/>
                  <a:gd name="T116" fmla="*/ 19 w 156"/>
                  <a:gd name="T117" fmla="*/ 73 h 74"/>
                  <a:gd name="T118" fmla="*/ 15 w 156"/>
                  <a:gd name="T119" fmla="*/ 73 h 74"/>
                  <a:gd name="T120" fmla="*/ 9 w 156"/>
                  <a:gd name="T121" fmla="*/ 70 h 74"/>
                  <a:gd name="T122" fmla="*/ 7 w 156"/>
                  <a:gd name="T123" fmla="*/ 67 h 74"/>
                  <a:gd name="T124" fmla="*/ 0 w 156"/>
                  <a:gd name="T125" fmla="*/ 43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56" h="74">
                    <a:moveTo>
                      <a:pt x="0" y="43"/>
                    </a:moveTo>
                    <a:lnTo>
                      <a:pt x="4" y="46"/>
                    </a:lnTo>
                    <a:lnTo>
                      <a:pt x="9" y="48"/>
                    </a:lnTo>
                    <a:lnTo>
                      <a:pt x="15" y="48"/>
                    </a:lnTo>
                    <a:lnTo>
                      <a:pt x="22" y="48"/>
                    </a:lnTo>
                    <a:lnTo>
                      <a:pt x="27" y="48"/>
                    </a:lnTo>
                    <a:lnTo>
                      <a:pt x="30" y="46"/>
                    </a:lnTo>
                    <a:lnTo>
                      <a:pt x="37" y="43"/>
                    </a:lnTo>
                    <a:lnTo>
                      <a:pt x="43" y="37"/>
                    </a:lnTo>
                    <a:lnTo>
                      <a:pt x="45" y="30"/>
                    </a:lnTo>
                    <a:lnTo>
                      <a:pt x="49" y="25"/>
                    </a:lnTo>
                    <a:lnTo>
                      <a:pt x="52" y="18"/>
                    </a:lnTo>
                    <a:lnTo>
                      <a:pt x="58" y="12"/>
                    </a:lnTo>
                    <a:lnTo>
                      <a:pt x="64" y="7"/>
                    </a:lnTo>
                    <a:lnTo>
                      <a:pt x="70" y="3"/>
                    </a:lnTo>
                    <a:lnTo>
                      <a:pt x="76" y="0"/>
                    </a:lnTo>
                    <a:lnTo>
                      <a:pt x="85" y="0"/>
                    </a:lnTo>
                    <a:lnTo>
                      <a:pt x="91" y="0"/>
                    </a:lnTo>
                    <a:lnTo>
                      <a:pt x="95" y="0"/>
                    </a:lnTo>
                    <a:lnTo>
                      <a:pt x="100" y="7"/>
                    </a:lnTo>
                    <a:lnTo>
                      <a:pt x="106" y="9"/>
                    </a:lnTo>
                    <a:lnTo>
                      <a:pt x="110" y="12"/>
                    </a:lnTo>
                    <a:lnTo>
                      <a:pt x="118" y="15"/>
                    </a:lnTo>
                    <a:lnTo>
                      <a:pt x="125" y="18"/>
                    </a:lnTo>
                    <a:lnTo>
                      <a:pt x="130" y="18"/>
                    </a:lnTo>
                    <a:lnTo>
                      <a:pt x="136" y="18"/>
                    </a:lnTo>
                    <a:lnTo>
                      <a:pt x="140" y="18"/>
                    </a:lnTo>
                    <a:lnTo>
                      <a:pt x="146" y="18"/>
                    </a:lnTo>
                    <a:lnTo>
                      <a:pt x="151" y="15"/>
                    </a:lnTo>
                    <a:lnTo>
                      <a:pt x="155" y="12"/>
                    </a:lnTo>
                    <a:lnTo>
                      <a:pt x="155" y="18"/>
                    </a:lnTo>
                    <a:lnTo>
                      <a:pt x="151" y="22"/>
                    </a:lnTo>
                    <a:lnTo>
                      <a:pt x="146" y="25"/>
                    </a:lnTo>
                    <a:lnTo>
                      <a:pt x="143" y="27"/>
                    </a:lnTo>
                    <a:lnTo>
                      <a:pt x="136" y="27"/>
                    </a:lnTo>
                    <a:lnTo>
                      <a:pt x="133" y="27"/>
                    </a:lnTo>
                    <a:lnTo>
                      <a:pt x="128" y="27"/>
                    </a:lnTo>
                    <a:lnTo>
                      <a:pt x="121" y="25"/>
                    </a:lnTo>
                    <a:lnTo>
                      <a:pt x="115" y="18"/>
                    </a:lnTo>
                    <a:lnTo>
                      <a:pt x="106" y="15"/>
                    </a:lnTo>
                    <a:lnTo>
                      <a:pt x="103" y="12"/>
                    </a:lnTo>
                    <a:lnTo>
                      <a:pt x="97" y="12"/>
                    </a:lnTo>
                    <a:lnTo>
                      <a:pt x="88" y="12"/>
                    </a:lnTo>
                    <a:lnTo>
                      <a:pt x="82" y="12"/>
                    </a:lnTo>
                    <a:lnTo>
                      <a:pt x="79" y="12"/>
                    </a:lnTo>
                    <a:lnTo>
                      <a:pt x="73" y="12"/>
                    </a:lnTo>
                    <a:lnTo>
                      <a:pt x="67" y="15"/>
                    </a:lnTo>
                    <a:lnTo>
                      <a:pt x="64" y="18"/>
                    </a:lnTo>
                    <a:lnTo>
                      <a:pt x="58" y="22"/>
                    </a:lnTo>
                    <a:lnTo>
                      <a:pt x="55" y="25"/>
                    </a:lnTo>
                    <a:lnTo>
                      <a:pt x="52" y="33"/>
                    </a:lnTo>
                    <a:lnTo>
                      <a:pt x="45" y="43"/>
                    </a:lnTo>
                    <a:lnTo>
                      <a:pt x="43" y="48"/>
                    </a:lnTo>
                    <a:lnTo>
                      <a:pt x="37" y="61"/>
                    </a:lnTo>
                    <a:lnTo>
                      <a:pt x="34" y="67"/>
                    </a:lnTo>
                    <a:lnTo>
                      <a:pt x="30" y="70"/>
                    </a:lnTo>
                    <a:lnTo>
                      <a:pt x="27" y="73"/>
                    </a:lnTo>
                    <a:lnTo>
                      <a:pt x="22" y="73"/>
                    </a:lnTo>
                    <a:lnTo>
                      <a:pt x="19" y="73"/>
                    </a:lnTo>
                    <a:lnTo>
                      <a:pt x="15" y="73"/>
                    </a:lnTo>
                    <a:lnTo>
                      <a:pt x="9" y="70"/>
                    </a:lnTo>
                    <a:lnTo>
                      <a:pt x="7" y="67"/>
                    </a:lnTo>
                    <a:lnTo>
                      <a:pt x="0" y="43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35"/>
              <p:cNvSpPr>
                <a:spLocks/>
              </p:cNvSpPr>
              <p:nvPr/>
            </p:nvSpPr>
            <p:spPr bwMode="ltGray">
              <a:xfrm>
                <a:off x="157" y="510"/>
                <a:ext cx="153" cy="75"/>
              </a:xfrm>
              <a:custGeom>
                <a:avLst/>
                <a:gdLst>
                  <a:gd name="T0" fmla="*/ 3 w 153"/>
                  <a:gd name="T1" fmla="*/ 46 h 75"/>
                  <a:gd name="T2" fmla="*/ 15 w 153"/>
                  <a:gd name="T3" fmla="*/ 49 h 75"/>
                  <a:gd name="T4" fmla="*/ 23 w 153"/>
                  <a:gd name="T5" fmla="*/ 49 h 75"/>
                  <a:gd name="T6" fmla="*/ 33 w 153"/>
                  <a:gd name="T7" fmla="*/ 46 h 75"/>
                  <a:gd name="T8" fmla="*/ 42 w 153"/>
                  <a:gd name="T9" fmla="*/ 37 h 75"/>
                  <a:gd name="T10" fmla="*/ 48 w 153"/>
                  <a:gd name="T11" fmla="*/ 28 h 75"/>
                  <a:gd name="T12" fmla="*/ 57 w 153"/>
                  <a:gd name="T13" fmla="*/ 12 h 75"/>
                  <a:gd name="T14" fmla="*/ 68 w 153"/>
                  <a:gd name="T15" fmla="*/ 3 h 75"/>
                  <a:gd name="T16" fmla="*/ 83 w 153"/>
                  <a:gd name="T17" fmla="*/ 0 h 75"/>
                  <a:gd name="T18" fmla="*/ 92 w 153"/>
                  <a:gd name="T19" fmla="*/ 3 h 75"/>
                  <a:gd name="T20" fmla="*/ 104 w 153"/>
                  <a:gd name="T21" fmla="*/ 10 h 75"/>
                  <a:gd name="T22" fmla="*/ 113 w 153"/>
                  <a:gd name="T23" fmla="*/ 15 h 75"/>
                  <a:gd name="T24" fmla="*/ 125 w 153"/>
                  <a:gd name="T25" fmla="*/ 22 h 75"/>
                  <a:gd name="T26" fmla="*/ 137 w 153"/>
                  <a:gd name="T27" fmla="*/ 22 h 75"/>
                  <a:gd name="T28" fmla="*/ 149 w 153"/>
                  <a:gd name="T29" fmla="*/ 15 h 75"/>
                  <a:gd name="T30" fmla="*/ 152 w 153"/>
                  <a:gd name="T31" fmla="*/ 22 h 75"/>
                  <a:gd name="T32" fmla="*/ 143 w 153"/>
                  <a:gd name="T33" fmla="*/ 25 h 75"/>
                  <a:gd name="T34" fmla="*/ 134 w 153"/>
                  <a:gd name="T35" fmla="*/ 28 h 75"/>
                  <a:gd name="T36" fmla="*/ 122 w 153"/>
                  <a:gd name="T37" fmla="*/ 28 h 75"/>
                  <a:gd name="T38" fmla="*/ 113 w 153"/>
                  <a:gd name="T39" fmla="*/ 22 h 75"/>
                  <a:gd name="T40" fmla="*/ 102 w 153"/>
                  <a:gd name="T41" fmla="*/ 15 h 75"/>
                  <a:gd name="T42" fmla="*/ 87 w 153"/>
                  <a:gd name="T43" fmla="*/ 12 h 75"/>
                  <a:gd name="T44" fmla="*/ 75 w 153"/>
                  <a:gd name="T45" fmla="*/ 12 h 75"/>
                  <a:gd name="T46" fmla="*/ 65 w 153"/>
                  <a:gd name="T47" fmla="*/ 15 h 75"/>
                  <a:gd name="T48" fmla="*/ 57 w 153"/>
                  <a:gd name="T49" fmla="*/ 22 h 75"/>
                  <a:gd name="T50" fmla="*/ 50 w 153"/>
                  <a:gd name="T51" fmla="*/ 34 h 75"/>
                  <a:gd name="T52" fmla="*/ 42 w 153"/>
                  <a:gd name="T53" fmla="*/ 53 h 75"/>
                  <a:gd name="T54" fmla="*/ 33 w 153"/>
                  <a:gd name="T55" fmla="*/ 68 h 75"/>
                  <a:gd name="T56" fmla="*/ 23 w 153"/>
                  <a:gd name="T57" fmla="*/ 74 h 75"/>
                  <a:gd name="T58" fmla="*/ 18 w 153"/>
                  <a:gd name="T59" fmla="*/ 74 h 75"/>
                  <a:gd name="T60" fmla="*/ 8 w 153"/>
                  <a:gd name="T61" fmla="*/ 71 h 75"/>
                  <a:gd name="T62" fmla="*/ 0 w 153"/>
                  <a:gd name="T63" fmla="*/ 4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3" h="75">
                    <a:moveTo>
                      <a:pt x="0" y="43"/>
                    </a:moveTo>
                    <a:lnTo>
                      <a:pt x="3" y="46"/>
                    </a:lnTo>
                    <a:lnTo>
                      <a:pt x="8" y="49"/>
                    </a:lnTo>
                    <a:lnTo>
                      <a:pt x="15" y="49"/>
                    </a:lnTo>
                    <a:lnTo>
                      <a:pt x="21" y="49"/>
                    </a:lnTo>
                    <a:lnTo>
                      <a:pt x="23" y="49"/>
                    </a:lnTo>
                    <a:lnTo>
                      <a:pt x="30" y="49"/>
                    </a:lnTo>
                    <a:lnTo>
                      <a:pt x="33" y="46"/>
                    </a:lnTo>
                    <a:lnTo>
                      <a:pt x="35" y="43"/>
                    </a:lnTo>
                    <a:lnTo>
                      <a:pt x="42" y="37"/>
                    </a:lnTo>
                    <a:lnTo>
                      <a:pt x="45" y="31"/>
                    </a:lnTo>
                    <a:lnTo>
                      <a:pt x="48" y="28"/>
                    </a:lnTo>
                    <a:lnTo>
                      <a:pt x="50" y="18"/>
                    </a:lnTo>
                    <a:lnTo>
                      <a:pt x="57" y="12"/>
                    </a:lnTo>
                    <a:lnTo>
                      <a:pt x="62" y="10"/>
                    </a:lnTo>
                    <a:lnTo>
                      <a:pt x="68" y="3"/>
                    </a:lnTo>
                    <a:lnTo>
                      <a:pt x="75" y="0"/>
                    </a:lnTo>
                    <a:lnTo>
                      <a:pt x="83" y="0"/>
                    </a:lnTo>
                    <a:lnTo>
                      <a:pt x="90" y="0"/>
                    </a:lnTo>
                    <a:lnTo>
                      <a:pt x="92" y="3"/>
                    </a:lnTo>
                    <a:lnTo>
                      <a:pt x="98" y="7"/>
                    </a:lnTo>
                    <a:lnTo>
                      <a:pt x="104" y="10"/>
                    </a:lnTo>
                    <a:lnTo>
                      <a:pt x="107" y="12"/>
                    </a:lnTo>
                    <a:lnTo>
                      <a:pt x="113" y="15"/>
                    </a:lnTo>
                    <a:lnTo>
                      <a:pt x="119" y="18"/>
                    </a:lnTo>
                    <a:lnTo>
                      <a:pt x="125" y="22"/>
                    </a:lnTo>
                    <a:lnTo>
                      <a:pt x="131" y="22"/>
                    </a:lnTo>
                    <a:lnTo>
                      <a:pt x="137" y="22"/>
                    </a:lnTo>
                    <a:lnTo>
                      <a:pt x="143" y="18"/>
                    </a:lnTo>
                    <a:lnTo>
                      <a:pt x="149" y="15"/>
                    </a:lnTo>
                    <a:lnTo>
                      <a:pt x="152" y="15"/>
                    </a:lnTo>
                    <a:lnTo>
                      <a:pt x="152" y="22"/>
                    </a:lnTo>
                    <a:lnTo>
                      <a:pt x="149" y="25"/>
                    </a:lnTo>
                    <a:lnTo>
                      <a:pt x="143" y="25"/>
                    </a:lnTo>
                    <a:lnTo>
                      <a:pt x="137" y="28"/>
                    </a:lnTo>
                    <a:lnTo>
                      <a:pt x="134" y="28"/>
                    </a:lnTo>
                    <a:lnTo>
                      <a:pt x="131" y="28"/>
                    </a:lnTo>
                    <a:lnTo>
                      <a:pt x="122" y="28"/>
                    </a:lnTo>
                    <a:lnTo>
                      <a:pt x="119" y="25"/>
                    </a:lnTo>
                    <a:lnTo>
                      <a:pt x="113" y="22"/>
                    </a:lnTo>
                    <a:lnTo>
                      <a:pt x="104" y="15"/>
                    </a:lnTo>
                    <a:lnTo>
                      <a:pt x="102" y="15"/>
                    </a:lnTo>
                    <a:lnTo>
                      <a:pt x="95" y="15"/>
                    </a:lnTo>
                    <a:lnTo>
                      <a:pt x="87" y="12"/>
                    </a:lnTo>
                    <a:lnTo>
                      <a:pt x="80" y="12"/>
                    </a:lnTo>
                    <a:lnTo>
                      <a:pt x="75" y="12"/>
                    </a:lnTo>
                    <a:lnTo>
                      <a:pt x="72" y="15"/>
                    </a:lnTo>
                    <a:lnTo>
                      <a:pt x="65" y="15"/>
                    </a:lnTo>
                    <a:lnTo>
                      <a:pt x="62" y="18"/>
                    </a:lnTo>
                    <a:lnTo>
                      <a:pt x="57" y="22"/>
                    </a:lnTo>
                    <a:lnTo>
                      <a:pt x="53" y="25"/>
                    </a:lnTo>
                    <a:lnTo>
                      <a:pt x="50" y="34"/>
                    </a:lnTo>
                    <a:lnTo>
                      <a:pt x="45" y="43"/>
                    </a:lnTo>
                    <a:lnTo>
                      <a:pt x="42" y="53"/>
                    </a:lnTo>
                    <a:lnTo>
                      <a:pt x="35" y="64"/>
                    </a:lnTo>
                    <a:lnTo>
                      <a:pt x="33" y="68"/>
                    </a:lnTo>
                    <a:lnTo>
                      <a:pt x="30" y="74"/>
                    </a:lnTo>
                    <a:lnTo>
                      <a:pt x="23" y="74"/>
                    </a:lnTo>
                    <a:lnTo>
                      <a:pt x="21" y="74"/>
                    </a:lnTo>
                    <a:lnTo>
                      <a:pt x="18" y="74"/>
                    </a:lnTo>
                    <a:lnTo>
                      <a:pt x="15" y="74"/>
                    </a:lnTo>
                    <a:lnTo>
                      <a:pt x="8" y="71"/>
                    </a:lnTo>
                    <a:lnTo>
                      <a:pt x="3" y="68"/>
                    </a:lnTo>
                    <a:lnTo>
                      <a:pt x="0" y="43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36"/>
              <p:cNvSpPr>
                <a:spLocks/>
              </p:cNvSpPr>
              <p:nvPr/>
            </p:nvSpPr>
            <p:spPr bwMode="ltGray">
              <a:xfrm>
                <a:off x="5581" y="1847"/>
                <a:ext cx="154" cy="72"/>
              </a:xfrm>
              <a:custGeom>
                <a:avLst/>
                <a:gdLst>
                  <a:gd name="T0" fmla="*/ 3 w 154"/>
                  <a:gd name="T1" fmla="*/ 44 h 72"/>
                  <a:gd name="T2" fmla="*/ 15 w 154"/>
                  <a:gd name="T3" fmla="*/ 48 h 72"/>
                  <a:gd name="T4" fmla="*/ 26 w 154"/>
                  <a:gd name="T5" fmla="*/ 48 h 72"/>
                  <a:gd name="T6" fmla="*/ 33 w 154"/>
                  <a:gd name="T7" fmla="*/ 41 h 72"/>
                  <a:gd name="T8" fmla="*/ 41 w 154"/>
                  <a:gd name="T9" fmla="*/ 36 h 72"/>
                  <a:gd name="T10" fmla="*/ 48 w 154"/>
                  <a:gd name="T11" fmla="*/ 24 h 72"/>
                  <a:gd name="T12" fmla="*/ 56 w 154"/>
                  <a:gd name="T13" fmla="*/ 12 h 72"/>
                  <a:gd name="T14" fmla="*/ 69 w 154"/>
                  <a:gd name="T15" fmla="*/ 4 h 72"/>
                  <a:gd name="T16" fmla="*/ 84 w 154"/>
                  <a:gd name="T17" fmla="*/ 0 h 72"/>
                  <a:gd name="T18" fmla="*/ 93 w 154"/>
                  <a:gd name="T19" fmla="*/ 4 h 72"/>
                  <a:gd name="T20" fmla="*/ 105 w 154"/>
                  <a:gd name="T21" fmla="*/ 9 h 72"/>
                  <a:gd name="T22" fmla="*/ 116 w 154"/>
                  <a:gd name="T23" fmla="*/ 15 h 72"/>
                  <a:gd name="T24" fmla="*/ 126 w 154"/>
                  <a:gd name="T25" fmla="*/ 18 h 72"/>
                  <a:gd name="T26" fmla="*/ 138 w 154"/>
                  <a:gd name="T27" fmla="*/ 18 h 72"/>
                  <a:gd name="T28" fmla="*/ 150 w 154"/>
                  <a:gd name="T29" fmla="*/ 15 h 72"/>
                  <a:gd name="T30" fmla="*/ 153 w 154"/>
                  <a:gd name="T31" fmla="*/ 18 h 72"/>
                  <a:gd name="T32" fmla="*/ 144 w 154"/>
                  <a:gd name="T33" fmla="*/ 24 h 72"/>
                  <a:gd name="T34" fmla="*/ 135 w 154"/>
                  <a:gd name="T35" fmla="*/ 27 h 72"/>
                  <a:gd name="T36" fmla="*/ 126 w 154"/>
                  <a:gd name="T37" fmla="*/ 24 h 72"/>
                  <a:gd name="T38" fmla="*/ 114 w 154"/>
                  <a:gd name="T39" fmla="*/ 18 h 72"/>
                  <a:gd name="T40" fmla="*/ 101 w 154"/>
                  <a:gd name="T41" fmla="*/ 12 h 72"/>
                  <a:gd name="T42" fmla="*/ 86 w 154"/>
                  <a:gd name="T43" fmla="*/ 12 h 72"/>
                  <a:gd name="T44" fmla="*/ 78 w 154"/>
                  <a:gd name="T45" fmla="*/ 12 h 72"/>
                  <a:gd name="T46" fmla="*/ 66 w 154"/>
                  <a:gd name="T47" fmla="*/ 15 h 72"/>
                  <a:gd name="T48" fmla="*/ 56 w 154"/>
                  <a:gd name="T49" fmla="*/ 21 h 72"/>
                  <a:gd name="T50" fmla="*/ 51 w 154"/>
                  <a:gd name="T51" fmla="*/ 33 h 72"/>
                  <a:gd name="T52" fmla="*/ 41 w 154"/>
                  <a:gd name="T53" fmla="*/ 51 h 72"/>
                  <a:gd name="T54" fmla="*/ 33 w 154"/>
                  <a:gd name="T55" fmla="*/ 65 h 72"/>
                  <a:gd name="T56" fmla="*/ 26 w 154"/>
                  <a:gd name="T57" fmla="*/ 71 h 72"/>
                  <a:gd name="T58" fmla="*/ 18 w 154"/>
                  <a:gd name="T59" fmla="*/ 71 h 72"/>
                  <a:gd name="T60" fmla="*/ 8 w 154"/>
                  <a:gd name="T61" fmla="*/ 68 h 72"/>
                  <a:gd name="T62" fmla="*/ 0 w 154"/>
                  <a:gd name="T63" fmla="*/ 41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4" h="72">
                    <a:moveTo>
                      <a:pt x="0" y="41"/>
                    </a:moveTo>
                    <a:lnTo>
                      <a:pt x="3" y="44"/>
                    </a:lnTo>
                    <a:lnTo>
                      <a:pt x="8" y="48"/>
                    </a:lnTo>
                    <a:lnTo>
                      <a:pt x="15" y="48"/>
                    </a:lnTo>
                    <a:lnTo>
                      <a:pt x="21" y="48"/>
                    </a:lnTo>
                    <a:lnTo>
                      <a:pt x="26" y="48"/>
                    </a:lnTo>
                    <a:lnTo>
                      <a:pt x="30" y="44"/>
                    </a:lnTo>
                    <a:lnTo>
                      <a:pt x="33" y="41"/>
                    </a:lnTo>
                    <a:lnTo>
                      <a:pt x="36" y="41"/>
                    </a:lnTo>
                    <a:lnTo>
                      <a:pt x="41" y="36"/>
                    </a:lnTo>
                    <a:lnTo>
                      <a:pt x="45" y="30"/>
                    </a:lnTo>
                    <a:lnTo>
                      <a:pt x="48" y="24"/>
                    </a:lnTo>
                    <a:lnTo>
                      <a:pt x="51" y="18"/>
                    </a:lnTo>
                    <a:lnTo>
                      <a:pt x="56" y="12"/>
                    </a:lnTo>
                    <a:lnTo>
                      <a:pt x="63" y="6"/>
                    </a:lnTo>
                    <a:lnTo>
                      <a:pt x="69" y="4"/>
                    </a:lnTo>
                    <a:lnTo>
                      <a:pt x="75" y="0"/>
                    </a:lnTo>
                    <a:lnTo>
                      <a:pt x="84" y="0"/>
                    </a:lnTo>
                    <a:lnTo>
                      <a:pt x="90" y="0"/>
                    </a:lnTo>
                    <a:lnTo>
                      <a:pt x="93" y="4"/>
                    </a:lnTo>
                    <a:lnTo>
                      <a:pt x="99" y="6"/>
                    </a:lnTo>
                    <a:lnTo>
                      <a:pt x="105" y="9"/>
                    </a:lnTo>
                    <a:lnTo>
                      <a:pt x="108" y="12"/>
                    </a:lnTo>
                    <a:lnTo>
                      <a:pt x="116" y="15"/>
                    </a:lnTo>
                    <a:lnTo>
                      <a:pt x="123" y="18"/>
                    </a:lnTo>
                    <a:lnTo>
                      <a:pt x="126" y="18"/>
                    </a:lnTo>
                    <a:lnTo>
                      <a:pt x="131" y="21"/>
                    </a:lnTo>
                    <a:lnTo>
                      <a:pt x="138" y="18"/>
                    </a:lnTo>
                    <a:lnTo>
                      <a:pt x="144" y="18"/>
                    </a:lnTo>
                    <a:lnTo>
                      <a:pt x="150" y="15"/>
                    </a:lnTo>
                    <a:lnTo>
                      <a:pt x="153" y="12"/>
                    </a:lnTo>
                    <a:lnTo>
                      <a:pt x="153" y="18"/>
                    </a:lnTo>
                    <a:lnTo>
                      <a:pt x="150" y="21"/>
                    </a:lnTo>
                    <a:lnTo>
                      <a:pt x="144" y="24"/>
                    </a:lnTo>
                    <a:lnTo>
                      <a:pt x="141" y="27"/>
                    </a:lnTo>
                    <a:lnTo>
                      <a:pt x="135" y="27"/>
                    </a:lnTo>
                    <a:lnTo>
                      <a:pt x="131" y="27"/>
                    </a:lnTo>
                    <a:lnTo>
                      <a:pt x="126" y="24"/>
                    </a:lnTo>
                    <a:lnTo>
                      <a:pt x="120" y="24"/>
                    </a:lnTo>
                    <a:lnTo>
                      <a:pt x="114" y="18"/>
                    </a:lnTo>
                    <a:lnTo>
                      <a:pt x="105" y="15"/>
                    </a:lnTo>
                    <a:lnTo>
                      <a:pt x="101" y="12"/>
                    </a:lnTo>
                    <a:lnTo>
                      <a:pt x="96" y="12"/>
                    </a:lnTo>
                    <a:lnTo>
                      <a:pt x="86" y="12"/>
                    </a:lnTo>
                    <a:lnTo>
                      <a:pt x="81" y="12"/>
                    </a:lnTo>
                    <a:lnTo>
                      <a:pt x="78" y="12"/>
                    </a:lnTo>
                    <a:lnTo>
                      <a:pt x="71" y="12"/>
                    </a:lnTo>
                    <a:lnTo>
                      <a:pt x="66" y="15"/>
                    </a:lnTo>
                    <a:lnTo>
                      <a:pt x="63" y="18"/>
                    </a:lnTo>
                    <a:lnTo>
                      <a:pt x="56" y="21"/>
                    </a:lnTo>
                    <a:lnTo>
                      <a:pt x="54" y="24"/>
                    </a:lnTo>
                    <a:lnTo>
                      <a:pt x="51" y="33"/>
                    </a:lnTo>
                    <a:lnTo>
                      <a:pt x="45" y="39"/>
                    </a:lnTo>
                    <a:lnTo>
                      <a:pt x="41" y="51"/>
                    </a:lnTo>
                    <a:lnTo>
                      <a:pt x="36" y="59"/>
                    </a:lnTo>
                    <a:lnTo>
                      <a:pt x="33" y="65"/>
                    </a:lnTo>
                    <a:lnTo>
                      <a:pt x="30" y="68"/>
                    </a:lnTo>
                    <a:lnTo>
                      <a:pt x="26" y="71"/>
                    </a:lnTo>
                    <a:lnTo>
                      <a:pt x="21" y="71"/>
                    </a:lnTo>
                    <a:lnTo>
                      <a:pt x="18" y="71"/>
                    </a:lnTo>
                    <a:lnTo>
                      <a:pt x="15" y="71"/>
                    </a:lnTo>
                    <a:lnTo>
                      <a:pt x="8" y="68"/>
                    </a:lnTo>
                    <a:lnTo>
                      <a:pt x="6" y="65"/>
                    </a:lnTo>
                    <a:lnTo>
                      <a:pt x="0" y="41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7"/>
              <p:cNvSpPr>
                <a:spLocks/>
              </p:cNvSpPr>
              <p:nvPr/>
            </p:nvSpPr>
            <p:spPr bwMode="ltGray">
              <a:xfrm>
                <a:off x="4436" y="4096"/>
                <a:ext cx="57" cy="66"/>
              </a:xfrm>
              <a:custGeom>
                <a:avLst/>
                <a:gdLst>
                  <a:gd name="T0" fmla="*/ 31 w 57"/>
                  <a:gd name="T1" fmla="*/ 0 h 66"/>
                  <a:gd name="T2" fmla="*/ 0 w 57"/>
                  <a:gd name="T3" fmla="*/ 17 h 66"/>
                  <a:gd name="T4" fmla="*/ 17 w 57"/>
                  <a:gd name="T5" fmla="*/ 65 h 66"/>
                  <a:gd name="T6" fmla="*/ 56 w 57"/>
                  <a:gd name="T7" fmla="*/ 41 h 66"/>
                  <a:gd name="T8" fmla="*/ 31 w 57"/>
                  <a:gd name="T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66">
                    <a:moveTo>
                      <a:pt x="31" y="0"/>
                    </a:moveTo>
                    <a:lnTo>
                      <a:pt x="0" y="17"/>
                    </a:lnTo>
                    <a:lnTo>
                      <a:pt x="17" y="65"/>
                    </a:lnTo>
                    <a:lnTo>
                      <a:pt x="56" y="41"/>
                    </a:lnTo>
                    <a:lnTo>
                      <a:pt x="31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38"/>
              <p:cNvSpPr>
                <a:spLocks/>
              </p:cNvSpPr>
              <p:nvPr/>
            </p:nvSpPr>
            <p:spPr bwMode="ltGray">
              <a:xfrm>
                <a:off x="107" y="2501"/>
                <a:ext cx="55" cy="65"/>
              </a:xfrm>
              <a:custGeom>
                <a:avLst/>
                <a:gdLst>
                  <a:gd name="T0" fmla="*/ 30 w 55"/>
                  <a:gd name="T1" fmla="*/ 0 h 65"/>
                  <a:gd name="T2" fmla="*/ 0 w 55"/>
                  <a:gd name="T3" fmla="*/ 17 h 65"/>
                  <a:gd name="T4" fmla="*/ 16 w 55"/>
                  <a:gd name="T5" fmla="*/ 64 h 65"/>
                  <a:gd name="T6" fmla="*/ 54 w 55"/>
                  <a:gd name="T7" fmla="*/ 40 h 65"/>
                  <a:gd name="T8" fmla="*/ 30 w 55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65">
                    <a:moveTo>
                      <a:pt x="30" y="0"/>
                    </a:moveTo>
                    <a:lnTo>
                      <a:pt x="0" y="17"/>
                    </a:lnTo>
                    <a:lnTo>
                      <a:pt x="16" y="64"/>
                    </a:lnTo>
                    <a:lnTo>
                      <a:pt x="54" y="40"/>
                    </a:lnTo>
                    <a:lnTo>
                      <a:pt x="3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39"/>
              <p:cNvSpPr>
                <a:spLocks/>
              </p:cNvSpPr>
              <p:nvPr/>
            </p:nvSpPr>
            <p:spPr bwMode="ltGray">
              <a:xfrm>
                <a:off x="5139" y="1106"/>
                <a:ext cx="56" cy="65"/>
              </a:xfrm>
              <a:custGeom>
                <a:avLst/>
                <a:gdLst>
                  <a:gd name="T0" fmla="*/ 30 w 56"/>
                  <a:gd name="T1" fmla="*/ 0 h 65"/>
                  <a:gd name="T2" fmla="*/ 0 w 56"/>
                  <a:gd name="T3" fmla="*/ 17 h 65"/>
                  <a:gd name="T4" fmla="*/ 16 w 56"/>
                  <a:gd name="T5" fmla="*/ 64 h 65"/>
                  <a:gd name="T6" fmla="*/ 55 w 56"/>
                  <a:gd name="T7" fmla="*/ 41 h 65"/>
                  <a:gd name="T8" fmla="*/ 30 w 56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65">
                    <a:moveTo>
                      <a:pt x="30" y="0"/>
                    </a:moveTo>
                    <a:lnTo>
                      <a:pt x="0" y="17"/>
                    </a:lnTo>
                    <a:lnTo>
                      <a:pt x="16" y="64"/>
                    </a:lnTo>
                    <a:lnTo>
                      <a:pt x="55" y="41"/>
                    </a:lnTo>
                    <a:lnTo>
                      <a:pt x="3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 40"/>
              <p:cNvSpPr>
                <a:spLocks/>
              </p:cNvSpPr>
              <p:nvPr/>
            </p:nvSpPr>
            <p:spPr bwMode="ltGray">
              <a:xfrm>
                <a:off x="4703" y="54"/>
                <a:ext cx="60" cy="81"/>
              </a:xfrm>
              <a:custGeom>
                <a:avLst/>
                <a:gdLst>
                  <a:gd name="T0" fmla="*/ 59 w 60"/>
                  <a:gd name="T1" fmla="*/ 0 h 81"/>
                  <a:gd name="T2" fmla="*/ 0 w 60"/>
                  <a:gd name="T3" fmla="*/ 30 h 81"/>
                  <a:gd name="T4" fmla="*/ 45 w 60"/>
                  <a:gd name="T5" fmla="*/ 80 h 81"/>
                  <a:gd name="T6" fmla="*/ 59 w 60"/>
                  <a:gd name="T7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" h="81">
                    <a:moveTo>
                      <a:pt x="59" y="0"/>
                    </a:moveTo>
                    <a:lnTo>
                      <a:pt x="0" y="30"/>
                    </a:lnTo>
                    <a:lnTo>
                      <a:pt x="45" y="80"/>
                    </a:lnTo>
                    <a:lnTo>
                      <a:pt x="59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 41"/>
              <p:cNvSpPr>
                <a:spLocks/>
              </p:cNvSpPr>
              <p:nvPr/>
            </p:nvSpPr>
            <p:spPr bwMode="ltGray">
              <a:xfrm>
                <a:off x="5601" y="3074"/>
                <a:ext cx="60" cy="80"/>
              </a:xfrm>
              <a:custGeom>
                <a:avLst/>
                <a:gdLst>
                  <a:gd name="T0" fmla="*/ 59 w 60"/>
                  <a:gd name="T1" fmla="*/ 0 h 80"/>
                  <a:gd name="T2" fmla="*/ 0 w 60"/>
                  <a:gd name="T3" fmla="*/ 30 h 80"/>
                  <a:gd name="T4" fmla="*/ 42 w 60"/>
                  <a:gd name="T5" fmla="*/ 79 h 80"/>
                  <a:gd name="T6" fmla="*/ 59 w 60"/>
                  <a:gd name="T7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" h="80">
                    <a:moveTo>
                      <a:pt x="59" y="0"/>
                    </a:moveTo>
                    <a:lnTo>
                      <a:pt x="0" y="30"/>
                    </a:lnTo>
                    <a:lnTo>
                      <a:pt x="42" y="79"/>
                    </a:lnTo>
                    <a:lnTo>
                      <a:pt x="59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42"/>
              <p:cNvSpPr>
                <a:spLocks/>
              </p:cNvSpPr>
              <p:nvPr/>
            </p:nvSpPr>
            <p:spPr bwMode="ltGray">
              <a:xfrm>
                <a:off x="2788" y="4005"/>
                <a:ext cx="59" cy="83"/>
              </a:xfrm>
              <a:custGeom>
                <a:avLst/>
                <a:gdLst>
                  <a:gd name="T0" fmla="*/ 58 w 59"/>
                  <a:gd name="T1" fmla="*/ 0 h 83"/>
                  <a:gd name="T2" fmla="*/ 0 w 59"/>
                  <a:gd name="T3" fmla="*/ 31 h 83"/>
                  <a:gd name="T4" fmla="*/ 42 w 59"/>
                  <a:gd name="T5" fmla="*/ 82 h 83"/>
                  <a:gd name="T6" fmla="*/ 58 w 59"/>
                  <a:gd name="T7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83">
                    <a:moveTo>
                      <a:pt x="58" y="0"/>
                    </a:moveTo>
                    <a:lnTo>
                      <a:pt x="0" y="31"/>
                    </a:lnTo>
                    <a:lnTo>
                      <a:pt x="42" y="82"/>
                    </a:lnTo>
                    <a:lnTo>
                      <a:pt x="58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43"/>
              <p:cNvSpPr>
                <a:spLocks/>
              </p:cNvSpPr>
              <p:nvPr/>
            </p:nvSpPr>
            <p:spPr bwMode="ltGray">
              <a:xfrm>
                <a:off x="256" y="3041"/>
                <a:ext cx="61" cy="83"/>
              </a:xfrm>
              <a:custGeom>
                <a:avLst/>
                <a:gdLst>
                  <a:gd name="T0" fmla="*/ 60 w 61"/>
                  <a:gd name="T1" fmla="*/ 0 h 83"/>
                  <a:gd name="T2" fmla="*/ 0 w 61"/>
                  <a:gd name="T3" fmla="*/ 31 h 83"/>
                  <a:gd name="T4" fmla="*/ 46 w 61"/>
                  <a:gd name="T5" fmla="*/ 82 h 83"/>
                  <a:gd name="T6" fmla="*/ 60 w 61"/>
                  <a:gd name="T7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1" h="83">
                    <a:moveTo>
                      <a:pt x="60" y="0"/>
                    </a:moveTo>
                    <a:lnTo>
                      <a:pt x="0" y="31"/>
                    </a:lnTo>
                    <a:lnTo>
                      <a:pt x="46" y="82"/>
                    </a:lnTo>
                    <a:lnTo>
                      <a:pt x="6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44"/>
              <p:cNvSpPr>
                <a:spLocks/>
              </p:cNvSpPr>
              <p:nvPr/>
            </p:nvSpPr>
            <p:spPr bwMode="ltGray">
              <a:xfrm>
                <a:off x="4707" y="4074"/>
                <a:ext cx="59" cy="78"/>
              </a:xfrm>
              <a:custGeom>
                <a:avLst/>
                <a:gdLst>
                  <a:gd name="T0" fmla="*/ 58 w 59"/>
                  <a:gd name="T1" fmla="*/ 0 h 78"/>
                  <a:gd name="T2" fmla="*/ 0 w 59"/>
                  <a:gd name="T3" fmla="*/ 30 h 78"/>
                  <a:gd name="T4" fmla="*/ 42 w 59"/>
                  <a:gd name="T5" fmla="*/ 77 h 78"/>
                  <a:gd name="T6" fmla="*/ 58 w 59"/>
                  <a:gd name="T7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78">
                    <a:moveTo>
                      <a:pt x="58" y="0"/>
                    </a:moveTo>
                    <a:lnTo>
                      <a:pt x="0" y="30"/>
                    </a:lnTo>
                    <a:lnTo>
                      <a:pt x="42" y="77"/>
                    </a:lnTo>
                    <a:lnTo>
                      <a:pt x="58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45"/>
              <p:cNvSpPr>
                <a:spLocks/>
              </p:cNvSpPr>
              <p:nvPr/>
            </p:nvSpPr>
            <p:spPr bwMode="ltGray">
              <a:xfrm>
                <a:off x="234" y="3987"/>
                <a:ext cx="61" cy="81"/>
              </a:xfrm>
              <a:custGeom>
                <a:avLst/>
                <a:gdLst>
                  <a:gd name="T0" fmla="*/ 0 w 61"/>
                  <a:gd name="T1" fmla="*/ 0 h 81"/>
                  <a:gd name="T2" fmla="*/ 60 w 61"/>
                  <a:gd name="T3" fmla="*/ 31 h 81"/>
                  <a:gd name="T4" fmla="*/ 18 w 61"/>
                  <a:gd name="T5" fmla="*/ 80 h 81"/>
                  <a:gd name="T6" fmla="*/ 0 w 61"/>
                  <a:gd name="T7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1" h="81">
                    <a:moveTo>
                      <a:pt x="0" y="0"/>
                    </a:moveTo>
                    <a:lnTo>
                      <a:pt x="60" y="31"/>
                    </a:lnTo>
                    <a:lnTo>
                      <a:pt x="18" y="8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reeform 46"/>
              <p:cNvSpPr>
                <a:spLocks/>
              </p:cNvSpPr>
              <p:nvPr/>
            </p:nvSpPr>
            <p:spPr bwMode="ltGray">
              <a:xfrm>
                <a:off x="2285" y="99"/>
                <a:ext cx="61" cy="82"/>
              </a:xfrm>
              <a:custGeom>
                <a:avLst/>
                <a:gdLst>
                  <a:gd name="T0" fmla="*/ 0 w 61"/>
                  <a:gd name="T1" fmla="*/ 0 h 82"/>
                  <a:gd name="T2" fmla="*/ 60 w 61"/>
                  <a:gd name="T3" fmla="*/ 31 h 82"/>
                  <a:gd name="T4" fmla="*/ 18 w 61"/>
                  <a:gd name="T5" fmla="*/ 81 h 82"/>
                  <a:gd name="T6" fmla="*/ 0 w 61"/>
                  <a:gd name="T7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1" h="82">
                    <a:moveTo>
                      <a:pt x="0" y="0"/>
                    </a:moveTo>
                    <a:lnTo>
                      <a:pt x="60" y="31"/>
                    </a:lnTo>
                    <a:lnTo>
                      <a:pt x="18" y="81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Rectangle 47"/>
              <p:cNvSpPr>
                <a:spLocks noChangeArrowheads="1"/>
              </p:cNvSpPr>
              <p:nvPr/>
            </p:nvSpPr>
            <p:spPr bwMode="ltGray">
              <a:xfrm>
                <a:off x="1629" y="103"/>
                <a:ext cx="53" cy="56"/>
              </a:xfrm>
              <a:prstGeom prst="rect">
                <a:avLst/>
              </a:pr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Rectangle 48"/>
              <p:cNvSpPr>
                <a:spLocks noChangeArrowheads="1"/>
              </p:cNvSpPr>
              <p:nvPr/>
            </p:nvSpPr>
            <p:spPr bwMode="ltGray">
              <a:xfrm>
                <a:off x="5563" y="129"/>
                <a:ext cx="52" cy="56"/>
              </a:xfrm>
              <a:prstGeom prst="rect">
                <a:avLst/>
              </a:pr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" name="Rectangle 49"/>
              <p:cNvSpPr>
                <a:spLocks noChangeArrowheads="1"/>
              </p:cNvSpPr>
              <p:nvPr/>
            </p:nvSpPr>
            <p:spPr bwMode="ltGray">
              <a:xfrm>
                <a:off x="5039" y="4013"/>
                <a:ext cx="53" cy="57"/>
              </a:xfrm>
              <a:prstGeom prst="rect">
                <a:avLst/>
              </a:pr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" name="Rectangle 50"/>
              <p:cNvSpPr>
                <a:spLocks noChangeArrowheads="1"/>
              </p:cNvSpPr>
              <p:nvPr/>
            </p:nvSpPr>
            <p:spPr bwMode="ltGray">
              <a:xfrm>
                <a:off x="5651" y="782"/>
                <a:ext cx="41" cy="43"/>
              </a:xfrm>
              <a:prstGeom prst="rect">
                <a:avLst/>
              </a:pr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" name="Rectangle 51"/>
              <p:cNvSpPr>
                <a:spLocks noChangeArrowheads="1"/>
              </p:cNvSpPr>
              <p:nvPr/>
            </p:nvSpPr>
            <p:spPr bwMode="ltGray">
              <a:xfrm>
                <a:off x="648" y="202"/>
                <a:ext cx="52" cy="54"/>
              </a:xfrm>
              <a:prstGeom prst="rect">
                <a:avLst/>
              </a:pr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6" name="Freeform 52"/>
              <p:cNvSpPr>
                <a:spLocks/>
              </p:cNvSpPr>
              <p:nvPr/>
            </p:nvSpPr>
            <p:spPr bwMode="ltGray">
              <a:xfrm>
                <a:off x="177" y="1414"/>
                <a:ext cx="229" cy="116"/>
              </a:xfrm>
              <a:custGeom>
                <a:avLst/>
                <a:gdLst>
                  <a:gd name="T0" fmla="*/ 228 w 229"/>
                  <a:gd name="T1" fmla="*/ 4 h 116"/>
                  <a:gd name="T2" fmla="*/ 222 w 229"/>
                  <a:gd name="T3" fmla="*/ 0 h 116"/>
                  <a:gd name="T4" fmla="*/ 210 w 229"/>
                  <a:gd name="T5" fmla="*/ 0 h 116"/>
                  <a:gd name="T6" fmla="*/ 200 w 229"/>
                  <a:gd name="T7" fmla="*/ 0 h 116"/>
                  <a:gd name="T8" fmla="*/ 192 w 229"/>
                  <a:gd name="T9" fmla="*/ 0 h 116"/>
                  <a:gd name="T10" fmla="*/ 180 w 229"/>
                  <a:gd name="T11" fmla="*/ 4 h 116"/>
                  <a:gd name="T12" fmla="*/ 170 w 229"/>
                  <a:gd name="T13" fmla="*/ 10 h 116"/>
                  <a:gd name="T14" fmla="*/ 164 w 229"/>
                  <a:gd name="T15" fmla="*/ 13 h 116"/>
                  <a:gd name="T16" fmla="*/ 159 w 229"/>
                  <a:gd name="T17" fmla="*/ 22 h 116"/>
                  <a:gd name="T18" fmla="*/ 152 w 229"/>
                  <a:gd name="T19" fmla="*/ 31 h 116"/>
                  <a:gd name="T20" fmla="*/ 149 w 229"/>
                  <a:gd name="T21" fmla="*/ 38 h 116"/>
                  <a:gd name="T22" fmla="*/ 146 w 229"/>
                  <a:gd name="T23" fmla="*/ 43 h 116"/>
                  <a:gd name="T24" fmla="*/ 134 w 229"/>
                  <a:gd name="T25" fmla="*/ 59 h 116"/>
                  <a:gd name="T26" fmla="*/ 122 w 229"/>
                  <a:gd name="T27" fmla="*/ 72 h 116"/>
                  <a:gd name="T28" fmla="*/ 113 w 229"/>
                  <a:gd name="T29" fmla="*/ 77 h 116"/>
                  <a:gd name="T30" fmla="*/ 98 w 229"/>
                  <a:gd name="T31" fmla="*/ 84 h 116"/>
                  <a:gd name="T32" fmla="*/ 86 w 229"/>
                  <a:gd name="T33" fmla="*/ 90 h 116"/>
                  <a:gd name="T34" fmla="*/ 73 w 229"/>
                  <a:gd name="T35" fmla="*/ 93 h 116"/>
                  <a:gd name="T36" fmla="*/ 64 w 229"/>
                  <a:gd name="T37" fmla="*/ 93 h 116"/>
                  <a:gd name="T38" fmla="*/ 52 w 229"/>
                  <a:gd name="T39" fmla="*/ 93 h 116"/>
                  <a:gd name="T40" fmla="*/ 37 w 229"/>
                  <a:gd name="T41" fmla="*/ 90 h 116"/>
                  <a:gd name="T42" fmla="*/ 25 w 229"/>
                  <a:gd name="T43" fmla="*/ 84 h 116"/>
                  <a:gd name="T44" fmla="*/ 15 w 229"/>
                  <a:gd name="T45" fmla="*/ 74 h 116"/>
                  <a:gd name="T46" fmla="*/ 10 w 229"/>
                  <a:gd name="T47" fmla="*/ 69 h 116"/>
                  <a:gd name="T48" fmla="*/ 0 w 229"/>
                  <a:gd name="T49" fmla="*/ 100 h 116"/>
                  <a:gd name="T50" fmla="*/ 7 w 229"/>
                  <a:gd name="T51" fmla="*/ 105 h 116"/>
                  <a:gd name="T52" fmla="*/ 22 w 229"/>
                  <a:gd name="T53" fmla="*/ 112 h 116"/>
                  <a:gd name="T54" fmla="*/ 33 w 229"/>
                  <a:gd name="T55" fmla="*/ 112 h 116"/>
                  <a:gd name="T56" fmla="*/ 48 w 229"/>
                  <a:gd name="T57" fmla="*/ 115 h 116"/>
                  <a:gd name="T58" fmla="*/ 61 w 229"/>
                  <a:gd name="T59" fmla="*/ 115 h 116"/>
                  <a:gd name="T60" fmla="*/ 73 w 229"/>
                  <a:gd name="T61" fmla="*/ 112 h 116"/>
                  <a:gd name="T62" fmla="*/ 88 w 229"/>
                  <a:gd name="T63" fmla="*/ 105 h 116"/>
                  <a:gd name="T64" fmla="*/ 98 w 229"/>
                  <a:gd name="T65" fmla="*/ 100 h 116"/>
                  <a:gd name="T66" fmla="*/ 104 w 229"/>
                  <a:gd name="T67" fmla="*/ 97 h 116"/>
                  <a:gd name="T68" fmla="*/ 119 w 229"/>
                  <a:gd name="T69" fmla="*/ 84 h 116"/>
                  <a:gd name="T70" fmla="*/ 131 w 229"/>
                  <a:gd name="T71" fmla="*/ 72 h 116"/>
                  <a:gd name="T72" fmla="*/ 140 w 229"/>
                  <a:gd name="T73" fmla="*/ 56 h 116"/>
                  <a:gd name="T74" fmla="*/ 149 w 229"/>
                  <a:gd name="T75" fmla="*/ 43 h 116"/>
                  <a:gd name="T76" fmla="*/ 159 w 229"/>
                  <a:gd name="T77" fmla="*/ 41 h 116"/>
                  <a:gd name="T78" fmla="*/ 167 w 229"/>
                  <a:gd name="T79" fmla="*/ 31 h 116"/>
                  <a:gd name="T80" fmla="*/ 177 w 229"/>
                  <a:gd name="T81" fmla="*/ 28 h 116"/>
                  <a:gd name="T82" fmla="*/ 185 w 229"/>
                  <a:gd name="T83" fmla="*/ 25 h 116"/>
                  <a:gd name="T84" fmla="*/ 198 w 229"/>
                  <a:gd name="T85" fmla="*/ 25 h 116"/>
                  <a:gd name="T86" fmla="*/ 204 w 229"/>
                  <a:gd name="T87" fmla="*/ 25 h 116"/>
                  <a:gd name="T88" fmla="*/ 210 w 229"/>
                  <a:gd name="T89" fmla="*/ 28 h 116"/>
                  <a:gd name="T90" fmla="*/ 222 w 229"/>
                  <a:gd name="T91" fmla="*/ 35 h 116"/>
                  <a:gd name="T92" fmla="*/ 228 w 229"/>
                  <a:gd name="T93" fmla="*/ 4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29" h="116">
                    <a:moveTo>
                      <a:pt x="228" y="4"/>
                    </a:moveTo>
                    <a:lnTo>
                      <a:pt x="222" y="0"/>
                    </a:lnTo>
                    <a:lnTo>
                      <a:pt x="210" y="0"/>
                    </a:lnTo>
                    <a:lnTo>
                      <a:pt x="200" y="0"/>
                    </a:lnTo>
                    <a:lnTo>
                      <a:pt x="192" y="0"/>
                    </a:lnTo>
                    <a:lnTo>
                      <a:pt x="180" y="4"/>
                    </a:lnTo>
                    <a:lnTo>
                      <a:pt x="170" y="10"/>
                    </a:lnTo>
                    <a:lnTo>
                      <a:pt x="164" y="13"/>
                    </a:lnTo>
                    <a:lnTo>
                      <a:pt x="159" y="22"/>
                    </a:lnTo>
                    <a:lnTo>
                      <a:pt x="152" y="31"/>
                    </a:lnTo>
                    <a:lnTo>
                      <a:pt x="149" y="38"/>
                    </a:lnTo>
                    <a:lnTo>
                      <a:pt x="146" y="43"/>
                    </a:lnTo>
                    <a:lnTo>
                      <a:pt x="134" y="59"/>
                    </a:lnTo>
                    <a:lnTo>
                      <a:pt x="122" y="72"/>
                    </a:lnTo>
                    <a:lnTo>
                      <a:pt x="113" y="77"/>
                    </a:lnTo>
                    <a:lnTo>
                      <a:pt x="98" y="84"/>
                    </a:lnTo>
                    <a:lnTo>
                      <a:pt x="86" y="90"/>
                    </a:lnTo>
                    <a:lnTo>
                      <a:pt x="73" y="93"/>
                    </a:lnTo>
                    <a:lnTo>
                      <a:pt x="64" y="93"/>
                    </a:lnTo>
                    <a:lnTo>
                      <a:pt x="52" y="93"/>
                    </a:lnTo>
                    <a:lnTo>
                      <a:pt x="37" y="90"/>
                    </a:lnTo>
                    <a:lnTo>
                      <a:pt x="25" y="84"/>
                    </a:lnTo>
                    <a:lnTo>
                      <a:pt x="15" y="74"/>
                    </a:lnTo>
                    <a:lnTo>
                      <a:pt x="10" y="69"/>
                    </a:lnTo>
                    <a:lnTo>
                      <a:pt x="0" y="100"/>
                    </a:lnTo>
                    <a:lnTo>
                      <a:pt x="7" y="105"/>
                    </a:lnTo>
                    <a:lnTo>
                      <a:pt x="22" y="112"/>
                    </a:lnTo>
                    <a:lnTo>
                      <a:pt x="33" y="112"/>
                    </a:lnTo>
                    <a:lnTo>
                      <a:pt x="48" y="115"/>
                    </a:lnTo>
                    <a:lnTo>
                      <a:pt x="61" y="115"/>
                    </a:lnTo>
                    <a:lnTo>
                      <a:pt x="73" y="112"/>
                    </a:lnTo>
                    <a:lnTo>
                      <a:pt x="88" y="105"/>
                    </a:lnTo>
                    <a:lnTo>
                      <a:pt x="98" y="100"/>
                    </a:lnTo>
                    <a:lnTo>
                      <a:pt x="104" y="97"/>
                    </a:lnTo>
                    <a:lnTo>
                      <a:pt x="119" y="84"/>
                    </a:lnTo>
                    <a:lnTo>
                      <a:pt x="131" y="72"/>
                    </a:lnTo>
                    <a:lnTo>
                      <a:pt x="140" y="56"/>
                    </a:lnTo>
                    <a:lnTo>
                      <a:pt x="149" y="43"/>
                    </a:lnTo>
                    <a:lnTo>
                      <a:pt x="159" y="41"/>
                    </a:lnTo>
                    <a:lnTo>
                      <a:pt x="167" y="31"/>
                    </a:lnTo>
                    <a:lnTo>
                      <a:pt x="177" y="28"/>
                    </a:lnTo>
                    <a:lnTo>
                      <a:pt x="185" y="25"/>
                    </a:lnTo>
                    <a:lnTo>
                      <a:pt x="198" y="25"/>
                    </a:lnTo>
                    <a:lnTo>
                      <a:pt x="204" y="25"/>
                    </a:lnTo>
                    <a:lnTo>
                      <a:pt x="210" y="28"/>
                    </a:lnTo>
                    <a:lnTo>
                      <a:pt x="222" y="35"/>
                    </a:lnTo>
                    <a:lnTo>
                      <a:pt x="228" y="4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53"/>
              <p:cNvSpPr>
                <a:spLocks/>
              </p:cNvSpPr>
              <p:nvPr/>
            </p:nvSpPr>
            <p:spPr bwMode="ltGray">
              <a:xfrm>
                <a:off x="2288" y="4156"/>
                <a:ext cx="231" cy="115"/>
              </a:xfrm>
              <a:custGeom>
                <a:avLst/>
                <a:gdLst>
                  <a:gd name="T0" fmla="*/ 0 w 231"/>
                  <a:gd name="T1" fmla="*/ 111 h 115"/>
                  <a:gd name="T2" fmla="*/ 6 w 231"/>
                  <a:gd name="T3" fmla="*/ 114 h 115"/>
                  <a:gd name="T4" fmla="*/ 18 w 231"/>
                  <a:gd name="T5" fmla="*/ 114 h 115"/>
                  <a:gd name="T6" fmla="*/ 27 w 231"/>
                  <a:gd name="T7" fmla="*/ 114 h 115"/>
                  <a:gd name="T8" fmla="*/ 39 w 231"/>
                  <a:gd name="T9" fmla="*/ 111 h 115"/>
                  <a:gd name="T10" fmla="*/ 48 w 231"/>
                  <a:gd name="T11" fmla="*/ 108 h 115"/>
                  <a:gd name="T12" fmla="*/ 58 w 231"/>
                  <a:gd name="T13" fmla="*/ 104 h 115"/>
                  <a:gd name="T14" fmla="*/ 63 w 231"/>
                  <a:gd name="T15" fmla="*/ 101 h 115"/>
                  <a:gd name="T16" fmla="*/ 73 w 231"/>
                  <a:gd name="T17" fmla="*/ 93 h 115"/>
                  <a:gd name="T18" fmla="*/ 76 w 231"/>
                  <a:gd name="T19" fmla="*/ 83 h 115"/>
                  <a:gd name="T20" fmla="*/ 81 w 231"/>
                  <a:gd name="T21" fmla="*/ 77 h 115"/>
                  <a:gd name="T22" fmla="*/ 84 w 231"/>
                  <a:gd name="T23" fmla="*/ 71 h 115"/>
                  <a:gd name="T24" fmla="*/ 94 w 231"/>
                  <a:gd name="T25" fmla="*/ 55 h 115"/>
                  <a:gd name="T26" fmla="*/ 109 w 231"/>
                  <a:gd name="T27" fmla="*/ 40 h 115"/>
                  <a:gd name="T28" fmla="*/ 115 w 231"/>
                  <a:gd name="T29" fmla="*/ 37 h 115"/>
                  <a:gd name="T30" fmla="*/ 130 w 231"/>
                  <a:gd name="T31" fmla="*/ 31 h 115"/>
                  <a:gd name="T32" fmla="*/ 142 w 231"/>
                  <a:gd name="T33" fmla="*/ 24 h 115"/>
                  <a:gd name="T34" fmla="*/ 154 w 231"/>
                  <a:gd name="T35" fmla="*/ 21 h 115"/>
                  <a:gd name="T36" fmla="*/ 164 w 231"/>
                  <a:gd name="T37" fmla="*/ 18 h 115"/>
                  <a:gd name="T38" fmla="*/ 175 w 231"/>
                  <a:gd name="T39" fmla="*/ 21 h 115"/>
                  <a:gd name="T40" fmla="*/ 190 w 231"/>
                  <a:gd name="T41" fmla="*/ 24 h 115"/>
                  <a:gd name="T42" fmla="*/ 205 w 231"/>
                  <a:gd name="T43" fmla="*/ 31 h 115"/>
                  <a:gd name="T44" fmla="*/ 215 w 231"/>
                  <a:gd name="T45" fmla="*/ 37 h 115"/>
                  <a:gd name="T46" fmla="*/ 218 w 231"/>
                  <a:gd name="T47" fmla="*/ 43 h 115"/>
                  <a:gd name="T48" fmla="*/ 230 w 231"/>
                  <a:gd name="T49" fmla="*/ 12 h 115"/>
                  <a:gd name="T50" fmla="*/ 221 w 231"/>
                  <a:gd name="T51" fmla="*/ 9 h 115"/>
                  <a:gd name="T52" fmla="*/ 209 w 231"/>
                  <a:gd name="T53" fmla="*/ 3 h 115"/>
                  <a:gd name="T54" fmla="*/ 194 w 231"/>
                  <a:gd name="T55" fmla="*/ 0 h 115"/>
                  <a:gd name="T56" fmla="*/ 179 w 231"/>
                  <a:gd name="T57" fmla="*/ 0 h 115"/>
                  <a:gd name="T58" fmla="*/ 167 w 231"/>
                  <a:gd name="T59" fmla="*/ 0 h 115"/>
                  <a:gd name="T60" fmla="*/ 154 w 231"/>
                  <a:gd name="T61" fmla="*/ 3 h 115"/>
                  <a:gd name="T62" fmla="*/ 139 w 231"/>
                  <a:gd name="T63" fmla="*/ 9 h 115"/>
                  <a:gd name="T64" fmla="*/ 130 w 231"/>
                  <a:gd name="T65" fmla="*/ 12 h 115"/>
                  <a:gd name="T66" fmla="*/ 124 w 231"/>
                  <a:gd name="T67" fmla="*/ 18 h 115"/>
                  <a:gd name="T68" fmla="*/ 109 w 231"/>
                  <a:gd name="T69" fmla="*/ 31 h 115"/>
                  <a:gd name="T70" fmla="*/ 97 w 231"/>
                  <a:gd name="T71" fmla="*/ 43 h 115"/>
                  <a:gd name="T72" fmla="*/ 88 w 231"/>
                  <a:gd name="T73" fmla="*/ 55 h 115"/>
                  <a:gd name="T74" fmla="*/ 79 w 231"/>
                  <a:gd name="T75" fmla="*/ 68 h 115"/>
                  <a:gd name="T76" fmla="*/ 73 w 231"/>
                  <a:gd name="T77" fmla="*/ 73 h 115"/>
                  <a:gd name="T78" fmla="*/ 61 w 231"/>
                  <a:gd name="T79" fmla="*/ 83 h 115"/>
                  <a:gd name="T80" fmla="*/ 51 w 231"/>
                  <a:gd name="T81" fmla="*/ 86 h 115"/>
                  <a:gd name="T82" fmla="*/ 43 w 231"/>
                  <a:gd name="T83" fmla="*/ 89 h 115"/>
                  <a:gd name="T84" fmla="*/ 33 w 231"/>
                  <a:gd name="T85" fmla="*/ 89 h 115"/>
                  <a:gd name="T86" fmla="*/ 24 w 231"/>
                  <a:gd name="T87" fmla="*/ 89 h 115"/>
                  <a:gd name="T88" fmla="*/ 18 w 231"/>
                  <a:gd name="T89" fmla="*/ 86 h 115"/>
                  <a:gd name="T90" fmla="*/ 6 w 231"/>
                  <a:gd name="T91" fmla="*/ 80 h 115"/>
                  <a:gd name="T92" fmla="*/ 0 w 231"/>
                  <a:gd name="T93" fmla="*/ 111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31" h="115">
                    <a:moveTo>
                      <a:pt x="0" y="111"/>
                    </a:moveTo>
                    <a:lnTo>
                      <a:pt x="6" y="114"/>
                    </a:lnTo>
                    <a:lnTo>
                      <a:pt x="18" y="114"/>
                    </a:lnTo>
                    <a:lnTo>
                      <a:pt x="27" y="114"/>
                    </a:lnTo>
                    <a:lnTo>
                      <a:pt x="39" y="111"/>
                    </a:lnTo>
                    <a:lnTo>
                      <a:pt x="48" y="108"/>
                    </a:lnTo>
                    <a:lnTo>
                      <a:pt x="58" y="104"/>
                    </a:lnTo>
                    <a:lnTo>
                      <a:pt x="63" y="101"/>
                    </a:lnTo>
                    <a:lnTo>
                      <a:pt x="73" y="93"/>
                    </a:lnTo>
                    <a:lnTo>
                      <a:pt x="76" y="83"/>
                    </a:lnTo>
                    <a:lnTo>
                      <a:pt x="81" y="77"/>
                    </a:lnTo>
                    <a:lnTo>
                      <a:pt x="84" y="71"/>
                    </a:lnTo>
                    <a:lnTo>
                      <a:pt x="94" y="55"/>
                    </a:lnTo>
                    <a:lnTo>
                      <a:pt x="109" y="40"/>
                    </a:lnTo>
                    <a:lnTo>
                      <a:pt x="115" y="37"/>
                    </a:lnTo>
                    <a:lnTo>
                      <a:pt x="130" y="31"/>
                    </a:lnTo>
                    <a:lnTo>
                      <a:pt x="142" y="24"/>
                    </a:lnTo>
                    <a:lnTo>
                      <a:pt x="154" y="21"/>
                    </a:lnTo>
                    <a:lnTo>
                      <a:pt x="164" y="18"/>
                    </a:lnTo>
                    <a:lnTo>
                      <a:pt x="175" y="21"/>
                    </a:lnTo>
                    <a:lnTo>
                      <a:pt x="190" y="24"/>
                    </a:lnTo>
                    <a:lnTo>
                      <a:pt x="205" y="31"/>
                    </a:lnTo>
                    <a:lnTo>
                      <a:pt x="215" y="37"/>
                    </a:lnTo>
                    <a:lnTo>
                      <a:pt x="218" y="43"/>
                    </a:lnTo>
                    <a:lnTo>
                      <a:pt x="230" y="12"/>
                    </a:lnTo>
                    <a:lnTo>
                      <a:pt x="221" y="9"/>
                    </a:lnTo>
                    <a:lnTo>
                      <a:pt x="209" y="3"/>
                    </a:lnTo>
                    <a:lnTo>
                      <a:pt x="194" y="0"/>
                    </a:lnTo>
                    <a:lnTo>
                      <a:pt x="179" y="0"/>
                    </a:lnTo>
                    <a:lnTo>
                      <a:pt x="167" y="0"/>
                    </a:lnTo>
                    <a:lnTo>
                      <a:pt x="154" y="3"/>
                    </a:lnTo>
                    <a:lnTo>
                      <a:pt x="139" y="9"/>
                    </a:lnTo>
                    <a:lnTo>
                      <a:pt x="130" y="12"/>
                    </a:lnTo>
                    <a:lnTo>
                      <a:pt x="124" y="18"/>
                    </a:lnTo>
                    <a:lnTo>
                      <a:pt x="109" y="31"/>
                    </a:lnTo>
                    <a:lnTo>
                      <a:pt x="97" y="43"/>
                    </a:lnTo>
                    <a:lnTo>
                      <a:pt x="88" y="55"/>
                    </a:lnTo>
                    <a:lnTo>
                      <a:pt x="79" y="68"/>
                    </a:lnTo>
                    <a:lnTo>
                      <a:pt x="73" y="73"/>
                    </a:lnTo>
                    <a:lnTo>
                      <a:pt x="61" y="83"/>
                    </a:lnTo>
                    <a:lnTo>
                      <a:pt x="51" y="86"/>
                    </a:lnTo>
                    <a:lnTo>
                      <a:pt x="43" y="89"/>
                    </a:lnTo>
                    <a:lnTo>
                      <a:pt x="33" y="89"/>
                    </a:lnTo>
                    <a:lnTo>
                      <a:pt x="24" y="89"/>
                    </a:lnTo>
                    <a:lnTo>
                      <a:pt x="18" y="86"/>
                    </a:lnTo>
                    <a:lnTo>
                      <a:pt x="6" y="80"/>
                    </a:lnTo>
                    <a:lnTo>
                      <a:pt x="0" y="111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54"/>
              <p:cNvSpPr>
                <a:spLocks/>
              </p:cNvSpPr>
              <p:nvPr/>
            </p:nvSpPr>
            <p:spPr bwMode="ltGray">
              <a:xfrm>
                <a:off x="5310" y="388"/>
                <a:ext cx="234" cy="115"/>
              </a:xfrm>
              <a:custGeom>
                <a:avLst/>
                <a:gdLst>
                  <a:gd name="T0" fmla="*/ 233 w 234"/>
                  <a:gd name="T1" fmla="*/ 3 h 115"/>
                  <a:gd name="T2" fmla="*/ 223 w 234"/>
                  <a:gd name="T3" fmla="*/ 0 h 115"/>
                  <a:gd name="T4" fmla="*/ 214 w 234"/>
                  <a:gd name="T5" fmla="*/ 0 h 115"/>
                  <a:gd name="T6" fmla="*/ 202 w 234"/>
                  <a:gd name="T7" fmla="*/ 0 h 115"/>
                  <a:gd name="T8" fmla="*/ 193 w 234"/>
                  <a:gd name="T9" fmla="*/ 0 h 115"/>
                  <a:gd name="T10" fmla="*/ 183 w 234"/>
                  <a:gd name="T11" fmla="*/ 3 h 115"/>
                  <a:gd name="T12" fmla="*/ 172 w 234"/>
                  <a:gd name="T13" fmla="*/ 10 h 115"/>
                  <a:gd name="T14" fmla="*/ 168 w 234"/>
                  <a:gd name="T15" fmla="*/ 13 h 115"/>
                  <a:gd name="T16" fmla="*/ 159 w 234"/>
                  <a:gd name="T17" fmla="*/ 21 h 115"/>
                  <a:gd name="T18" fmla="*/ 153 w 234"/>
                  <a:gd name="T19" fmla="*/ 31 h 115"/>
                  <a:gd name="T20" fmla="*/ 150 w 234"/>
                  <a:gd name="T21" fmla="*/ 37 h 115"/>
                  <a:gd name="T22" fmla="*/ 147 w 234"/>
                  <a:gd name="T23" fmla="*/ 43 h 115"/>
                  <a:gd name="T24" fmla="*/ 138 w 234"/>
                  <a:gd name="T25" fmla="*/ 59 h 115"/>
                  <a:gd name="T26" fmla="*/ 122 w 234"/>
                  <a:gd name="T27" fmla="*/ 71 h 115"/>
                  <a:gd name="T28" fmla="*/ 114 w 234"/>
                  <a:gd name="T29" fmla="*/ 77 h 115"/>
                  <a:gd name="T30" fmla="*/ 101 w 234"/>
                  <a:gd name="T31" fmla="*/ 83 h 115"/>
                  <a:gd name="T32" fmla="*/ 86 w 234"/>
                  <a:gd name="T33" fmla="*/ 90 h 115"/>
                  <a:gd name="T34" fmla="*/ 76 w 234"/>
                  <a:gd name="T35" fmla="*/ 93 h 115"/>
                  <a:gd name="T36" fmla="*/ 65 w 234"/>
                  <a:gd name="T37" fmla="*/ 93 h 115"/>
                  <a:gd name="T38" fmla="*/ 55 w 234"/>
                  <a:gd name="T39" fmla="*/ 93 h 115"/>
                  <a:gd name="T40" fmla="*/ 40 w 234"/>
                  <a:gd name="T41" fmla="*/ 87 h 115"/>
                  <a:gd name="T42" fmla="*/ 25 w 234"/>
                  <a:gd name="T43" fmla="*/ 83 h 115"/>
                  <a:gd name="T44" fmla="*/ 15 w 234"/>
                  <a:gd name="T45" fmla="*/ 74 h 115"/>
                  <a:gd name="T46" fmla="*/ 10 w 234"/>
                  <a:gd name="T47" fmla="*/ 68 h 115"/>
                  <a:gd name="T48" fmla="*/ 0 w 234"/>
                  <a:gd name="T49" fmla="*/ 99 h 115"/>
                  <a:gd name="T50" fmla="*/ 10 w 234"/>
                  <a:gd name="T51" fmla="*/ 105 h 115"/>
                  <a:gd name="T52" fmla="*/ 22 w 234"/>
                  <a:gd name="T53" fmla="*/ 111 h 115"/>
                  <a:gd name="T54" fmla="*/ 34 w 234"/>
                  <a:gd name="T55" fmla="*/ 111 h 115"/>
                  <a:gd name="T56" fmla="*/ 50 w 234"/>
                  <a:gd name="T57" fmla="*/ 114 h 115"/>
                  <a:gd name="T58" fmla="*/ 61 w 234"/>
                  <a:gd name="T59" fmla="*/ 114 h 115"/>
                  <a:gd name="T60" fmla="*/ 74 w 234"/>
                  <a:gd name="T61" fmla="*/ 111 h 115"/>
                  <a:gd name="T62" fmla="*/ 89 w 234"/>
                  <a:gd name="T63" fmla="*/ 105 h 115"/>
                  <a:gd name="T64" fmla="*/ 101 w 234"/>
                  <a:gd name="T65" fmla="*/ 99 h 115"/>
                  <a:gd name="T66" fmla="*/ 107 w 234"/>
                  <a:gd name="T67" fmla="*/ 96 h 115"/>
                  <a:gd name="T68" fmla="*/ 119 w 234"/>
                  <a:gd name="T69" fmla="*/ 83 h 115"/>
                  <a:gd name="T70" fmla="*/ 132 w 234"/>
                  <a:gd name="T71" fmla="*/ 71 h 115"/>
                  <a:gd name="T72" fmla="*/ 144 w 234"/>
                  <a:gd name="T73" fmla="*/ 56 h 115"/>
                  <a:gd name="T74" fmla="*/ 153 w 234"/>
                  <a:gd name="T75" fmla="*/ 46 h 115"/>
                  <a:gd name="T76" fmla="*/ 159 w 234"/>
                  <a:gd name="T77" fmla="*/ 37 h 115"/>
                  <a:gd name="T78" fmla="*/ 172 w 234"/>
                  <a:gd name="T79" fmla="*/ 31 h 115"/>
                  <a:gd name="T80" fmla="*/ 180 w 234"/>
                  <a:gd name="T81" fmla="*/ 25 h 115"/>
                  <a:gd name="T82" fmla="*/ 190 w 234"/>
                  <a:gd name="T83" fmla="*/ 21 h 115"/>
                  <a:gd name="T84" fmla="*/ 199 w 234"/>
                  <a:gd name="T85" fmla="*/ 21 h 115"/>
                  <a:gd name="T86" fmla="*/ 208 w 234"/>
                  <a:gd name="T87" fmla="*/ 25 h 115"/>
                  <a:gd name="T88" fmla="*/ 214 w 234"/>
                  <a:gd name="T89" fmla="*/ 25 h 115"/>
                  <a:gd name="T90" fmla="*/ 226 w 234"/>
                  <a:gd name="T91" fmla="*/ 34 h 115"/>
                  <a:gd name="T92" fmla="*/ 233 w 234"/>
                  <a:gd name="T93" fmla="*/ 3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34" h="115">
                    <a:moveTo>
                      <a:pt x="233" y="3"/>
                    </a:moveTo>
                    <a:lnTo>
                      <a:pt x="223" y="0"/>
                    </a:lnTo>
                    <a:lnTo>
                      <a:pt x="214" y="0"/>
                    </a:lnTo>
                    <a:lnTo>
                      <a:pt x="202" y="0"/>
                    </a:lnTo>
                    <a:lnTo>
                      <a:pt x="193" y="0"/>
                    </a:lnTo>
                    <a:lnTo>
                      <a:pt x="183" y="3"/>
                    </a:lnTo>
                    <a:lnTo>
                      <a:pt x="172" y="10"/>
                    </a:lnTo>
                    <a:lnTo>
                      <a:pt x="168" y="13"/>
                    </a:lnTo>
                    <a:lnTo>
                      <a:pt x="159" y="21"/>
                    </a:lnTo>
                    <a:lnTo>
                      <a:pt x="153" y="31"/>
                    </a:lnTo>
                    <a:lnTo>
                      <a:pt x="150" y="37"/>
                    </a:lnTo>
                    <a:lnTo>
                      <a:pt x="147" y="43"/>
                    </a:lnTo>
                    <a:lnTo>
                      <a:pt x="138" y="59"/>
                    </a:lnTo>
                    <a:lnTo>
                      <a:pt x="122" y="71"/>
                    </a:lnTo>
                    <a:lnTo>
                      <a:pt x="114" y="77"/>
                    </a:lnTo>
                    <a:lnTo>
                      <a:pt x="101" y="83"/>
                    </a:lnTo>
                    <a:lnTo>
                      <a:pt x="86" y="90"/>
                    </a:lnTo>
                    <a:lnTo>
                      <a:pt x="76" y="93"/>
                    </a:lnTo>
                    <a:lnTo>
                      <a:pt x="65" y="93"/>
                    </a:lnTo>
                    <a:lnTo>
                      <a:pt x="55" y="93"/>
                    </a:lnTo>
                    <a:lnTo>
                      <a:pt x="40" y="87"/>
                    </a:lnTo>
                    <a:lnTo>
                      <a:pt x="25" y="83"/>
                    </a:lnTo>
                    <a:lnTo>
                      <a:pt x="15" y="74"/>
                    </a:lnTo>
                    <a:lnTo>
                      <a:pt x="10" y="68"/>
                    </a:lnTo>
                    <a:lnTo>
                      <a:pt x="0" y="99"/>
                    </a:lnTo>
                    <a:lnTo>
                      <a:pt x="10" y="105"/>
                    </a:lnTo>
                    <a:lnTo>
                      <a:pt x="22" y="111"/>
                    </a:lnTo>
                    <a:lnTo>
                      <a:pt x="34" y="111"/>
                    </a:lnTo>
                    <a:lnTo>
                      <a:pt x="50" y="114"/>
                    </a:lnTo>
                    <a:lnTo>
                      <a:pt x="61" y="114"/>
                    </a:lnTo>
                    <a:lnTo>
                      <a:pt x="74" y="111"/>
                    </a:lnTo>
                    <a:lnTo>
                      <a:pt x="89" y="105"/>
                    </a:lnTo>
                    <a:lnTo>
                      <a:pt x="101" y="99"/>
                    </a:lnTo>
                    <a:lnTo>
                      <a:pt x="107" y="96"/>
                    </a:lnTo>
                    <a:lnTo>
                      <a:pt x="119" y="83"/>
                    </a:lnTo>
                    <a:lnTo>
                      <a:pt x="132" y="71"/>
                    </a:lnTo>
                    <a:lnTo>
                      <a:pt x="144" y="56"/>
                    </a:lnTo>
                    <a:lnTo>
                      <a:pt x="153" y="46"/>
                    </a:lnTo>
                    <a:lnTo>
                      <a:pt x="159" y="37"/>
                    </a:lnTo>
                    <a:lnTo>
                      <a:pt x="172" y="31"/>
                    </a:lnTo>
                    <a:lnTo>
                      <a:pt x="180" y="25"/>
                    </a:lnTo>
                    <a:lnTo>
                      <a:pt x="190" y="21"/>
                    </a:lnTo>
                    <a:lnTo>
                      <a:pt x="199" y="21"/>
                    </a:lnTo>
                    <a:lnTo>
                      <a:pt x="208" y="25"/>
                    </a:lnTo>
                    <a:lnTo>
                      <a:pt x="214" y="25"/>
                    </a:lnTo>
                    <a:lnTo>
                      <a:pt x="226" y="34"/>
                    </a:lnTo>
                    <a:lnTo>
                      <a:pt x="233" y="3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55"/>
              <p:cNvSpPr>
                <a:spLocks/>
              </p:cNvSpPr>
              <p:nvPr/>
            </p:nvSpPr>
            <p:spPr bwMode="ltGray">
              <a:xfrm>
                <a:off x="3135" y="4006"/>
                <a:ext cx="102" cy="307"/>
              </a:xfrm>
              <a:custGeom>
                <a:avLst/>
                <a:gdLst>
                  <a:gd name="T0" fmla="*/ 50 w 102"/>
                  <a:gd name="T1" fmla="*/ 3 h 307"/>
                  <a:gd name="T2" fmla="*/ 47 w 102"/>
                  <a:gd name="T3" fmla="*/ 13 h 307"/>
                  <a:gd name="T4" fmla="*/ 44 w 102"/>
                  <a:gd name="T5" fmla="*/ 16 h 307"/>
                  <a:gd name="T6" fmla="*/ 44 w 102"/>
                  <a:gd name="T7" fmla="*/ 23 h 307"/>
                  <a:gd name="T8" fmla="*/ 39 w 102"/>
                  <a:gd name="T9" fmla="*/ 39 h 307"/>
                  <a:gd name="T10" fmla="*/ 30 w 102"/>
                  <a:gd name="T11" fmla="*/ 61 h 307"/>
                  <a:gd name="T12" fmla="*/ 27 w 102"/>
                  <a:gd name="T13" fmla="*/ 78 h 307"/>
                  <a:gd name="T14" fmla="*/ 20 w 102"/>
                  <a:gd name="T15" fmla="*/ 94 h 307"/>
                  <a:gd name="T16" fmla="*/ 20 w 102"/>
                  <a:gd name="T17" fmla="*/ 107 h 307"/>
                  <a:gd name="T18" fmla="*/ 20 w 102"/>
                  <a:gd name="T19" fmla="*/ 120 h 307"/>
                  <a:gd name="T20" fmla="*/ 24 w 102"/>
                  <a:gd name="T21" fmla="*/ 129 h 307"/>
                  <a:gd name="T22" fmla="*/ 27 w 102"/>
                  <a:gd name="T23" fmla="*/ 136 h 307"/>
                  <a:gd name="T24" fmla="*/ 35 w 102"/>
                  <a:gd name="T25" fmla="*/ 148 h 307"/>
                  <a:gd name="T26" fmla="*/ 47 w 102"/>
                  <a:gd name="T27" fmla="*/ 161 h 307"/>
                  <a:gd name="T28" fmla="*/ 57 w 102"/>
                  <a:gd name="T29" fmla="*/ 174 h 307"/>
                  <a:gd name="T30" fmla="*/ 77 w 102"/>
                  <a:gd name="T31" fmla="*/ 196 h 307"/>
                  <a:gd name="T32" fmla="*/ 89 w 102"/>
                  <a:gd name="T33" fmla="*/ 216 h 307"/>
                  <a:gd name="T34" fmla="*/ 95 w 102"/>
                  <a:gd name="T35" fmla="*/ 225 h 307"/>
                  <a:gd name="T36" fmla="*/ 98 w 102"/>
                  <a:gd name="T37" fmla="*/ 236 h 307"/>
                  <a:gd name="T38" fmla="*/ 101 w 102"/>
                  <a:gd name="T39" fmla="*/ 252 h 307"/>
                  <a:gd name="T40" fmla="*/ 101 w 102"/>
                  <a:gd name="T41" fmla="*/ 265 h 307"/>
                  <a:gd name="T42" fmla="*/ 101 w 102"/>
                  <a:gd name="T43" fmla="*/ 274 h 307"/>
                  <a:gd name="T44" fmla="*/ 95 w 102"/>
                  <a:gd name="T45" fmla="*/ 293 h 307"/>
                  <a:gd name="T46" fmla="*/ 92 w 102"/>
                  <a:gd name="T47" fmla="*/ 306 h 307"/>
                  <a:gd name="T48" fmla="*/ 69 w 102"/>
                  <a:gd name="T49" fmla="*/ 287 h 307"/>
                  <a:gd name="T50" fmla="*/ 74 w 102"/>
                  <a:gd name="T51" fmla="*/ 274 h 307"/>
                  <a:gd name="T52" fmla="*/ 77 w 102"/>
                  <a:gd name="T53" fmla="*/ 261 h 307"/>
                  <a:gd name="T54" fmla="*/ 80 w 102"/>
                  <a:gd name="T55" fmla="*/ 249 h 307"/>
                  <a:gd name="T56" fmla="*/ 83 w 102"/>
                  <a:gd name="T57" fmla="*/ 236 h 307"/>
                  <a:gd name="T58" fmla="*/ 80 w 102"/>
                  <a:gd name="T59" fmla="*/ 222 h 307"/>
                  <a:gd name="T60" fmla="*/ 77 w 102"/>
                  <a:gd name="T61" fmla="*/ 209 h 307"/>
                  <a:gd name="T62" fmla="*/ 71 w 102"/>
                  <a:gd name="T63" fmla="*/ 196 h 307"/>
                  <a:gd name="T64" fmla="*/ 65 w 102"/>
                  <a:gd name="T65" fmla="*/ 190 h 307"/>
                  <a:gd name="T66" fmla="*/ 54 w 102"/>
                  <a:gd name="T67" fmla="*/ 180 h 307"/>
                  <a:gd name="T68" fmla="*/ 42 w 102"/>
                  <a:gd name="T69" fmla="*/ 168 h 307"/>
                  <a:gd name="T70" fmla="*/ 30 w 102"/>
                  <a:gd name="T71" fmla="*/ 155 h 307"/>
                  <a:gd name="T72" fmla="*/ 20 w 102"/>
                  <a:gd name="T73" fmla="*/ 142 h 307"/>
                  <a:gd name="T74" fmla="*/ 12 w 102"/>
                  <a:gd name="T75" fmla="*/ 123 h 307"/>
                  <a:gd name="T76" fmla="*/ 3 w 102"/>
                  <a:gd name="T77" fmla="*/ 110 h 307"/>
                  <a:gd name="T78" fmla="*/ 0 w 102"/>
                  <a:gd name="T79" fmla="*/ 100 h 307"/>
                  <a:gd name="T80" fmla="*/ 0 w 102"/>
                  <a:gd name="T81" fmla="*/ 84 h 307"/>
                  <a:gd name="T82" fmla="*/ 0 w 102"/>
                  <a:gd name="T83" fmla="*/ 61 h 307"/>
                  <a:gd name="T84" fmla="*/ 0 w 102"/>
                  <a:gd name="T85" fmla="*/ 48 h 307"/>
                  <a:gd name="T86" fmla="*/ 3 w 102"/>
                  <a:gd name="T87" fmla="*/ 32 h 307"/>
                  <a:gd name="T88" fmla="*/ 6 w 102"/>
                  <a:gd name="T89" fmla="*/ 19 h 307"/>
                  <a:gd name="T90" fmla="*/ 6 w 102"/>
                  <a:gd name="T91" fmla="*/ 10 h 307"/>
                  <a:gd name="T92" fmla="*/ 12 w 102"/>
                  <a:gd name="T93" fmla="*/ 0 h 307"/>
                  <a:gd name="T94" fmla="*/ 50 w 102"/>
                  <a:gd name="T95" fmla="*/ 3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2" h="307">
                    <a:moveTo>
                      <a:pt x="50" y="3"/>
                    </a:moveTo>
                    <a:lnTo>
                      <a:pt x="47" y="13"/>
                    </a:lnTo>
                    <a:lnTo>
                      <a:pt x="44" y="16"/>
                    </a:lnTo>
                    <a:lnTo>
                      <a:pt x="44" y="23"/>
                    </a:lnTo>
                    <a:lnTo>
                      <a:pt x="39" y="39"/>
                    </a:lnTo>
                    <a:lnTo>
                      <a:pt x="30" y="61"/>
                    </a:lnTo>
                    <a:lnTo>
                      <a:pt x="27" y="78"/>
                    </a:lnTo>
                    <a:lnTo>
                      <a:pt x="20" y="94"/>
                    </a:lnTo>
                    <a:lnTo>
                      <a:pt x="20" y="107"/>
                    </a:lnTo>
                    <a:lnTo>
                      <a:pt x="20" y="120"/>
                    </a:lnTo>
                    <a:lnTo>
                      <a:pt x="24" y="129"/>
                    </a:lnTo>
                    <a:lnTo>
                      <a:pt x="27" y="136"/>
                    </a:lnTo>
                    <a:lnTo>
                      <a:pt x="35" y="148"/>
                    </a:lnTo>
                    <a:lnTo>
                      <a:pt x="47" y="161"/>
                    </a:lnTo>
                    <a:lnTo>
                      <a:pt x="57" y="174"/>
                    </a:lnTo>
                    <a:lnTo>
                      <a:pt x="77" y="196"/>
                    </a:lnTo>
                    <a:lnTo>
                      <a:pt x="89" y="216"/>
                    </a:lnTo>
                    <a:lnTo>
                      <a:pt x="95" y="225"/>
                    </a:lnTo>
                    <a:lnTo>
                      <a:pt x="98" y="236"/>
                    </a:lnTo>
                    <a:lnTo>
                      <a:pt x="101" y="252"/>
                    </a:lnTo>
                    <a:lnTo>
                      <a:pt x="101" y="265"/>
                    </a:lnTo>
                    <a:lnTo>
                      <a:pt x="101" y="274"/>
                    </a:lnTo>
                    <a:lnTo>
                      <a:pt x="95" y="293"/>
                    </a:lnTo>
                    <a:lnTo>
                      <a:pt x="92" y="306"/>
                    </a:lnTo>
                    <a:lnTo>
                      <a:pt x="69" y="287"/>
                    </a:lnTo>
                    <a:lnTo>
                      <a:pt x="74" y="274"/>
                    </a:lnTo>
                    <a:lnTo>
                      <a:pt x="77" y="261"/>
                    </a:lnTo>
                    <a:lnTo>
                      <a:pt x="80" y="249"/>
                    </a:lnTo>
                    <a:lnTo>
                      <a:pt x="83" y="236"/>
                    </a:lnTo>
                    <a:lnTo>
                      <a:pt x="80" y="222"/>
                    </a:lnTo>
                    <a:lnTo>
                      <a:pt x="77" y="209"/>
                    </a:lnTo>
                    <a:lnTo>
                      <a:pt x="71" y="196"/>
                    </a:lnTo>
                    <a:lnTo>
                      <a:pt x="65" y="190"/>
                    </a:lnTo>
                    <a:lnTo>
                      <a:pt x="54" y="180"/>
                    </a:lnTo>
                    <a:lnTo>
                      <a:pt x="42" y="168"/>
                    </a:lnTo>
                    <a:lnTo>
                      <a:pt x="30" y="155"/>
                    </a:lnTo>
                    <a:lnTo>
                      <a:pt x="20" y="142"/>
                    </a:lnTo>
                    <a:lnTo>
                      <a:pt x="12" y="123"/>
                    </a:lnTo>
                    <a:lnTo>
                      <a:pt x="3" y="110"/>
                    </a:lnTo>
                    <a:lnTo>
                      <a:pt x="0" y="100"/>
                    </a:lnTo>
                    <a:lnTo>
                      <a:pt x="0" y="84"/>
                    </a:lnTo>
                    <a:lnTo>
                      <a:pt x="0" y="61"/>
                    </a:lnTo>
                    <a:lnTo>
                      <a:pt x="0" y="48"/>
                    </a:lnTo>
                    <a:lnTo>
                      <a:pt x="3" y="32"/>
                    </a:lnTo>
                    <a:lnTo>
                      <a:pt x="6" y="19"/>
                    </a:lnTo>
                    <a:lnTo>
                      <a:pt x="6" y="10"/>
                    </a:lnTo>
                    <a:lnTo>
                      <a:pt x="12" y="0"/>
                    </a:lnTo>
                    <a:lnTo>
                      <a:pt x="50" y="3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56"/>
              <p:cNvSpPr>
                <a:spLocks/>
              </p:cNvSpPr>
              <p:nvPr/>
            </p:nvSpPr>
            <p:spPr bwMode="ltGray">
              <a:xfrm>
                <a:off x="5643" y="2518"/>
                <a:ext cx="102" cy="312"/>
              </a:xfrm>
              <a:custGeom>
                <a:avLst/>
                <a:gdLst>
                  <a:gd name="T0" fmla="*/ 51 w 102"/>
                  <a:gd name="T1" fmla="*/ 6 h 312"/>
                  <a:gd name="T2" fmla="*/ 47 w 102"/>
                  <a:gd name="T3" fmla="*/ 16 h 312"/>
                  <a:gd name="T4" fmla="*/ 44 w 102"/>
                  <a:gd name="T5" fmla="*/ 19 h 312"/>
                  <a:gd name="T6" fmla="*/ 44 w 102"/>
                  <a:gd name="T7" fmla="*/ 26 h 312"/>
                  <a:gd name="T8" fmla="*/ 39 w 102"/>
                  <a:gd name="T9" fmla="*/ 43 h 312"/>
                  <a:gd name="T10" fmla="*/ 30 w 102"/>
                  <a:gd name="T11" fmla="*/ 65 h 312"/>
                  <a:gd name="T12" fmla="*/ 24 w 102"/>
                  <a:gd name="T13" fmla="*/ 81 h 312"/>
                  <a:gd name="T14" fmla="*/ 21 w 102"/>
                  <a:gd name="T15" fmla="*/ 97 h 312"/>
                  <a:gd name="T16" fmla="*/ 21 w 102"/>
                  <a:gd name="T17" fmla="*/ 110 h 312"/>
                  <a:gd name="T18" fmla="*/ 21 w 102"/>
                  <a:gd name="T19" fmla="*/ 120 h 312"/>
                  <a:gd name="T20" fmla="*/ 24 w 102"/>
                  <a:gd name="T21" fmla="*/ 133 h 312"/>
                  <a:gd name="T22" fmla="*/ 27 w 102"/>
                  <a:gd name="T23" fmla="*/ 140 h 312"/>
                  <a:gd name="T24" fmla="*/ 36 w 102"/>
                  <a:gd name="T25" fmla="*/ 152 h 312"/>
                  <a:gd name="T26" fmla="*/ 44 w 102"/>
                  <a:gd name="T27" fmla="*/ 165 h 312"/>
                  <a:gd name="T28" fmla="*/ 57 w 102"/>
                  <a:gd name="T29" fmla="*/ 178 h 312"/>
                  <a:gd name="T30" fmla="*/ 77 w 102"/>
                  <a:gd name="T31" fmla="*/ 201 h 312"/>
                  <a:gd name="T32" fmla="*/ 89 w 102"/>
                  <a:gd name="T33" fmla="*/ 221 h 312"/>
                  <a:gd name="T34" fmla="*/ 95 w 102"/>
                  <a:gd name="T35" fmla="*/ 230 h 312"/>
                  <a:gd name="T36" fmla="*/ 98 w 102"/>
                  <a:gd name="T37" fmla="*/ 240 h 312"/>
                  <a:gd name="T38" fmla="*/ 101 w 102"/>
                  <a:gd name="T39" fmla="*/ 256 h 312"/>
                  <a:gd name="T40" fmla="*/ 101 w 102"/>
                  <a:gd name="T41" fmla="*/ 269 h 312"/>
                  <a:gd name="T42" fmla="*/ 98 w 102"/>
                  <a:gd name="T43" fmla="*/ 279 h 312"/>
                  <a:gd name="T44" fmla="*/ 95 w 102"/>
                  <a:gd name="T45" fmla="*/ 298 h 312"/>
                  <a:gd name="T46" fmla="*/ 89 w 102"/>
                  <a:gd name="T47" fmla="*/ 311 h 312"/>
                  <a:gd name="T48" fmla="*/ 69 w 102"/>
                  <a:gd name="T49" fmla="*/ 292 h 312"/>
                  <a:gd name="T50" fmla="*/ 74 w 102"/>
                  <a:gd name="T51" fmla="*/ 279 h 312"/>
                  <a:gd name="T52" fmla="*/ 77 w 102"/>
                  <a:gd name="T53" fmla="*/ 265 h 312"/>
                  <a:gd name="T54" fmla="*/ 81 w 102"/>
                  <a:gd name="T55" fmla="*/ 253 h 312"/>
                  <a:gd name="T56" fmla="*/ 81 w 102"/>
                  <a:gd name="T57" fmla="*/ 240 h 312"/>
                  <a:gd name="T58" fmla="*/ 81 w 102"/>
                  <a:gd name="T59" fmla="*/ 227 h 312"/>
                  <a:gd name="T60" fmla="*/ 74 w 102"/>
                  <a:gd name="T61" fmla="*/ 211 h 312"/>
                  <a:gd name="T62" fmla="*/ 71 w 102"/>
                  <a:gd name="T63" fmla="*/ 201 h 312"/>
                  <a:gd name="T64" fmla="*/ 66 w 102"/>
                  <a:gd name="T65" fmla="*/ 195 h 312"/>
                  <a:gd name="T66" fmla="*/ 54 w 102"/>
                  <a:gd name="T67" fmla="*/ 184 h 312"/>
                  <a:gd name="T68" fmla="*/ 39 w 102"/>
                  <a:gd name="T69" fmla="*/ 168 h 312"/>
                  <a:gd name="T70" fmla="*/ 27 w 102"/>
                  <a:gd name="T71" fmla="*/ 156 h 312"/>
                  <a:gd name="T72" fmla="*/ 21 w 102"/>
                  <a:gd name="T73" fmla="*/ 146 h 312"/>
                  <a:gd name="T74" fmla="*/ 12 w 102"/>
                  <a:gd name="T75" fmla="*/ 127 h 312"/>
                  <a:gd name="T76" fmla="*/ 3 w 102"/>
                  <a:gd name="T77" fmla="*/ 113 h 312"/>
                  <a:gd name="T78" fmla="*/ 0 w 102"/>
                  <a:gd name="T79" fmla="*/ 103 h 312"/>
                  <a:gd name="T80" fmla="*/ 0 w 102"/>
                  <a:gd name="T81" fmla="*/ 84 h 312"/>
                  <a:gd name="T82" fmla="*/ 0 w 102"/>
                  <a:gd name="T83" fmla="*/ 65 h 312"/>
                  <a:gd name="T84" fmla="*/ 0 w 102"/>
                  <a:gd name="T85" fmla="*/ 52 h 312"/>
                  <a:gd name="T86" fmla="*/ 3 w 102"/>
                  <a:gd name="T87" fmla="*/ 35 h 312"/>
                  <a:gd name="T88" fmla="*/ 6 w 102"/>
                  <a:gd name="T89" fmla="*/ 22 h 312"/>
                  <a:gd name="T90" fmla="*/ 6 w 102"/>
                  <a:gd name="T91" fmla="*/ 10 h 312"/>
                  <a:gd name="T92" fmla="*/ 12 w 102"/>
                  <a:gd name="T93" fmla="*/ 0 h 312"/>
                  <a:gd name="T94" fmla="*/ 51 w 102"/>
                  <a:gd name="T95" fmla="*/ 6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2" h="312">
                    <a:moveTo>
                      <a:pt x="51" y="6"/>
                    </a:moveTo>
                    <a:lnTo>
                      <a:pt x="47" y="16"/>
                    </a:lnTo>
                    <a:lnTo>
                      <a:pt x="44" y="19"/>
                    </a:lnTo>
                    <a:lnTo>
                      <a:pt x="44" y="26"/>
                    </a:lnTo>
                    <a:lnTo>
                      <a:pt x="39" y="43"/>
                    </a:lnTo>
                    <a:lnTo>
                      <a:pt x="30" y="65"/>
                    </a:lnTo>
                    <a:lnTo>
                      <a:pt x="24" y="81"/>
                    </a:lnTo>
                    <a:lnTo>
                      <a:pt x="21" y="97"/>
                    </a:lnTo>
                    <a:lnTo>
                      <a:pt x="21" y="110"/>
                    </a:lnTo>
                    <a:lnTo>
                      <a:pt x="21" y="120"/>
                    </a:lnTo>
                    <a:lnTo>
                      <a:pt x="24" y="133"/>
                    </a:lnTo>
                    <a:lnTo>
                      <a:pt x="27" y="140"/>
                    </a:lnTo>
                    <a:lnTo>
                      <a:pt x="36" y="152"/>
                    </a:lnTo>
                    <a:lnTo>
                      <a:pt x="44" y="165"/>
                    </a:lnTo>
                    <a:lnTo>
                      <a:pt x="57" y="178"/>
                    </a:lnTo>
                    <a:lnTo>
                      <a:pt x="77" y="201"/>
                    </a:lnTo>
                    <a:lnTo>
                      <a:pt x="89" y="221"/>
                    </a:lnTo>
                    <a:lnTo>
                      <a:pt x="95" y="230"/>
                    </a:lnTo>
                    <a:lnTo>
                      <a:pt x="98" y="240"/>
                    </a:lnTo>
                    <a:lnTo>
                      <a:pt x="101" y="256"/>
                    </a:lnTo>
                    <a:lnTo>
                      <a:pt x="101" y="269"/>
                    </a:lnTo>
                    <a:lnTo>
                      <a:pt x="98" y="279"/>
                    </a:lnTo>
                    <a:lnTo>
                      <a:pt x="95" y="298"/>
                    </a:lnTo>
                    <a:lnTo>
                      <a:pt x="89" y="311"/>
                    </a:lnTo>
                    <a:lnTo>
                      <a:pt x="69" y="292"/>
                    </a:lnTo>
                    <a:lnTo>
                      <a:pt x="74" y="279"/>
                    </a:lnTo>
                    <a:lnTo>
                      <a:pt x="77" y="265"/>
                    </a:lnTo>
                    <a:lnTo>
                      <a:pt x="81" y="253"/>
                    </a:lnTo>
                    <a:lnTo>
                      <a:pt x="81" y="240"/>
                    </a:lnTo>
                    <a:lnTo>
                      <a:pt x="81" y="227"/>
                    </a:lnTo>
                    <a:lnTo>
                      <a:pt x="74" y="211"/>
                    </a:lnTo>
                    <a:lnTo>
                      <a:pt x="71" y="201"/>
                    </a:lnTo>
                    <a:lnTo>
                      <a:pt x="66" y="195"/>
                    </a:lnTo>
                    <a:lnTo>
                      <a:pt x="54" y="184"/>
                    </a:lnTo>
                    <a:lnTo>
                      <a:pt x="39" y="168"/>
                    </a:lnTo>
                    <a:lnTo>
                      <a:pt x="27" y="156"/>
                    </a:lnTo>
                    <a:lnTo>
                      <a:pt x="21" y="146"/>
                    </a:lnTo>
                    <a:lnTo>
                      <a:pt x="12" y="127"/>
                    </a:lnTo>
                    <a:lnTo>
                      <a:pt x="3" y="113"/>
                    </a:lnTo>
                    <a:lnTo>
                      <a:pt x="0" y="103"/>
                    </a:lnTo>
                    <a:lnTo>
                      <a:pt x="0" y="84"/>
                    </a:lnTo>
                    <a:lnTo>
                      <a:pt x="0" y="65"/>
                    </a:lnTo>
                    <a:lnTo>
                      <a:pt x="0" y="52"/>
                    </a:lnTo>
                    <a:lnTo>
                      <a:pt x="3" y="35"/>
                    </a:lnTo>
                    <a:lnTo>
                      <a:pt x="6" y="22"/>
                    </a:lnTo>
                    <a:lnTo>
                      <a:pt x="6" y="10"/>
                    </a:lnTo>
                    <a:lnTo>
                      <a:pt x="12" y="0"/>
                    </a:lnTo>
                    <a:lnTo>
                      <a:pt x="51" y="6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57"/>
              <p:cNvSpPr>
                <a:spLocks/>
              </p:cNvSpPr>
              <p:nvPr/>
            </p:nvSpPr>
            <p:spPr bwMode="ltGray">
              <a:xfrm>
                <a:off x="5449" y="3971"/>
                <a:ext cx="103" cy="313"/>
              </a:xfrm>
              <a:custGeom>
                <a:avLst/>
                <a:gdLst>
                  <a:gd name="T0" fmla="*/ 52 w 103"/>
                  <a:gd name="T1" fmla="*/ 7 h 313"/>
                  <a:gd name="T2" fmla="*/ 46 w 103"/>
                  <a:gd name="T3" fmla="*/ 16 h 313"/>
                  <a:gd name="T4" fmla="*/ 44 w 103"/>
                  <a:gd name="T5" fmla="*/ 26 h 313"/>
                  <a:gd name="T6" fmla="*/ 37 w 103"/>
                  <a:gd name="T7" fmla="*/ 43 h 313"/>
                  <a:gd name="T8" fmla="*/ 29 w 103"/>
                  <a:gd name="T9" fmla="*/ 65 h 313"/>
                  <a:gd name="T10" fmla="*/ 26 w 103"/>
                  <a:gd name="T11" fmla="*/ 78 h 313"/>
                  <a:gd name="T12" fmla="*/ 23 w 103"/>
                  <a:gd name="T13" fmla="*/ 97 h 313"/>
                  <a:gd name="T14" fmla="*/ 23 w 103"/>
                  <a:gd name="T15" fmla="*/ 110 h 313"/>
                  <a:gd name="T16" fmla="*/ 23 w 103"/>
                  <a:gd name="T17" fmla="*/ 121 h 313"/>
                  <a:gd name="T18" fmla="*/ 23 w 103"/>
                  <a:gd name="T19" fmla="*/ 134 h 313"/>
                  <a:gd name="T20" fmla="*/ 29 w 103"/>
                  <a:gd name="T21" fmla="*/ 140 h 313"/>
                  <a:gd name="T22" fmla="*/ 37 w 103"/>
                  <a:gd name="T23" fmla="*/ 153 h 313"/>
                  <a:gd name="T24" fmla="*/ 46 w 103"/>
                  <a:gd name="T25" fmla="*/ 166 h 313"/>
                  <a:gd name="T26" fmla="*/ 58 w 103"/>
                  <a:gd name="T27" fmla="*/ 178 h 313"/>
                  <a:gd name="T28" fmla="*/ 78 w 103"/>
                  <a:gd name="T29" fmla="*/ 202 h 313"/>
                  <a:gd name="T30" fmla="*/ 90 w 103"/>
                  <a:gd name="T31" fmla="*/ 218 h 313"/>
                  <a:gd name="T32" fmla="*/ 96 w 103"/>
                  <a:gd name="T33" fmla="*/ 231 h 313"/>
                  <a:gd name="T34" fmla="*/ 98 w 103"/>
                  <a:gd name="T35" fmla="*/ 240 h 313"/>
                  <a:gd name="T36" fmla="*/ 98 w 103"/>
                  <a:gd name="T37" fmla="*/ 256 h 313"/>
                  <a:gd name="T38" fmla="*/ 102 w 103"/>
                  <a:gd name="T39" fmla="*/ 266 h 313"/>
                  <a:gd name="T40" fmla="*/ 98 w 103"/>
                  <a:gd name="T41" fmla="*/ 280 h 313"/>
                  <a:gd name="T42" fmla="*/ 96 w 103"/>
                  <a:gd name="T43" fmla="*/ 299 h 313"/>
                  <a:gd name="T44" fmla="*/ 90 w 103"/>
                  <a:gd name="T45" fmla="*/ 312 h 313"/>
                  <a:gd name="T46" fmla="*/ 69 w 103"/>
                  <a:gd name="T47" fmla="*/ 292 h 313"/>
                  <a:gd name="T48" fmla="*/ 76 w 103"/>
                  <a:gd name="T49" fmla="*/ 280 h 313"/>
                  <a:gd name="T50" fmla="*/ 78 w 103"/>
                  <a:gd name="T51" fmla="*/ 266 h 313"/>
                  <a:gd name="T52" fmla="*/ 81 w 103"/>
                  <a:gd name="T53" fmla="*/ 253 h 313"/>
                  <a:gd name="T54" fmla="*/ 81 w 103"/>
                  <a:gd name="T55" fmla="*/ 240 h 313"/>
                  <a:gd name="T56" fmla="*/ 81 w 103"/>
                  <a:gd name="T57" fmla="*/ 227 h 313"/>
                  <a:gd name="T58" fmla="*/ 76 w 103"/>
                  <a:gd name="T59" fmla="*/ 211 h 313"/>
                  <a:gd name="T60" fmla="*/ 73 w 103"/>
                  <a:gd name="T61" fmla="*/ 202 h 313"/>
                  <a:gd name="T62" fmla="*/ 64 w 103"/>
                  <a:gd name="T63" fmla="*/ 194 h 313"/>
                  <a:gd name="T64" fmla="*/ 55 w 103"/>
                  <a:gd name="T65" fmla="*/ 185 h 313"/>
                  <a:gd name="T66" fmla="*/ 40 w 103"/>
                  <a:gd name="T67" fmla="*/ 169 h 313"/>
                  <a:gd name="T68" fmla="*/ 29 w 103"/>
                  <a:gd name="T69" fmla="*/ 156 h 313"/>
                  <a:gd name="T70" fmla="*/ 23 w 103"/>
                  <a:gd name="T71" fmla="*/ 146 h 313"/>
                  <a:gd name="T72" fmla="*/ 11 w 103"/>
                  <a:gd name="T73" fmla="*/ 127 h 313"/>
                  <a:gd name="T74" fmla="*/ 5 w 103"/>
                  <a:gd name="T75" fmla="*/ 110 h 313"/>
                  <a:gd name="T76" fmla="*/ 3 w 103"/>
                  <a:gd name="T77" fmla="*/ 104 h 313"/>
                  <a:gd name="T78" fmla="*/ 0 w 103"/>
                  <a:gd name="T79" fmla="*/ 85 h 313"/>
                  <a:gd name="T80" fmla="*/ 0 w 103"/>
                  <a:gd name="T81" fmla="*/ 65 h 313"/>
                  <a:gd name="T82" fmla="*/ 3 w 103"/>
                  <a:gd name="T83" fmla="*/ 49 h 313"/>
                  <a:gd name="T84" fmla="*/ 3 w 103"/>
                  <a:gd name="T85" fmla="*/ 36 h 313"/>
                  <a:gd name="T86" fmla="*/ 5 w 103"/>
                  <a:gd name="T87" fmla="*/ 23 h 313"/>
                  <a:gd name="T88" fmla="*/ 8 w 103"/>
                  <a:gd name="T89" fmla="*/ 10 h 313"/>
                  <a:gd name="T90" fmla="*/ 11 w 103"/>
                  <a:gd name="T91" fmla="*/ 0 h 313"/>
                  <a:gd name="T92" fmla="*/ 52 w 103"/>
                  <a:gd name="T93" fmla="*/ 7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03" h="313">
                    <a:moveTo>
                      <a:pt x="52" y="7"/>
                    </a:moveTo>
                    <a:lnTo>
                      <a:pt x="46" y="16"/>
                    </a:lnTo>
                    <a:lnTo>
                      <a:pt x="44" y="26"/>
                    </a:lnTo>
                    <a:lnTo>
                      <a:pt x="37" y="43"/>
                    </a:lnTo>
                    <a:lnTo>
                      <a:pt x="29" y="65"/>
                    </a:lnTo>
                    <a:lnTo>
                      <a:pt x="26" y="78"/>
                    </a:lnTo>
                    <a:lnTo>
                      <a:pt x="23" y="97"/>
                    </a:lnTo>
                    <a:lnTo>
                      <a:pt x="23" y="110"/>
                    </a:lnTo>
                    <a:lnTo>
                      <a:pt x="23" y="121"/>
                    </a:lnTo>
                    <a:lnTo>
                      <a:pt x="23" y="134"/>
                    </a:lnTo>
                    <a:lnTo>
                      <a:pt x="29" y="140"/>
                    </a:lnTo>
                    <a:lnTo>
                      <a:pt x="37" y="153"/>
                    </a:lnTo>
                    <a:lnTo>
                      <a:pt x="46" y="166"/>
                    </a:lnTo>
                    <a:lnTo>
                      <a:pt x="58" y="178"/>
                    </a:lnTo>
                    <a:lnTo>
                      <a:pt x="78" y="202"/>
                    </a:lnTo>
                    <a:lnTo>
                      <a:pt x="90" y="218"/>
                    </a:lnTo>
                    <a:lnTo>
                      <a:pt x="96" y="231"/>
                    </a:lnTo>
                    <a:lnTo>
                      <a:pt x="98" y="240"/>
                    </a:lnTo>
                    <a:lnTo>
                      <a:pt x="98" y="256"/>
                    </a:lnTo>
                    <a:lnTo>
                      <a:pt x="102" y="266"/>
                    </a:lnTo>
                    <a:lnTo>
                      <a:pt x="98" y="280"/>
                    </a:lnTo>
                    <a:lnTo>
                      <a:pt x="96" y="299"/>
                    </a:lnTo>
                    <a:lnTo>
                      <a:pt x="90" y="312"/>
                    </a:lnTo>
                    <a:lnTo>
                      <a:pt x="69" y="292"/>
                    </a:lnTo>
                    <a:lnTo>
                      <a:pt x="76" y="280"/>
                    </a:lnTo>
                    <a:lnTo>
                      <a:pt x="78" y="266"/>
                    </a:lnTo>
                    <a:lnTo>
                      <a:pt x="81" y="253"/>
                    </a:lnTo>
                    <a:lnTo>
                      <a:pt x="81" y="240"/>
                    </a:lnTo>
                    <a:lnTo>
                      <a:pt x="81" y="227"/>
                    </a:lnTo>
                    <a:lnTo>
                      <a:pt x="76" y="211"/>
                    </a:lnTo>
                    <a:lnTo>
                      <a:pt x="73" y="202"/>
                    </a:lnTo>
                    <a:lnTo>
                      <a:pt x="64" y="194"/>
                    </a:lnTo>
                    <a:lnTo>
                      <a:pt x="55" y="185"/>
                    </a:lnTo>
                    <a:lnTo>
                      <a:pt x="40" y="169"/>
                    </a:lnTo>
                    <a:lnTo>
                      <a:pt x="29" y="156"/>
                    </a:lnTo>
                    <a:lnTo>
                      <a:pt x="23" y="146"/>
                    </a:lnTo>
                    <a:lnTo>
                      <a:pt x="11" y="127"/>
                    </a:lnTo>
                    <a:lnTo>
                      <a:pt x="5" y="110"/>
                    </a:lnTo>
                    <a:lnTo>
                      <a:pt x="3" y="104"/>
                    </a:lnTo>
                    <a:lnTo>
                      <a:pt x="0" y="85"/>
                    </a:lnTo>
                    <a:lnTo>
                      <a:pt x="0" y="65"/>
                    </a:lnTo>
                    <a:lnTo>
                      <a:pt x="3" y="49"/>
                    </a:lnTo>
                    <a:lnTo>
                      <a:pt x="3" y="36"/>
                    </a:lnTo>
                    <a:lnTo>
                      <a:pt x="5" y="23"/>
                    </a:lnTo>
                    <a:lnTo>
                      <a:pt x="8" y="10"/>
                    </a:lnTo>
                    <a:lnTo>
                      <a:pt x="11" y="0"/>
                    </a:lnTo>
                    <a:lnTo>
                      <a:pt x="52" y="7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58"/>
              <p:cNvSpPr>
                <a:spLocks/>
              </p:cNvSpPr>
              <p:nvPr/>
            </p:nvSpPr>
            <p:spPr bwMode="ltGray">
              <a:xfrm>
                <a:off x="1045" y="3906"/>
                <a:ext cx="104" cy="309"/>
              </a:xfrm>
              <a:custGeom>
                <a:avLst/>
                <a:gdLst>
                  <a:gd name="T0" fmla="*/ 53 w 104"/>
                  <a:gd name="T1" fmla="*/ 6 h 309"/>
                  <a:gd name="T2" fmla="*/ 51 w 104"/>
                  <a:gd name="T3" fmla="*/ 16 h 309"/>
                  <a:gd name="T4" fmla="*/ 47 w 104"/>
                  <a:gd name="T5" fmla="*/ 16 h 309"/>
                  <a:gd name="T6" fmla="*/ 44 w 104"/>
                  <a:gd name="T7" fmla="*/ 22 h 309"/>
                  <a:gd name="T8" fmla="*/ 39 w 104"/>
                  <a:gd name="T9" fmla="*/ 42 h 309"/>
                  <a:gd name="T10" fmla="*/ 29 w 104"/>
                  <a:gd name="T11" fmla="*/ 65 h 309"/>
                  <a:gd name="T12" fmla="*/ 27 w 104"/>
                  <a:gd name="T13" fmla="*/ 77 h 309"/>
                  <a:gd name="T14" fmla="*/ 24 w 104"/>
                  <a:gd name="T15" fmla="*/ 97 h 309"/>
                  <a:gd name="T16" fmla="*/ 24 w 104"/>
                  <a:gd name="T17" fmla="*/ 106 h 309"/>
                  <a:gd name="T18" fmla="*/ 24 w 104"/>
                  <a:gd name="T19" fmla="*/ 120 h 309"/>
                  <a:gd name="T20" fmla="*/ 27 w 104"/>
                  <a:gd name="T21" fmla="*/ 130 h 309"/>
                  <a:gd name="T22" fmla="*/ 29 w 104"/>
                  <a:gd name="T23" fmla="*/ 139 h 309"/>
                  <a:gd name="T24" fmla="*/ 39 w 104"/>
                  <a:gd name="T25" fmla="*/ 149 h 309"/>
                  <a:gd name="T26" fmla="*/ 47 w 104"/>
                  <a:gd name="T27" fmla="*/ 162 h 309"/>
                  <a:gd name="T28" fmla="*/ 59 w 104"/>
                  <a:gd name="T29" fmla="*/ 178 h 309"/>
                  <a:gd name="T30" fmla="*/ 80 w 104"/>
                  <a:gd name="T31" fmla="*/ 201 h 309"/>
                  <a:gd name="T32" fmla="*/ 91 w 104"/>
                  <a:gd name="T33" fmla="*/ 217 h 309"/>
                  <a:gd name="T34" fmla="*/ 97 w 104"/>
                  <a:gd name="T35" fmla="*/ 227 h 309"/>
                  <a:gd name="T36" fmla="*/ 100 w 104"/>
                  <a:gd name="T37" fmla="*/ 239 h 309"/>
                  <a:gd name="T38" fmla="*/ 103 w 104"/>
                  <a:gd name="T39" fmla="*/ 252 h 309"/>
                  <a:gd name="T40" fmla="*/ 103 w 104"/>
                  <a:gd name="T41" fmla="*/ 265 h 309"/>
                  <a:gd name="T42" fmla="*/ 100 w 104"/>
                  <a:gd name="T43" fmla="*/ 279 h 309"/>
                  <a:gd name="T44" fmla="*/ 97 w 104"/>
                  <a:gd name="T45" fmla="*/ 295 h 309"/>
                  <a:gd name="T46" fmla="*/ 91 w 104"/>
                  <a:gd name="T47" fmla="*/ 308 h 309"/>
                  <a:gd name="T48" fmla="*/ 71 w 104"/>
                  <a:gd name="T49" fmla="*/ 288 h 309"/>
                  <a:gd name="T50" fmla="*/ 76 w 104"/>
                  <a:gd name="T51" fmla="*/ 279 h 309"/>
                  <a:gd name="T52" fmla="*/ 80 w 104"/>
                  <a:gd name="T53" fmla="*/ 262 h 309"/>
                  <a:gd name="T54" fmla="*/ 83 w 104"/>
                  <a:gd name="T55" fmla="*/ 252 h 309"/>
                  <a:gd name="T56" fmla="*/ 83 w 104"/>
                  <a:gd name="T57" fmla="*/ 236 h 309"/>
                  <a:gd name="T58" fmla="*/ 83 w 104"/>
                  <a:gd name="T59" fmla="*/ 227 h 309"/>
                  <a:gd name="T60" fmla="*/ 76 w 104"/>
                  <a:gd name="T61" fmla="*/ 211 h 309"/>
                  <a:gd name="T62" fmla="*/ 74 w 104"/>
                  <a:gd name="T63" fmla="*/ 201 h 309"/>
                  <a:gd name="T64" fmla="*/ 68 w 104"/>
                  <a:gd name="T65" fmla="*/ 190 h 309"/>
                  <a:gd name="T66" fmla="*/ 56 w 104"/>
                  <a:gd name="T67" fmla="*/ 181 h 309"/>
                  <a:gd name="T68" fmla="*/ 41 w 104"/>
                  <a:gd name="T69" fmla="*/ 168 h 309"/>
                  <a:gd name="T70" fmla="*/ 29 w 104"/>
                  <a:gd name="T71" fmla="*/ 155 h 309"/>
                  <a:gd name="T72" fmla="*/ 24 w 104"/>
                  <a:gd name="T73" fmla="*/ 146 h 309"/>
                  <a:gd name="T74" fmla="*/ 12 w 104"/>
                  <a:gd name="T75" fmla="*/ 126 h 309"/>
                  <a:gd name="T76" fmla="*/ 6 w 104"/>
                  <a:gd name="T77" fmla="*/ 109 h 309"/>
                  <a:gd name="T78" fmla="*/ 3 w 104"/>
                  <a:gd name="T79" fmla="*/ 100 h 309"/>
                  <a:gd name="T80" fmla="*/ 0 w 104"/>
                  <a:gd name="T81" fmla="*/ 84 h 309"/>
                  <a:gd name="T82" fmla="*/ 0 w 104"/>
                  <a:gd name="T83" fmla="*/ 61 h 309"/>
                  <a:gd name="T84" fmla="*/ 3 w 104"/>
                  <a:gd name="T85" fmla="*/ 49 h 309"/>
                  <a:gd name="T86" fmla="*/ 6 w 104"/>
                  <a:gd name="T87" fmla="*/ 35 h 309"/>
                  <a:gd name="T88" fmla="*/ 6 w 104"/>
                  <a:gd name="T89" fmla="*/ 22 h 309"/>
                  <a:gd name="T90" fmla="*/ 9 w 104"/>
                  <a:gd name="T91" fmla="*/ 9 h 309"/>
                  <a:gd name="T92" fmla="*/ 15 w 104"/>
                  <a:gd name="T93" fmla="*/ 0 h 309"/>
                  <a:gd name="T94" fmla="*/ 53 w 104"/>
                  <a:gd name="T95" fmla="*/ 6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4" h="309">
                    <a:moveTo>
                      <a:pt x="53" y="6"/>
                    </a:moveTo>
                    <a:lnTo>
                      <a:pt x="51" y="16"/>
                    </a:lnTo>
                    <a:lnTo>
                      <a:pt x="47" y="16"/>
                    </a:lnTo>
                    <a:lnTo>
                      <a:pt x="44" y="22"/>
                    </a:lnTo>
                    <a:lnTo>
                      <a:pt x="39" y="42"/>
                    </a:lnTo>
                    <a:lnTo>
                      <a:pt x="29" y="65"/>
                    </a:lnTo>
                    <a:lnTo>
                      <a:pt x="27" y="77"/>
                    </a:lnTo>
                    <a:lnTo>
                      <a:pt x="24" y="97"/>
                    </a:lnTo>
                    <a:lnTo>
                      <a:pt x="24" y="106"/>
                    </a:lnTo>
                    <a:lnTo>
                      <a:pt x="24" y="120"/>
                    </a:lnTo>
                    <a:lnTo>
                      <a:pt x="27" y="130"/>
                    </a:lnTo>
                    <a:lnTo>
                      <a:pt x="29" y="139"/>
                    </a:lnTo>
                    <a:lnTo>
                      <a:pt x="39" y="149"/>
                    </a:lnTo>
                    <a:lnTo>
                      <a:pt x="47" y="162"/>
                    </a:lnTo>
                    <a:lnTo>
                      <a:pt x="59" y="178"/>
                    </a:lnTo>
                    <a:lnTo>
                      <a:pt x="80" y="201"/>
                    </a:lnTo>
                    <a:lnTo>
                      <a:pt x="91" y="217"/>
                    </a:lnTo>
                    <a:lnTo>
                      <a:pt x="97" y="227"/>
                    </a:lnTo>
                    <a:lnTo>
                      <a:pt x="100" y="239"/>
                    </a:lnTo>
                    <a:lnTo>
                      <a:pt x="103" y="252"/>
                    </a:lnTo>
                    <a:lnTo>
                      <a:pt x="103" y="265"/>
                    </a:lnTo>
                    <a:lnTo>
                      <a:pt x="100" y="279"/>
                    </a:lnTo>
                    <a:lnTo>
                      <a:pt x="97" y="295"/>
                    </a:lnTo>
                    <a:lnTo>
                      <a:pt x="91" y="308"/>
                    </a:lnTo>
                    <a:lnTo>
                      <a:pt x="71" y="288"/>
                    </a:lnTo>
                    <a:lnTo>
                      <a:pt x="76" y="279"/>
                    </a:lnTo>
                    <a:lnTo>
                      <a:pt x="80" y="262"/>
                    </a:lnTo>
                    <a:lnTo>
                      <a:pt x="83" y="252"/>
                    </a:lnTo>
                    <a:lnTo>
                      <a:pt x="83" y="236"/>
                    </a:lnTo>
                    <a:lnTo>
                      <a:pt x="83" y="227"/>
                    </a:lnTo>
                    <a:lnTo>
                      <a:pt x="76" y="211"/>
                    </a:lnTo>
                    <a:lnTo>
                      <a:pt x="74" y="201"/>
                    </a:lnTo>
                    <a:lnTo>
                      <a:pt x="68" y="190"/>
                    </a:lnTo>
                    <a:lnTo>
                      <a:pt x="56" y="181"/>
                    </a:lnTo>
                    <a:lnTo>
                      <a:pt x="41" y="168"/>
                    </a:lnTo>
                    <a:lnTo>
                      <a:pt x="29" y="155"/>
                    </a:lnTo>
                    <a:lnTo>
                      <a:pt x="24" y="146"/>
                    </a:lnTo>
                    <a:lnTo>
                      <a:pt x="12" y="126"/>
                    </a:lnTo>
                    <a:lnTo>
                      <a:pt x="6" y="109"/>
                    </a:lnTo>
                    <a:lnTo>
                      <a:pt x="3" y="100"/>
                    </a:lnTo>
                    <a:lnTo>
                      <a:pt x="0" y="84"/>
                    </a:lnTo>
                    <a:lnTo>
                      <a:pt x="0" y="61"/>
                    </a:lnTo>
                    <a:lnTo>
                      <a:pt x="3" y="49"/>
                    </a:lnTo>
                    <a:lnTo>
                      <a:pt x="6" y="35"/>
                    </a:lnTo>
                    <a:lnTo>
                      <a:pt x="6" y="22"/>
                    </a:lnTo>
                    <a:lnTo>
                      <a:pt x="9" y="9"/>
                    </a:lnTo>
                    <a:lnTo>
                      <a:pt x="15" y="0"/>
                    </a:lnTo>
                    <a:lnTo>
                      <a:pt x="53" y="6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59"/>
              <p:cNvSpPr>
                <a:spLocks/>
              </p:cNvSpPr>
              <p:nvPr/>
            </p:nvSpPr>
            <p:spPr bwMode="ltGray">
              <a:xfrm>
                <a:off x="3307" y="0"/>
                <a:ext cx="102" cy="312"/>
              </a:xfrm>
              <a:custGeom>
                <a:avLst/>
                <a:gdLst>
                  <a:gd name="T0" fmla="*/ 52 w 102"/>
                  <a:gd name="T1" fmla="*/ 7 h 312"/>
                  <a:gd name="T2" fmla="*/ 50 w 102"/>
                  <a:gd name="T3" fmla="*/ 16 h 312"/>
                  <a:gd name="T4" fmla="*/ 46 w 102"/>
                  <a:gd name="T5" fmla="*/ 16 h 312"/>
                  <a:gd name="T6" fmla="*/ 46 w 102"/>
                  <a:gd name="T7" fmla="*/ 26 h 312"/>
                  <a:gd name="T8" fmla="*/ 38 w 102"/>
                  <a:gd name="T9" fmla="*/ 43 h 312"/>
                  <a:gd name="T10" fmla="*/ 32 w 102"/>
                  <a:gd name="T11" fmla="*/ 65 h 312"/>
                  <a:gd name="T12" fmla="*/ 26 w 102"/>
                  <a:gd name="T13" fmla="*/ 78 h 312"/>
                  <a:gd name="T14" fmla="*/ 23 w 102"/>
                  <a:gd name="T15" fmla="*/ 97 h 312"/>
                  <a:gd name="T16" fmla="*/ 23 w 102"/>
                  <a:gd name="T17" fmla="*/ 110 h 312"/>
                  <a:gd name="T18" fmla="*/ 23 w 102"/>
                  <a:gd name="T19" fmla="*/ 121 h 312"/>
                  <a:gd name="T20" fmla="*/ 26 w 102"/>
                  <a:gd name="T21" fmla="*/ 130 h 312"/>
                  <a:gd name="T22" fmla="*/ 29 w 102"/>
                  <a:gd name="T23" fmla="*/ 140 h 312"/>
                  <a:gd name="T24" fmla="*/ 38 w 102"/>
                  <a:gd name="T25" fmla="*/ 153 h 312"/>
                  <a:gd name="T26" fmla="*/ 46 w 102"/>
                  <a:gd name="T27" fmla="*/ 162 h 312"/>
                  <a:gd name="T28" fmla="*/ 58 w 102"/>
                  <a:gd name="T29" fmla="*/ 178 h 312"/>
                  <a:gd name="T30" fmla="*/ 78 w 102"/>
                  <a:gd name="T31" fmla="*/ 202 h 312"/>
                  <a:gd name="T32" fmla="*/ 89 w 102"/>
                  <a:gd name="T33" fmla="*/ 218 h 312"/>
                  <a:gd name="T34" fmla="*/ 96 w 102"/>
                  <a:gd name="T35" fmla="*/ 227 h 312"/>
                  <a:gd name="T36" fmla="*/ 98 w 102"/>
                  <a:gd name="T37" fmla="*/ 240 h 312"/>
                  <a:gd name="T38" fmla="*/ 101 w 102"/>
                  <a:gd name="T39" fmla="*/ 253 h 312"/>
                  <a:gd name="T40" fmla="*/ 101 w 102"/>
                  <a:gd name="T41" fmla="*/ 269 h 312"/>
                  <a:gd name="T42" fmla="*/ 98 w 102"/>
                  <a:gd name="T43" fmla="*/ 279 h 312"/>
                  <a:gd name="T44" fmla="*/ 96 w 102"/>
                  <a:gd name="T45" fmla="*/ 295 h 312"/>
                  <a:gd name="T46" fmla="*/ 89 w 102"/>
                  <a:gd name="T47" fmla="*/ 311 h 312"/>
                  <a:gd name="T48" fmla="*/ 69 w 102"/>
                  <a:gd name="T49" fmla="*/ 292 h 312"/>
                  <a:gd name="T50" fmla="*/ 75 w 102"/>
                  <a:gd name="T51" fmla="*/ 279 h 312"/>
                  <a:gd name="T52" fmla="*/ 78 w 102"/>
                  <a:gd name="T53" fmla="*/ 266 h 312"/>
                  <a:gd name="T54" fmla="*/ 81 w 102"/>
                  <a:gd name="T55" fmla="*/ 253 h 312"/>
                  <a:gd name="T56" fmla="*/ 81 w 102"/>
                  <a:gd name="T57" fmla="*/ 237 h 312"/>
                  <a:gd name="T58" fmla="*/ 81 w 102"/>
                  <a:gd name="T59" fmla="*/ 227 h 312"/>
                  <a:gd name="T60" fmla="*/ 75 w 102"/>
                  <a:gd name="T61" fmla="*/ 211 h 312"/>
                  <a:gd name="T62" fmla="*/ 72 w 102"/>
                  <a:gd name="T63" fmla="*/ 202 h 312"/>
                  <a:gd name="T64" fmla="*/ 67 w 102"/>
                  <a:gd name="T65" fmla="*/ 191 h 312"/>
                  <a:gd name="T66" fmla="*/ 55 w 102"/>
                  <a:gd name="T67" fmla="*/ 181 h 312"/>
                  <a:gd name="T68" fmla="*/ 41 w 102"/>
                  <a:gd name="T69" fmla="*/ 169 h 312"/>
                  <a:gd name="T70" fmla="*/ 29 w 102"/>
                  <a:gd name="T71" fmla="*/ 156 h 312"/>
                  <a:gd name="T72" fmla="*/ 23 w 102"/>
                  <a:gd name="T73" fmla="*/ 146 h 312"/>
                  <a:gd name="T74" fmla="*/ 14 w 102"/>
                  <a:gd name="T75" fmla="*/ 127 h 312"/>
                  <a:gd name="T76" fmla="*/ 6 w 102"/>
                  <a:gd name="T77" fmla="*/ 110 h 312"/>
                  <a:gd name="T78" fmla="*/ 3 w 102"/>
                  <a:gd name="T79" fmla="*/ 104 h 312"/>
                  <a:gd name="T80" fmla="*/ 0 w 102"/>
                  <a:gd name="T81" fmla="*/ 84 h 312"/>
                  <a:gd name="T82" fmla="*/ 0 w 102"/>
                  <a:gd name="T83" fmla="*/ 62 h 312"/>
                  <a:gd name="T84" fmla="*/ 3 w 102"/>
                  <a:gd name="T85" fmla="*/ 49 h 312"/>
                  <a:gd name="T86" fmla="*/ 6 w 102"/>
                  <a:gd name="T87" fmla="*/ 35 h 312"/>
                  <a:gd name="T88" fmla="*/ 6 w 102"/>
                  <a:gd name="T89" fmla="*/ 23 h 312"/>
                  <a:gd name="T90" fmla="*/ 9 w 102"/>
                  <a:gd name="T91" fmla="*/ 10 h 312"/>
                  <a:gd name="T92" fmla="*/ 14 w 102"/>
                  <a:gd name="T93" fmla="*/ 0 h 312"/>
                  <a:gd name="T94" fmla="*/ 52 w 102"/>
                  <a:gd name="T95" fmla="*/ 7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2" h="312">
                    <a:moveTo>
                      <a:pt x="52" y="7"/>
                    </a:moveTo>
                    <a:lnTo>
                      <a:pt x="50" y="16"/>
                    </a:lnTo>
                    <a:lnTo>
                      <a:pt x="46" y="16"/>
                    </a:lnTo>
                    <a:lnTo>
                      <a:pt x="46" y="26"/>
                    </a:lnTo>
                    <a:lnTo>
                      <a:pt x="38" y="43"/>
                    </a:lnTo>
                    <a:lnTo>
                      <a:pt x="32" y="65"/>
                    </a:lnTo>
                    <a:lnTo>
                      <a:pt x="26" y="78"/>
                    </a:lnTo>
                    <a:lnTo>
                      <a:pt x="23" y="97"/>
                    </a:lnTo>
                    <a:lnTo>
                      <a:pt x="23" y="110"/>
                    </a:lnTo>
                    <a:lnTo>
                      <a:pt x="23" y="121"/>
                    </a:lnTo>
                    <a:lnTo>
                      <a:pt x="26" y="130"/>
                    </a:lnTo>
                    <a:lnTo>
                      <a:pt x="29" y="140"/>
                    </a:lnTo>
                    <a:lnTo>
                      <a:pt x="38" y="153"/>
                    </a:lnTo>
                    <a:lnTo>
                      <a:pt x="46" y="162"/>
                    </a:lnTo>
                    <a:lnTo>
                      <a:pt x="58" y="178"/>
                    </a:lnTo>
                    <a:lnTo>
                      <a:pt x="78" y="202"/>
                    </a:lnTo>
                    <a:lnTo>
                      <a:pt x="89" y="218"/>
                    </a:lnTo>
                    <a:lnTo>
                      <a:pt x="96" y="227"/>
                    </a:lnTo>
                    <a:lnTo>
                      <a:pt x="98" y="240"/>
                    </a:lnTo>
                    <a:lnTo>
                      <a:pt x="101" y="253"/>
                    </a:lnTo>
                    <a:lnTo>
                      <a:pt x="101" y="269"/>
                    </a:lnTo>
                    <a:lnTo>
                      <a:pt x="98" y="279"/>
                    </a:lnTo>
                    <a:lnTo>
                      <a:pt x="96" y="295"/>
                    </a:lnTo>
                    <a:lnTo>
                      <a:pt x="89" y="311"/>
                    </a:lnTo>
                    <a:lnTo>
                      <a:pt x="69" y="292"/>
                    </a:lnTo>
                    <a:lnTo>
                      <a:pt x="75" y="279"/>
                    </a:lnTo>
                    <a:lnTo>
                      <a:pt x="78" y="266"/>
                    </a:lnTo>
                    <a:lnTo>
                      <a:pt x="81" y="253"/>
                    </a:lnTo>
                    <a:lnTo>
                      <a:pt x="81" y="237"/>
                    </a:lnTo>
                    <a:lnTo>
                      <a:pt x="81" y="227"/>
                    </a:lnTo>
                    <a:lnTo>
                      <a:pt x="75" y="211"/>
                    </a:lnTo>
                    <a:lnTo>
                      <a:pt x="72" y="202"/>
                    </a:lnTo>
                    <a:lnTo>
                      <a:pt x="67" y="191"/>
                    </a:lnTo>
                    <a:lnTo>
                      <a:pt x="55" y="181"/>
                    </a:lnTo>
                    <a:lnTo>
                      <a:pt x="41" y="169"/>
                    </a:lnTo>
                    <a:lnTo>
                      <a:pt x="29" y="156"/>
                    </a:lnTo>
                    <a:lnTo>
                      <a:pt x="23" y="146"/>
                    </a:lnTo>
                    <a:lnTo>
                      <a:pt x="14" y="127"/>
                    </a:lnTo>
                    <a:lnTo>
                      <a:pt x="6" y="110"/>
                    </a:lnTo>
                    <a:lnTo>
                      <a:pt x="3" y="104"/>
                    </a:lnTo>
                    <a:lnTo>
                      <a:pt x="0" y="84"/>
                    </a:lnTo>
                    <a:lnTo>
                      <a:pt x="0" y="62"/>
                    </a:lnTo>
                    <a:lnTo>
                      <a:pt x="3" y="49"/>
                    </a:lnTo>
                    <a:lnTo>
                      <a:pt x="6" y="35"/>
                    </a:lnTo>
                    <a:lnTo>
                      <a:pt x="6" y="23"/>
                    </a:lnTo>
                    <a:lnTo>
                      <a:pt x="9" y="10"/>
                    </a:lnTo>
                    <a:lnTo>
                      <a:pt x="14" y="0"/>
                    </a:lnTo>
                    <a:lnTo>
                      <a:pt x="52" y="7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Freeform 60"/>
              <p:cNvSpPr>
                <a:spLocks/>
              </p:cNvSpPr>
              <p:nvPr/>
            </p:nvSpPr>
            <p:spPr bwMode="ltGray">
              <a:xfrm>
                <a:off x="2412" y="3901"/>
                <a:ext cx="58" cy="102"/>
              </a:xfrm>
              <a:custGeom>
                <a:avLst/>
                <a:gdLst>
                  <a:gd name="T0" fmla="*/ 16 w 58"/>
                  <a:gd name="T1" fmla="*/ 101 h 102"/>
                  <a:gd name="T2" fmla="*/ 0 w 58"/>
                  <a:gd name="T3" fmla="*/ 0 h 102"/>
                  <a:gd name="T4" fmla="*/ 57 w 58"/>
                  <a:gd name="T5" fmla="*/ 52 h 102"/>
                  <a:gd name="T6" fmla="*/ 16 w 58"/>
                  <a:gd name="T7" fmla="*/ 10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" h="102">
                    <a:moveTo>
                      <a:pt x="16" y="101"/>
                    </a:moveTo>
                    <a:lnTo>
                      <a:pt x="0" y="0"/>
                    </a:lnTo>
                    <a:lnTo>
                      <a:pt x="57" y="52"/>
                    </a:lnTo>
                    <a:lnTo>
                      <a:pt x="16" y="101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61"/>
              <p:cNvSpPr>
                <a:spLocks/>
              </p:cNvSpPr>
              <p:nvPr/>
            </p:nvSpPr>
            <p:spPr bwMode="ltGray">
              <a:xfrm>
                <a:off x="2972" y="63"/>
                <a:ext cx="56" cy="102"/>
              </a:xfrm>
              <a:custGeom>
                <a:avLst/>
                <a:gdLst>
                  <a:gd name="T0" fmla="*/ 14 w 56"/>
                  <a:gd name="T1" fmla="*/ 101 h 102"/>
                  <a:gd name="T2" fmla="*/ 0 w 56"/>
                  <a:gd name="T3" fmla="*/ 0 h 102"/>
                  <a:gd name="T4" fmla="*/ 55 w 56"/>
                  <a:gd name="T5" fmla="*/ 51 h 102"/>
                  <a:gd name="T6" fmla="*/ 14 w 56"/>
                  <a:gd name="T7" fmla="*/ 10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6" h="102">
                    <a:moveTo>
                      <a:pt x="14" y="101"/>
                    </a:moveTo>
                    <a:lnTo>
                      <a:pt x="0" y="0"/>
                    </a:lnTo>
                    <a:lnTo>
                      <a:pt x="55" y="51"/>
                    </a:lnTo>
                    <a:lnTo>
                      <a:pt x="14" y="101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62"/>
              <p:cNvSpPr>
                <a:spLocks/>
              </p:cNvSpPr>
              <p:nvPr/>
            </p:nvSpPr>
            <p:spPr bwMode="ltGray">
              <a:xfrm>
                <a:off x="212" y="884"/>
                <a:ext cx="59" cy="101"/>
              </a:xfrm>
              <a:custGeom>
                <a:avLst/>
                <a:gdLst>
                  <a:gd name="T0" fmla="*/ 16 w 59"/>
                  <a:gd name="T1" fmla="*/ 100 h 101"/>
                  <a:gd name="T2" fmla="*/ 0 w 59"/>
                  <a:gd name="T3" fmla="*/ 0 h 101"/>
                  <a:gd name="T4" fmla="*/ 58 w 59"/>
                  <a:gd name="T5" fmla="*/ 51 h 101"/>
                  <a:gd name="T6" fmla="*/ 16 w 59"/>
                  <a:gd name="T7" fmla="*/ 10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101">
                    <a:moveTo>
                      <a:pt x="16" y="100"/>
                    </a:moveTo>
                    <a:lnTo>
                      <a:pt x="0" y="0"/>
                    </a:lnTo>
                    <a:lnTo>
                      <a:pt x="58" y="51"/>
                    </a:lnTo>
                    <a:lnTo>
                      <a:pt x="16" y="10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63"/>
              <p:cNvSpPr>
                <a:spLocks/>
              </p:cNvSpPr>
              <p:nvPr/>
            </p:nvSpPr>
            <p:spPr bwMode="ltGray">
              <a:xfrm>
                <a:off x="1452" y="115"/>
                <a:ext cx="53" cy="68"/>
              </a:xfrm>
              <a:custGeom>
                <a:avLst/>
                <a:gdLst>
                  <a:gd name="T0" fmla="*/ 30 w 53"/>
                  <a:gd name="T1" fmla="*/ 0 h 68"/>
                  <a:gd name="T2" fmla="*/ 0 w 53"/>
                  <a:gd name="T3" fmla="*/ 18 h 68"/>
                  <a:gd name="T4" fmla="*/ 14 w 53"/>
                  <a:gd name="T5" fmla="*/ 67 h 68"/>
                  <a:gd name="T6" fmla="*/ 52 w 53"/>
                  <a:gd name="T7" fmla="*/ 42 h 68"/>
                  <a:gd name="T8" fmla="*/ 30 w 53"/>
                  <a:gd name="T9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" h="68">
                    <a:moveTo>
                      <a:pt x="30" y="0"/>
                    </a:moveTo>
                    <a:lnTo>
                      <a:pt x="0" y="18"/>
                    </a:lnTo>
                    <a:lnTo>
                      <a:pt x="14" y="67"/>
                    </a:lnTo>
                    <a:lnTo>
                      <a:pt x="52" y="42"/>
                    </a:lnTo>
                    <a:lnTo>
                      <a:pt x="3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64"/>
              <p:cNvSpPr>
                <a:spLocks/>
              </p:cNvSpPr>
              <p:nvPr/>
            </p:nvSpPr>
            <p:spPr bwMode="ltGray">
              <a:xfrm>
                <a:off x="4571" y="216"/>
                <a:ext cx="55" cy="66"/>
              </a:xfrm>
              <a:custGeom>
                <a:avLst/>
                <a:gdLst>
                  <a:gd name="T0" fmla="*/ 30 w 55"/>
                  <a:gd name="T1" fmla="*/ 0 h 66"/>
                  <a:gd name="T2" fmla="*/ 0 w 55"/>
                  <a:gd name="T3" fmla="*/ 18 h 66"/>
                  <a:gd name="T4" fmla="*/ 16 w 55"/>
                  <a:gd name="T5" fmla="*/ 65 h 66"/>
                  <a:gd name="T6" fmla="*/ 54 w 55"/>
                  <a:gd name="T7" fmla="*/ 42 h 66"/>
                  <a:gd name="T8" fmla="*/ 30 w 55"/>
                  <a:gd name="T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66">
                    <a:moveTo>
                      <a:pt x="30" y="0"/>
                    </a:moveTo>
                    <a:lnTo>
                      <a:pt x="0" y="18"/>
                    </a:lnTo>
                    <a:lnTo>
                      <a:pt x="16" y="65"/>
                    </a:lnTo>
                    <a:lnTo>
                      <a:pt x="54" y="42"/>
                    </a:lnTo>
                    <a:lnTo>
                      <a:pt x="3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65"/>
              <p:cNvSpPr>
                <a:spLocks/>
              </p:cNvSpPr>
              <p:nvPr/>
            </p:nvSpPr>
            <p:spPr bwMode="ltGray">
              <a:xfrm>
                <a:off x="5490" y="2335"/>
                <a:ext cx="57" cy="69"/>
              </a:xfrm>
              <a:custGeom>
                <a:avLst/>
                <a:gdLst>
                  <a:gd name="T0" fmla="*/ 31 w 57"/>
                  <a:gd name="T1" fmla="*/ 0 h 69"/>
                  <a:gd name="T2" fmla="*/ 0 w 57"/>
                  <a:gd name="T3" fmla="*/ 21 h 69"/>
                  <a:gd name="T4" fmla="*/ 17 w 57"/>
                  <a:gd name="T5" fmla="*/ 68 h 69"/>
                  <a:gd name="T6" fmla="*/ 56 w 57"/>
                  <a:gd name="T7" fmla="*/ 44 h 69"/>
                  <a:gd name="T8" fmla="*/ 31 w 57"/>
                  <a:gd name="T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69">
                    <a:moveTo>
                      <a:pt x="31" y="0"/>
                    </a:moveTo>
                    <a:lnTo>
                      <a:pt x="0" y="21"/>
                    </a:lnTo>
                    <a:lnTo>
                      <a:pt x="17" y="68"/>
                    </a:lnTo>
                    <a:lnTo>
                      <a:pt x="56" y="44"/>
                    </a:lnTo>
                    <a:lnTo>
                      <a:pt x="31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66"/>
              <p:cNvSpPr>
                <a:spLocks/>
              </p:cNvSpPr>
              <p:nvPr/>
            </p:nvSpPr>
            <p:spPr bwMode="ltGray">
              <a:xfrm>
                <a:off x="5631" y="1402"/>
                <a:ext cx="58" cy="65"/>
              </a:xfrm>
              <a:custGeom>
                <a:avLst/>
                <a:gdLst>
                  <a:gd name="T0" fmla="*/ 31 w 58"/>
                  <a:gd name="T1" fmla="*/ 0 h 65"/>
                  <a:gd name="T2" fmla="*/ 0 w 58"/>
                  <a:gd name="T3" fmla="*/ 17 h 65"/>
                  <a:gd name="T4" fmla="*/ 17 w 58"/>
                  <a:gd name="T5" fmla="*/ 64 h 65"/>
                  <a:gd name="T6" fmla="*/ 57 w 58"/>
                  <a:gd name="T7" fmla="*/ 41 h 65"/>
                  <a:gd name="T8" fmla="*/ 31 w 58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65">
                    <a:moveTo>
                      <a:pt x="31" y="0"/>
                    </a:moveTo>
                    <a:lnTo>
                      <a:pt x="0" y="17"/>
                    </a:lnTo>
                    <a:lnTo>
                      <a:pt x="17" y="64"/>
                    </a:lnTo>
                    <a:lnTo>
                      <a:pt x="57" y="41"/>
                    </a:lnTo>
                    <a:lnTo>
                      <a:pt x="31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67"/>
              <p:cNvSpPr>
                <a:spLocks/>
              </p:cNvSpPr>
              <p:nvPr/>
            </p:nvSpPr>
            <p:spPr bwMode="ltGray">
              <a:xfrm>
                <a:off x="0" y="1366"/>
                <a:ext cx="60" cy="102"/>
              </a:xfrm>
              <a:custGeom>
                <a:avLst/>
                <a:gdLst>
                  <a:gd name="T0" fmla="*/ 17 w 60"/>
                  <a:gd name="T1" fmla="*/ 101 h 102"/>
                  <a:gd name="T2" fmla="*/ 0 w 60"/>
                  <a:gd name="T3" fmla="*/ 0 h 102"/>
                  <a:gd name="T4" fmla="*/ 59 w 60"/>
                  <a:gd name="T5" fmla="*/ 52 h 102"/>
                  <a:gd name="T6" fmla="*/ 17 w 60"/>
                  <a:gd name="T7" fmla="*/ 10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" h="102">
                    <a:moveTo>
                      <a:pt x="17" y="101"/>
                    </a:moveTo>
                    <a:lnTo>
                      <a:pt x="0" y="0"/>
                    </a:lnTo>
                    <a:lnTo>
                      <a:pt x="59" y="52"/>
                    </a:lnTo>
                    <a:lnTo>
                      <a:pt x="17" y="101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68"/>
              <p:cNvSpPr>
                <a:spLocks/>
              </p:cNvSpPr>
              <p:nvPr/>
            </p:nvSpPr>
            <p:spPr bwMode="ltGray">
              <a:xfrm>
                <a:off x="196" y="1205"/>
                <a:ext cx="59" cy="105"/>
              </a:xfrm>
              <a:custGeom>
                <a:avLst/>
                <a:gdLst>
                  <a:gd name="T0" fmla="*/ 17 w 59"/>
                  <a:gd name="T1" fmla="*/ 104 h 105"/>
                  <a:gd name="T2" fmla="*/ 0 w 59"/>
                  <a:gd name="T3" fmla="*/ 0 h 105"/>
                  <a:gd name="T4" fmla="*/ 58 w 59"/>
                  <a:gd name="T5" fmla="*/ 54 h 105"/>
                  <a:gd name="T6" fmla="*/ 17 w 59"/>
                  <a:gd name="T7" fmla="*/ 104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105">
                    <a:moveTo>
                      <a:pt x="17" y="104"/>
                    </a:moveTo>
                    <a:lnTo>
                      <a:pt x="0" y="0"/>
                    </a:lnTo>
                    <a:lnTo>
                      <a:pt x="58" y="54"/>
                    </a:lnTo>
                    <a:lnTo>
                      <a:pt x="17" y="104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 69"/>
              <p:cNvSpPr>
                <a:spLocks/>
              </p:cNvSpPr>
              <p:nvPr/>
            </p:nvSpPr>
            <p:spPr bwMode="ltGray">
              <a:xfrm>
                <a:off x="373" y="786"/>
                <a:ext cx="104" cy="309"/>
              </a:xfrm>
              <a:custGeom>
                <a:avLst/>
                <a:gdLst>
                  <a:gd name="T0" fmla="*/ 53 w 104"/>
                  <a:gd name="T1" fmla="*/ 6 h 309"/>
                  <a:gd name="T2" fmla="*/ 51 w 104"/>
                  <a:gd name="T3" fmla="*/ 16 h 309"/>
                  <a:gd name="T4" fmla="*/ 47 w 104"/>
                  <a:gd name="T5" fmla="*/ 16 h 309"/>
                  <a:gd name="T6" fmla="*/ 44 w 104"/>
                  <a:gd name="T7" fmla="*/ 22 h 309"/>
                  <a:gd name="T8" fmla="*/ 39 w 104"/>
                  <a:gd name="T9" fmla="*/ 42 h 309"/>
                  <a:gd name="T10" fmla="*/ 29 w 104"/>
                  <a:gd name="T11" fmla="*/ 65 h 309"/>
                  <a:gd name="T12" fmla="*/ 27 w 104"/>
                  <a:gd name="T13" fmla="*/ 77 h 309"/>
                  <a:gd name="T14" fmla="*/ 24 w 104"/>
                  <a:gd name="T15" fmla="*/ 97 h 309"/>
                  <a:gd name="T16" fmla="*/ 24 w 104"/>
                  <a:gd name="T17" fmla="*/ 106 h 309"/>
                  <a:gd name="T18" fmla="*/ 24 w 104"/>
                  <a:gd name="T19" fmla="*/ 120 h 309"/>
                  <a:gd name="T20" fmla="*/ 27 w 104"/>
                  <a:gd name="T21" fmla="*/ 130 h 309"/>
                  <a:gd name="T22" fmla="*/ 29 w 104"/>
                  <a:gd name="T23" fmla="*/ 139 h 309"/>
                  <a:gd name="T24" fmla="*/ 39 w 104"/>
                  <a:gd name="T25" fmla="*/ 149 h 309"/>
                  <a:gd name="T26" fmla="*/ 47 w 104"/>
                  <a:gd name="T27" fmla="*/ 162 h 309"/>
                  <a:gd name="T28" fmla="*/ 59 w 104"/>
                  <a:gd name="T29" fmla="*/ 178 h 309"/>
                  <a:gd name="T30" fmla="*/ 80 w 104"/>
                  <a:gd name="T31" fmla="*/ 201 h 309"/>
                  <a:gd name="T32" fmla="*/ 91 w 104"/>
                  <a:gd name="T33" fmla="*/ 217 h 309"/>
                  <a:gd name="T34" fmla="*/ 97 w 104"/>
                  <a:gd name="T35" fmla="*/ 227 h 309"/>
                  <a:gd name="T36" fmla="*/ 100 w 104"/>
                  <a:gd name="T37" fmla="*/ 239 h 309"/>
                  <a:gd name="T38" fmla="*/ 103 w 104"/>
                  <a:gd name="T39" fmla="*/ 252 h 309"/>
                  <a:gd name="T40" fmla="*/ 103 w 104"/>
                  <a:gd name="T41" fmla="*/ 265 h 309"/>
                  <a:gd name="T42" fmla="*/ 100 w 104"/>
                  <a:gd name="T43" fmla="*/ 279 h 309"/>
                  <a:gd name="T44" fmla="*/ 97 w 104"/>
                  <a:gd name="T45" fmla="*/ 295 h 309"/>
                  <a:gd name="T46" fmla="*/ 91 w 104"/>
                  <a:gd name="T47" fmla="*/ 308 h 309"/>
                  <a:gd name="T48" fmla="*/ 71 w 104"/>
                  <a:gd name="T49" fmla="*/ 288 h 309"/>
                  <a:gd name="T50" fmla="*/ 76 w 104"/>
                  <a:gd name="T51" fmla="*/ 279 h 309"/>
                  <a:gd name="T52" fmla="*/ 80 w 104"/>
                  <a:gd name="T53" fmla="*/ 262 h 309"/>
                  <a:gd name="T54" fmla="*/ 83 w 104"/>
                  <a:gd name="T55" fmla="*/ 252 h 309"/>
                  <a:gd name="T56" fmla="*/ 83 w 104"/>
                  <a:gd name="T57" fmla="*/ 236 h 309"/>
                  <a:gd name="T58" fmla="*/ 83 w 104"/>
                  <a:gd name="T59" fmla="*/ 227 h 309"/>
                  <a:gd name="T60" fmla="*/ 76 w 104"/>
                  <a:gd name="T61" fmla="*/ 211 h 309"/>
                  <a:gd name="T62" fmla="*/ 74 w 104"/>
                  <a:gd name="T63" fmla="*/ 201 h 309"/>
                  <a:gd name="T64" fmla="*/ 68 w 104"/>
                  <a:gd name="T65" fmla="*/ 190 h 309"/>
                  <a:gd name="T66" fmla="*/ 56 w 104"/>
                  <a:gd name="T67" fmla="*/ 181 h 309"/>
                  <a:gd name="T68" fmla="*/ 41 w 104"/>
                  <a:gd name="T69" fmla="*/ 168 h 309"/>
                  <a:gd name="T70" fmla="*/ 29 w 104"/>
                  <a:gd name="T71" fmla="*/ 155 h 309"/>
                  <a:gd name="T72" fmla="*/ 24 w 104"/>
                  <a:gd name="T73" fmla="*/ 146 h 309"/>
                  <a:gd name="T74" fmla="*/ 12 w 104"/>
                  <a:gd name="T75" fmla="*/ 126 h 309"/>
                  <a:gd name="T76" fmla="*/ 6 w 104"/>
                  <a:gd name="T77" fmla="*/ 109 h 309"/>
                  <a:gd name="T78" fmla="*/ 3 w 104"/>
                  <a:gd name="T79" fmla="*/ 100 h 309"/>
                  <a:gd name="T80" fmla="*/ 0 w 104"/>
                  <a:gd name="T81" fmla="*/ 84 h 309"/>
                  <a:gd name="T82" fmla="*/ 0 w 104"/>
                  <a:gd name="T83" fmla="*/ 61 h 309"/>
                  <a:gd name="T84" fmla="*/ 3 w 104"/>
                  <a:gd name="T85" fmla="*/ 49 h 309"/>
                  <a:gd name="T86" fmla="*/ 6 w 104"/>
                  <a:gd name="T87" fmla="*/ 35 h 309"/>
                  <a:gd name="T88" fmla="*/ 6 w 104"/>
                  <a:gd name="T89" fmla="*/ 22 h 309"/>
                  <a:gd name="T90" fmla="*/ 9 w 104"/>
                  <a:gd name="T91" fmla="*/ 9 h 309"/>
                  <a:gd name="T92" fmla="*/ 15 w 104"/>
                  <a:gd name="T93" fmla="*/ 0 h 309"/>
                  <a:gd name="T94" fmla="*/ 53 w 104"/>
                  <a:gd name="T95" fmla="*/ 6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4" h="309">
                    <a:moveTo>
                      <a:pt x="53" y="6"/>
                    </a:moveTo>
                    <a:lnTo>
                      <a:pt x="51" y="16"/>
                    </a:lnTo>
                    <a:lnTo>
                      <a:pt x="47" y="16"/>
                    </a:lnTo>
                    <a:lnTo>
                      <a:pt x="44" y="22"/>
                    </a:lnTo>
                    <a:lnTo>
                      <a:pt x="39" y="42"/>
                    </a:lnTo>
                    <a:lnTo>
                      <a:pt x="29" y="65"/>
                    </a:lnTo>
                    <a:lnTo>
                      <a:pt x="27" y="77"/>
                    </a:lnTo>
                    <a:lnTo>
                      <a:pt x="24" y="97"/>
                    </a:lnTo>
                    <a:lnTo>
                      <a:pt x="24" y="106"/>
                    </a:lnTo>
                    <a:lnTo>
                      <a:pt x="24" y="120"/>
                    </a:lnTo>
                    <a:lnTo>
                      <a:pt x="27" y="130"/>
                    </a:lnTo>
                    <a:lnTo>
                      <a:pt x="29" y="139"/>
                    </a:lnTo>
                    <a:lnTo>
                      <a:pt x="39" y="149"/>
                    </a:lnTo>
                    <a:lnTo>
                      <a:pt x="47" y="162"/>
                    </a:lnTo>
                    <a:lnTo>
                      <a:pt x="59" y="178"/>
                    </a:lnTo>
                    <a:lnTo>
                      <a:pt x="80" y="201"/>
                    </a:lnTo>
                    <a:lnTo>
                      <a:pt x="91" y="217"/>
                    </a:lnTo>
                    <a:lnTo>
                      <a:pt x="97" y="227"/>
                    </a:lnTo>
                    <a:lnTo>
                      <a:pt x="100" y="239"/>
                    </a:lnTo>
                    <a:lnTo>
                      <a:pt x="103" y="252"/>
                    </a:lnTo>
                    <a:lnTo>
                      <a:pt x="103" y="265"/>
                    </a:lnTo>
                    <a:lnTo>
                      <a:pt x="100" y="279"/>
                    </a:lnTo>
                    <a:lnTo>
                      <a:pt x="97" y="295"/>
                    </a:lnTo>
                    <a:lnTo>
                      <a:pt x="91" y="308"/>
                    </a:lnTo>
                    <a:lnTo>
                      <a:pt x="71" y="288"/>
                    </a:lnTo>
                    <a:lnTo>
                      <a:pt x="76" y="279"/>
                    </a:lnTo>
                    <a:lnTo>
                      <a:pt x="80" y="262"/>
                    </a:lnTo>
                    <a:lnTo>
                      <a:pt x="83" y="252"/>
                    </a:lnTo>
                    <a:lnTo>
                      <a:pt x="83" y="236"/>
                    </a:lnTo>
                    <a:lnTo>
                      <a:pt x="83" y="227"/>
                    </a:lnTo>
                    <a:lnTo>
                      <a:pt x="76" y="211"/>
                    </a:lnTo>
                    <a:lnTo>
                      <a:pt x="74" y="201"/>
                    </a:lnTo>
                    <a:lnTo>
                      <a:pt x="68" y="190"/>
                    </a:lnTo>
                    <a:lnTo>
                      <a:pt x="56" y="181"/>
                    </a:lnTo>
                    <a:lnTo>
                      <a:pt x="41" y="168"/>
                    </a:lnTo>
                    <a:lnTo>
                      <a:pt x="29" y="155"/>
                    </a:lnTo>
                    <a:lnTo>
                      <a:pt x="24" y="146"/>
                    </a:lnTo>
                    <a:lnTo>
                      <a:pt x="12" y="126"/>
                    </a:lnTo>
                    <a:lnTo>
                      <a:pt x="6" y="109"/>
                    </a:lnTo>
                    <a:lnTo>
                      <a:pt x="3" y="100"/>
                    </a:lnTo>
                    <a:lnTo>
                      <a:pt x="0" y="84"/>
                    </a:lnTo>
                    <a:lnTo>
                      <a:pt x="0" y="61"/>
                    </a:lnTo>
                    <a:lnTo>
                      <a:pt x="3" y="49"/>
                    </a:lnTo>
                    <a:lnTo>
                      <a:pt x="6" y="35"/>
                    </a:lnTo>
                    <a:lnTo>
                      <a:pt x="6" y="22"/>
                    </a:lnTo>
                    <a:lnTo>
                      <a:pt x="9" y="9"/>
                    </a:lnTo>
                    <a:lnTo>
                      <a:pt x="15" y="0"/>
                    </a:lnTo>
                    <a:lnTo>
                      <a:pt x="53" y="6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Rectangle 70"/>
              <p:cNvSpPr>
                <a:spLocks noChangeArrowheads="1"/>
              </p:cNvSpPr>
              <p:nvPr/>
            </p:nvSpPr>
            <p:spPr bwMode="ltGray">
              <a:xfrm>
                <a:off x="2057" y="705"/>
                <a:ext cx="62" cy="64"/>
              </a:xfrm>
              <a:prstGeom prst="rect">
                <a:avLst/>
              </a:pr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" name="Freeform 71"/>
              <p:cNvSpPr>
                <a:spLocks/>
              </p:cNvSpPr>
              <p:nvPr/>
            </p:nvSpPr>
            <p:spPr bwMode="ltGray">
              <a:xfrm>
                <a:off x="4372" y="448"/>
                <a:ext cx="99" cy="311"/>
              </a:xfrm>
              <a:custGeom>
                <a:avLst/>
                <a:gdLst>
                  <a:gd name="T0" fmla="*/ 49 w 99"/>
                  <a:gd name="T1" fmla="*/ 304 h 311"/>
                  <a:gd name="T2" fmla="*/ 52 w 99"/>
                  <a:gd name="T3" fmla="*/ 294 h 311"/>
                  <a:gd name="T4" fmla="*/ 55 w 99"/>
                  <a:gd name="T5" fmla="*/ 288 h 311"/>
                  <a:gd name="T6" fmla="*/ 60 w 99"/>
                  <a:gd name="T7" fmla="*/ 272 h 311"/>
                  <a:gd name="T8" fmla="*/ 69 w 99"/>
                  <a:gd name="T9" fmla="*/ 245 h 311"/>
                  <a:gd name="T10" fmla="*/ 72 w 99"/>
                  <a:gd name="T11" fmla="*/ 232 h 311"/>
                  <a:gd name="T12" fmla="*/ 75 w 99"/>
                  <a:gd name="T13" fmla="*/ 213 h 311"/>
                  <a:gd name="T14" fmla="*/ 75 w 99"/>
                  <a:gd name="T15" fmla="*/ 203 h 311"/>
                  <a:gd name="T16" fmla="*/ 75 w 99"/>
                  <a:gd name="T17" fmla="*/ 191 h 311"/>
                  <a:gd name="T18" fmla="*/ 75 w 99"/>
                  <a:gd name="T19" fmla="*/ 181 h 311"/>
                  <a:gd name="T20" fmla="*/ 69 w 99"/>
                  <a:gd name="T21" fmla="*/ 171 h 311"/>
                  <a:gd name="T22" fmla="*/ 64 w 99"/>
                  <a:gd name="T23" fmla="*/ 162 h 311"/>
                  <a:gd name="T24" fmla="*/ 52 w 99"/>
                  <a:gd name="T25" fmla="*/ 148 h 311"/>
                  <a:gd name="T26" fmla="*/ 40 w 99"/>
                  <a:gd name="T27" fmla="*/ 135 h 311"/>
                  <a:gd name="T28" fmla="*/ 23 w 99"/>
                  <a:gd name="T29" fmla="*/ 110 h 311"/>
                  <a:gd name="T30" fmla="*/ 9 w 99"/>
                  <a:gd name="T31" fmla="*/ 94 h 311"/>
                  <a:gd name="T32" fmla="*/ 3 w 99"/>
                  <a:gd name="T33" fmla="*/ 84 h 311"/>
                  <a:gd name="T34" fmla="*/ 0 w 99"/>
                  <a:gd name="T35" fmla="*/ 74 h 311"/>
                  <a:gd name="T36" fmla="*/ 0 w 99"/>
                  <a:gd name="T37" fmla="*/ 58 h 311"/>
                  <a:gd name="T38" fmla="*/ 0 w 99"/>
                  <a:gd name="T39" fmla="*/ 45 h 311"/>
                  <a:gd name="T40" fmla="*/ 0 w 99"/>
                  <a:gd name="T41" fmla="*/ 32 h 311"/>
                  <a:gd name="T42" fmla="*/ 6 w 99"/>
                  <a:gd name="T43" fmla="*/ 16 h 311"/>
                  <a:gd name="T44" fmla="*/ 9 w 99"/>
                  <a:gd name="T45" fmla="*/ 0 h 311"/>
                  <a:gd name="T46" fmla="*/ 29 w 99"/>
                  <a:gd name="T47" fmla="*/ 22 h 311"/>
                  <a:gd name="T48" fmla="*/ 26 w 99"/>
                  <a:gd name="T49" fmla="*/ 32 h 311"/>
                  <a:gd name="T50" fmla="*/ 21 w 99"/>
                  <a:gd name="T51" fmla="*/ 48 h 311"/>
                  <a:gd name="T52" fmla="*/ 17 w 99"/>
                  <a:gd name="T53" fmla="*/ 62 h 311"/>
                  <a:gd name="T54" fmla="*/ 17 w 99"/>
                  <a:gd name="T55" fmla="*/ 74 h 311"/>
                  <a:gd name="T56" fmla="*/ 17 w 99"/>
                  <a:gd name="T57" fmla="*/ 84 h 311"/>
                  <a:gd name="T58" fmla="*/ 23 w 99"/>
                  <a:gd name="T59" fmla="*/ 100 h 311"/>
                  <a:gd name="T60" fmla="*/ 26 w 99"/>
                  <a:gd name="T61" fmla="*/ 110 h 311"/>
                  <a:gd name="T62" fmla="*/ 35 w 99"/>
                  <a:gd name="T63" fmla="*/ 119 h 311"/>
                  <a:gd name="T64" fmla="*/ 43 w 99"/>
                  <a:gd name="T65" fmla="*/ 129 h 311"/>
                  <a:gd name="T66" fmla="*/ 58 w 99"/>
                  <a:gd name="T67" fmla="*/ 142 h 311"/>
                  <a:gd name="T68" fmla="*/ 69 w 99"/>
                  <a:gd name="T69" fmla="*/ 154 h 311"/>
                  <a:gd name="T70" fmla="*/ 75 w 99"/>
                  <a:gd name="T71" fmla="*/ 168 h 311"/>
                  <a:gd name="T72" fmla="*/ 86 w 99"/>
                  <a:gd name="T73" fmla="*/ 187 h 311"/>
                  <a:gd name="T74" fmla="*/ 95 w 99"/>
                  <a:gd name="T75" fmla="*/ 200 h 311"/>
                  <a:gd name="T76" fmla="*/ 95 w 99"/>
                  <a:gd name="T77" fmla="*/ 210 h 311"/>
                  <a:gd name="T78" fmla="*/ 98 w 99"/>
                  <a:gd name="T79" fmla="*/ 226 h 311"/>
                  <a:gd name="T80" fmla="*/ 98 w 99"/>
                  <a:gd name="T81" fmla="*/ 248 h 311"/>
                  <a:gd name="T82" fmla="*/ 95 w 99"/>
                  <a:gd name="T83" fmla="*/ 262 h 311"/>
                  <a:gd name="T84" fmla="*/ 95 w 99"/>
                  <a:gd name="T85" fmla="*/ 278 h 311"/>
                  <a:gd name="T86" fmla="*/ 93 w 99"/>
                  <a:gd name="T87" fmla="*/ 288 h 311"/>
                  <a:gd name="T88" fmla="*/ 89 w 99"/>
                  <a:gd name="T89" fmla="*/ 300 h 311"/>
                  <a:gd name="T90" fmla="*/ 86 w 99"/>
                  <a:gd name="T91" fmla="*/ 310 h 311"/>
                  <a:gd name="T92" fmla="*/ 49 w 99"/>
                  <a:gd name="T93" fmla="*/ 304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99" h="311">
                    <a:moveTo>
                      <a:pt x="49" y="304"/>
                    </a:moveTo>
                    <a:lnTo>
                      <a:pt x="52" y="294"/>
                    </a:lnTo>
                    <a:lnTo>
                      <a:pt x="55" y="288"/>
                    </a:lnTo>
                    <a:lnTo>
                      <a:pt x="60" y="272"/>
                    </a:lnTo>
                    <a:lnTo>
                      <a:pt x="69" y="245"/>
                    </a:lnTo>
                    <a:lnTo>
                      <a:pt x="72" y="232"/>
                    </a:lnTo>
                    <a:lnTo>
                      <a:pt x="75" y="213"/>
                    </a:lnTo>
                    <a:lnTo>
                      <a:pt x="75" y="203"/>
                    </a:lnTo>
                    <a:lnTo>
                      <a:pt x="75" y="191"/>
                    </a:lnTo>
                    <a:lnTo>
                      <a:pt x="75" y="181"/>
                    </a:lnTo>
                    <a:lnTo>
                      <a:pt x="69" y="171"/>
                    </a:lnTo>
                    <a:lnTo>
                      <a:pt x="64" y="162"/>
                    </a:lnTo>
                    <a:lnTo>
                      <a:pt x="52" y="148"/>
                    </a:lnTo>
                    <a:lnTo>
                      <a:pt x="40" y="135"/>
                    </a:lnTo>
                    <a:lnTo>
                      <a:pt x="23" y="110"/>
                    </a:lnTo>
                    <a:lnTo>
                      <a:pt x="9" y="94"/>
                    </a:lnTo>
                    <a:lnTo>
                      <a:pt x="3" y="84"/>
                    </a:lnTo>
                    <a:lnTo>
                      <a:pt x="0" y="74"/>
                    </a:lnTo>
                    <a:lnTo>
                      <a:pt x="0" y="58"/>
                    </a:lnTo>
                    <a:lnTo>
                      <a:pt x="0" y="45"/>
                    </a:lnTo>
                    <a:lnTo>
                      <a:pt x="0" y="32"/>
                    </a:lnTo>
                    <a:lnTo>
                      <a:pt x="6" y="16"/>
                    </a:lnTo>
                    <a:lnTo>
                      <a:pt x="9" y="0"/>
                    </a:lnTo>
                    <a:lnTo>
                      <a:pt x="29" y="22"/>
                    </a:lnTo>
                    <a:lnTo>
                      <a:pt x="26" y="32"/>
                    </a:lnTo>
                    <a:lnTo>
                      <a:pt x="21" y="48"/>
                    </a:lnTo>
                    <a:lnTo>
                      <a:pt x="17" y="62"/>
                    </a:lnTo>
                    <a:lnTo>
                      <a:pt x="17" y="74"/>
                    </a:lnTo>
                    <a:lnTo>
                      <a:pt x="17" y="84"/>
                    </a:lnTo>
                    <a:lnTo>
                      <a:pt x="23" y="100"/>
                    </a:lnTo>
                    <a:lnTo>
                      <a:pt x="26" y="110"/>
                    </a:lnTo>
                    <a:lnTo>
                      <a:pt x="35" y="119"/>
                    </a:lnTo>
                    <a:lnTo>
                      <a:pt x="43" y="129"/>
                    </a:lnTo>
                    <a:lnTo>
                      <a:pt x="58" y="142"/>
                    </a:lnTo>
                    <a:lnTo>
                      <a:pt x="69" y="154"/>
                    </a:lnTo>
                    <a:lnTo>
                      <a:pt x="75" y="168"/>
                    </a:lnTo>
                    <a:lnTo>
                      <a:pt x="86" y="187"/>
                    </a:lnTo>
                    <a:lnTo>
                      <a:pt x="95" y="200"/>
                    </a:lnTo>
                    <a:lnTo>
                      <a:pt x="95" y="210"/>
                    </a:lnTo>
                    <a:lnTo>
                      <a:pt x="98" y="226"/>
                    </a:lnTo>
                    <a:lnTo>
                      <a:pt x="98" y="248"/>
                    </a:lnTo>
                    <a:lnTo>
                      <a:pt x="95" y="262"/>
                    </a:lnTo>
                    <a:lnTo>
                      <a:pt x="95" y="278"/>
                    </a:lnTo>
                    <a:lnTo>
                      <a:pt x="93" y="288"/>
                    </a:lnTo>
                    <a:lnTo>
                      <a:pt x="89" y="300"/>
                    </a:lnTo>
                    <a:lnTo>
                      <a:pt x="86" y="310"/>
                    </a:lnTo>
                    <a:lnTo>
                      <a:pt x="49" y="304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72"/>
              <p:cNvSpPr>
                <a:spLocks/>
              </p:cNvSpPr>
              <p:nvPr/>
            </p:nvSpPr>
            <p:spPr bwMode="ltGray">
              <a:xfrm>
                <a:off x="1612" y="482"/>
                <a:ext cx="228" cy="116"/>
              </a:xfrm>
              <a:custGeom>
                <a:avLst/>
                <a:gdLst>
                  <a:gd name="T0" fmla="*/ 227 w 228"/>
                  <a:gd name="T1" fmla="*/ 112 h 116"/>
                  <a:gd name="T2" fmla="*/ 220 w 228"/>
                  <a:gd name="T3" fmla="*/ 115 h 116"/>
                  <a:gd name="T4" fmla="*/ 209 w 228"/>
                  <a:gd name="T5" fmla="*/ 115 h 116"/>
                  <a:gd name="T6" fmla="*/ 200 w 228"/>
                  <a:gd name="T7" fmla="*/ 115 h 116"/>
                  <a:gd name="T8" fmla="*/ 187 w 228"/>
                  <a:gd name="T9" fmla="*/ 112 h 116"/>
                  <a:gd name="T10" fmla="*/ 179 w 228"/>
                  <a:gd name="T11" fmla="*/ 108 h 116"/>
                  <a:gd name="T12" fmla="*/ 169 w 228"/>
                  <a:gd name="T13" fmla="*/ 105 h 116"/>
                  <a:gd name="T14" fmla="*/ 164 w 228"/>
                  <a:gd name="T15" fmla="*/ 100 h 116"/>
                  <a:gd name="T16" fmla="*/ 157 w 228"/>
                  <a:gd name="T17" fmla="*/ 90 h 116"/>
                  <a:gd name="T18" fmla="*/ 151 w 228"/>
                  <a:gd name="T19" fmla="*/ 84 h 116"/>
                  <a:gd name="T20" fmla="*/ 148 w 228"/>
                  <a:gd name="T21" fmla="*/ 77 h 116"/>
                  <a:gd name="T22" fmla="*/ 145 w 228"/>
                  <a:gd name="T23" fmla="*/ 72 h 116"/>
                  <a:gd name="T24" fmla="*/ 133 w 228"/>
                  <a:gd name="T25" fmla="*/ 56 h 116"/>
                  <a:gd name="T26" fmla="*/ 118 w 228"/>
                  <a:gd name="T27" fmla="*/ 41 h 116"/>
                  <a:gd name="T28" fmla="*/ 112 w 228"/>
                  <a:gd name="T29" fmla="*/ 35 h 116"/>
                  <a:gd name="T30" fmla="*/ 96 w 228"/>
                  <a:gd name="T31" fmla="*/ 31 h 116"/>
                  <a:gd name="T32" fmla="*/ 84 w 228"/>
                  <a:gd name="T33" fmla="*/ 25 h 116"/>
                  <a:gd name="T34" fmla="*/ 73 w 228"/>
                  <a:gd name="T35" fmla="*/ 22 h 116"/>
                  <a:gd name="T36" fmla="*/ 63 w 228"/>
                  <a:gd name="T37" fmla="*/ 19 h 116"/>
                  <a:gd name="T38" fmla="*/ 51 w 228"/>
                  <a:gd name="T39" fmla="*/ 22 h 116"/>
                  <a:gd name="T40" fmla="*/ 36 w 228"/>
                  <a:gd name="T41" fmla="*/ 25 h 116"/>
                  <a:gd name="T42" fmla="*/ 21 w 228"/>
                  <a:gd name="T43" fmla="*/ 31 h 116"/>
                  <a:gd name="T44" fmla="*/ 15 w 228"/>
                  <a:gd name="T45" fmla="*/ 38 h 116"/>
                  <a:gd name="T46" fmla="*/ 9 w 228"/>
                  <a:gd name="T47" fmla="*/ 43 h 116"/>
                  <a:gd name="T48" fmla="*/ 0 w 228"/>
                  <a:gd name="T49" fmla="*/ 13 h 116"/>
                  <a:gd name="T50" fmla="*/ 6 w 228"/>
                  <a:gd name="T51" fmla="*/ 10 h 116"/>
                  <a:gd name="T52" fmla="*/ 21 w 228"/>
                  <a:gd name="T53" fmla="*/ 4 h 116"/>
                  <a:gd name="T54" fmla="*/ 33 w 228"/>
                  <a:gd name="T55" fmla="*/ 0 h 116"/>
                  <a:gd name="T56" fmla="*/ 48 w 228"/>
                  <a:gd name="T57" fmla="*/ 0 h 116"/>
                  <a:gd name="T58" fmla="*/ 61 w 228"/>
                  <a:gd name="T59" fmla="*/ 0 h 116"/>
                  <a:gd name="T60" fmla="*/ 73 w 228"/>
                  <a:gd name="T61" fmla="*/ 4 h 116"/>
                  <a:gd name="T62" fmla="*/ 88 w 228"/>
                  <a:gd name="T63" fmla="*/ 10 h 116"/>
                  <a:gd name="T64" fmla="*/ 96 w 228"/>
                  <a:gd name="T65" fmla="*/ 13 h 116"/>
                  <a:gd name="T66" fmla="*/ 103 w 228"/>
                  <a:gd name="T67" fmla="*/ 19 h 116"/>
                  <a:gd name="T68" fmla="*/ 118 w 228"/>
                  <a:gd name="T69" fmla="*/ 31 h 116"/>
                  <a:gd name="T70" fmla="*/ 130 w 228"/>
                  <a:gd name="T71" fmla="*/ 43 h 116"/>
                  <a:gd name="T72" fmla="*/ 139 w 228"/>
                  <a:gd name="T73" fmla="*/ 56 h 116"/>
                  <a:gd name="T74" fmla="*/ 148 w 228"/>
                  <a:gd name="T75" fmla="*/ 69 h 116"/>
                  <a:gd name="T76" fmla="*/ 157 w 228"/>
                  <a:gd name="T77" fmla="*/ 74 h 116"/>
                  <a:gd name="T78" fmla="*/ 166 w 228"/>
                  <a:gd name="T79" fmla="*/ 84 h 116"/>
                  <a:gd name="T80" fmla="*/ 175 w 228"/>
                  <a:gd name="T81" fmla="*/ 87 h 116"/>
                  <a:gd name="T82" fmla="*/ 184 w 228"/>
                  <a:gd name="T83" fmla="*/ 90 h 116"/>
                  <a:gd name="T84" fmla="*/ 194 w 228"/>
                  <a:gd name="T85" fmla="*/ 90 h 116"/>
                  <a:gd name="T86" fmla="*/ 202 w 228"/>
                  <a:gd name="T87" fmla="*/ 90 h 116"/>
                  <a:gd name="T88" fmla="*/ 209 w 228"/>
                  <a:gd name="T89" fmla="*/ 87 h 116"/>
                  <a:gd name="T90" fmla="*/ 220 w 228"/>
                  <a:gd name="T91" fmla="*/ 81 h 116"/>
                  <a:gd name="T92" fmla="*/ 227 w 228"/>
                  <a:gd name="T93" fmla="*/ 112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28" h="116">
                    <a:moveTo>
                      <a:pt x="227" y="112"/>
                    </a:moveTo>
                    <a:lnTo>
                      <a:pt x="220" y="115"/>
                    </a:lnTo>
                    <a:lnTo>
                      <a:pt x="209" y="115"/>
                    </a:lnTo>
                    <a:lnTo>
                      <a:pt x="200" y="115"/>
                    </a:lnTo>
                    <a:lnTo>
                      <a:pt x="187" y="112"/>
                    </a:lnTo>
                    <a:lnTo>
                      <a:pt x="179" y="108"/>
                    </a:lnTo>
                    <a:lnTo>
                      <a:pt x="169" y="105"/>
                    </a:lnTo>
                    <a:lnTo>
                      <a:pt x="164" y="100"/>
                    </a:lnTo>
                    <a:lnTo>
                      <a:pt x="157" y="90"/>
                    </a:lnTo>
                    <a:lnTo>
                      <a:pt x="151" y="84"/>
                    </a:lnTo>
                    <a:lnTo>
                      <a:pt x="148" y="77"/>
                    </a:lnTo>
                    <a:lnTo>
                      <a:pt x="145" y="72"/>
                    </a:lnTo>
                    <a:lnTo>
                      <a:pt x="133" y="56"/>
                    </a:lnTo>
                    <a:lnTo>
                      <a:pt x="118" y="41"/>
                    </a:lnTo>
                    <a:lnTo>
                      <a:pt x="112" y="35"/>
                    </a:lnTo>
                    <a:lnTo>
                      <a:pt x="96" y="31"/>
                    </a:lnTo>
                    <a:lnTo>
                      <a:pt x="84" y="25"/>
                    </a:lnTo>
                    <a:lnTo>
                      <a:pt x="73" y="22"/>
                    </a:lnTo>
                    <a:lnTo>
                      <a:pt x="63" y="19"/>
                    </a:lnTo>
                    <a:lnTo>
                      <a:pt x="51" y="22"/>
                    </a:lnTo>
                    <a:lnTo>
                      <a:pt x="36" y="25"/>
                    </a:lnTo>
                    <a:lnTo>
                      <a:pt x="21" y="31"/>
                    </a:lnTo>
                    <a:lnTo>
                      <a:pt x="15" y="38"/>
                    </a:lnTo>
                    <a:lnTo>
                      <a:pt x="9" y="43"/>
                    </a:lnTo>
                    <a:lnTo>
                      <a:pt x="0" y="13"/>
                    </a:lnTo>
                    <a:lnTo>
                      <a:pt x="6" y="10"/>
                    </a:lnTo>
                    <a:lnTo>
                      <a:pt x="21" y="4"/>
                    </a:lnTo>
                    <a:lnTo>
                      <a:pt x="33" y="0"/>
                    </a:lnTo>
                    <a:lnTo>
                      <a:pt x="48" y="0"/>
                    </a:lnTo>
                    <a:lnTo>
                      <a:pt x="61" y="0"/>
                    </a:lnTo>
                    <a:lnTo>
                      <a:pt x="73" y="4"/>
                    </a:lnTo>
                    <a:lnTo>
                      <a:pt x="88" y="10"/>
                    </a:lnTo>
                    <a:lnTo>
                      <a:pt x="96" y="13"/>
                    </a:lnTo>
                    <a:lnTo>
                      <a:pt x="103" y="19"/>
                    </a:lnTo>
                    <a:lnTo>
                      <a:pt x="118" y="31"/>
                    </a:lnTo>
                    <a:lnTo>
                      <a:pt x="130" y="43"/>
                    </a:lnTo>
                    <a:lnTo>
                      <a:pt x="139" y="56"/>
                    </a:lnTo>
                    <a:lnTo>
                      <a:pt x="148" y="69"/>
                    </a:lnTo>
                    <a:lnTo>
                      <a:pt x="157" y="74"/>
                    </a:lnTo>
                    <a:lnTo>
                      <a:pt x="166" y="84"/>
                    </a:lnTo>
                    <a:lnTo>
                      <a:pt x="175" y="87"/>
                    </a:lnTo>
                    <a:lnTo>
                      <a:pt x="184" y="90"/>
                    </a:lnTo>
                    <a:lnTo>
                      <a:pt x="194" y="90"/>
                    </a:lnTo>
                    <a:lnTo>
                      <a:pt x="202" y="90"/>
                    </a:lnTo>
                    <a:lnTo>
                      <a:pt x="209" y="87"/>
                    </a:lnTo>
                    <a:lnTo>
                      <a:pt x="220" y="81"/>
                    </a:lnTo>
                    <a:lnTo>
                      <a:pt x="227" y="112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73"/>
              <p:cNvSpPr>
                <a:spLocks/>
              </p:cNvSpPr>
              <p:nvPr/>
            </p:nvSpPr>
            <p:spPr bwMode="ltGray">
              <a:xfrm>
                <a:off x="3620" y="638"/>
                <a:ext cx="61" cy="65"/>
              </a:xfrm>
              <a:custGeom>
                <a:avLst/>
                <a:gdLst>
                  <a:gd name="T0" fmla="*/ 20 w 61"/>
                  <a:gd name="T1" fmla="*/ 0 h 65"/>
                  <a:gd name="T2" fmla="*/ 0 w 61"/>
                  <a:gd name="T3" fmla="*/ 44 h 65"/>
                  <a:gd name="T4" fmla="*/ 40 w 61"/>
                  <a:gd name="T5" fmla="*/ 64 h 65"/>
                  <a:gd name="T6" fmla="*/ 60 w 61"/>
                  <a:gd name="T7" fmla="*/ 20 h 65"/>
                  <a:gd name="T8" fmla="*/ 20 w 61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" h="65">
                    <a:moveTo>
                      <a:pt x="20" y="0"/>
                    </a:moveTo>
                    <a:lnTo>
                      <a:pt x="0" y="44"/>
                    </a:lnTo>
                    <a:lnTo>
                      <a:pt x="40" y="64"/>
                    </a:lnTo>
                    <a:lnTo>
                      <a:pt x="60" y="20"/>
                    </a:lnTo>
                    <a:lnTo>
                      <a:pt x="2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74"/>
              <p:cNvSpPr>
                <a:spLocks/>
              </p:cNvSpPr>
              <p:nvPr/>
            </p:nvSpPr>
            <p:spPr bwMode="ltGray">
              <a:xfrm>
                <a:off x="3334" y="566"/>
                <a:ext cx="59" cy="104"/>
              </a:xfrm>
              <a:custGeom>
                <a:avLst/>
                <a:gdLst>
                  <a:gd name="T0" fmla="*/ 16 w 59"/>
                  <a:gd name="T1" fmla="*/ 0 h 104"/>
                  <a:gd name="T2" fmla="*/ 0 w 59"/>
                  <a:gd name="T3" fmla="*/ 103 h 104"/>
                  <a:gd name="T4" fmla="*/ 58 w 59"/>
                  <a:gd name="T5" fmla="*/ 50 h 104"/>
                  <a:gd name="T6" fmla="*/ 16 w 59"/>
                  <a:gd name="T7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104">
                    <a:moveTo>
                      <a:pt x="16" y="0"/>
                    </a:moveTo>
                    <a:lnTo>
                      <a:pt x="0" y="103"/>
                    </a:lnTo>
                    <a:lnTo>
                      <a:pt x="58" y="50"/>
                    </a:lnTo>
                    <a:lnTo>
                      <a:pt x="16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 75"/>
              <p:cNvSpPr>
                <a:spLocks/>
              </p:cNvSpPr>
              <p:nvPr/>
            </p:nvSpPr>
            <p:spPr bwMode="ltGray">
              <a:xfrm>
                <a:off x="1460" y="635"/>
                <a:ext cx="57" cy="102"/>
              </a:xfrm>
              <a:custGeom>
                <a:avLst/>
                <a:gdLst>
                  <a:gd name="T0" fmla="*/ 16 w 57"/>
                  <a:gd name="T1" fmla="*/ 101 h 102"/>
                  <a:gd name="T2" fmla="*/ 0 w 57"/>
                  <a:gd name="T3" fmla="*/ 0 h 102"/>
                  <a:gd name="T4" fmla="*/ 56 w 57"/>
                  <a:gd name="T5" fmla="*/ 51 h 102"/>
                  <a:gd name="T6" fmla="*/ 16 w 57"/>
                  <a:gd name="T7" fmla="*/ 10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" h="102">
                    <a:moveTo>
                      <a:pt x="16" y="101"/>
                    </a:moveTo>
                    <a:lnTo>
                      <a:pt x="0" y="0"/>
                    </a:lnTo>
                    <a:lnTo>
                      <a:pt x="56" y="51"/>
                    </a:lnTo>
                    <a:lnTo>
                      <a:pt x="16" y="101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Freeform 76"/>
              <p:cNvSpPr>
                <a:spLocks/>
              </p:cNvSpPr>
              <p:nvPr/>
            </p:nvSpPr>
            <p:spPr bwMode="ltGray">
              <a:xfrm>
                <a:off x="3862" y="497"/>
                <a:ext cx="158" cy="75"/>
              </a:xfrm>
              <a:custGeom>
                <a:avLst/>
                <a:gdLst>
                  <a:gd name="T0" fmla="*/ 6 w 158"/>
                  <a:gd name="T1" fmla="*/ 30 h 75"/>
                  <a:gd name="T2" fmla="*/ 15 w 158"/>
                  <a:gd name="T3" fmla="*/ 27 h 75"/>
                  <a:gd name="T4" fmla="*/ 27 w 158"/>
                  <a:gd name="T5" fmla="*/ 27 h 75"/>
                  <a:gd name="T6" fmla="*/ 36 w 158"/>
                  <a:gd name="T7" fmla="*/ 30 h 75"/>
                  <a:gd name="T8" fmla="*/ 43 w 158"/>
                  <a:gd name="T9" fmla="*/ 35 h 75"/>
                  <a:gd name="T10" fmla="*/ 48 w 158"/>
                  <a:gd name="T11" fmla="*/ 47 h 75"/>
                  <a:gd name="T12" fmla="*/ 58 w 158"/>
                  <a:gd name="T13" fmla="*/ 62 h 75"/>
                  <a:gd name="T14" fmla="*/ 69 w 158"/>
                  <a:gd name="T15" fmla="*/ 71 h 75"/>
                  <a:gd name="T16" fmla="*/ 84 w 158"/>
                  <a:gd name="T17" fmla="*/ 74 h 75"/>
                  <a:gd name="T18" fmla="*/ 96 w 158"/>
                  <a:gd name="T19" fmla="*/ 71 h 75"/>
                  <a:gd name="T20" fmla="*/ 106 w 158"/>
                  <a:gd name="T21" fmla="*/ 62 h 75"/>
                  <a:gd name="T22" fmla="*/ 118 w 158"/>
                  <a:gd name="T23" fmla="*/ 56 h 75"/>
                  <a:gd name="T24" fmla="*/ 130 w 158"/>
                  <a:gd name="T25" fmla="*/ 54 h 75"/>
                  <a:gd name="T26" fmla="*/ 142 w 158"/>
                  <a:gd name="T27" fmla="*/ 54 h 75"/>
                  <a:gd name="T28" fmla="*/ 151 w 158"/>
                  <a:gd name="T29" fmla="*/ 56 h 75"/>
                  <a:gd name="T30" fmla="*/ 154 w 158"/>
                  <a:gd name="T31" fmla="*/ 54 h 75"/>
                  <a:gd name="T32" fmla="*/ 145 w 158"/>
                  <a:gd name="T33" fmla="*/ 47 h 75"/>
                  <a:gd name="T34" fmla="*/ 136 w 158"/>
                  <a:gd name="T35" fmla="*/ 47 h 75"/>
                  <a:gd name="T36" fmla="*/ 127 w 158"/>
                  <a:gd name="T37" fmla="*/ 47 h 75"/>
                  <a:gd name="T38" fmla="*/ 114 w 158"/>
                  <a:gd name="T39" fmla="*/ 54 h 75"/>
                  <a:gd name="T40" fmla="*/ 103 w 158"/>
                  <a:gd name="T41" fmla="*/ 59 h 75"/>
                  <a:gd name="T42" fmla="*/ 91 w 158"/>
                  <a:gd name="T43" fmla="*/ 62 h 75"/>
                  <a:gd name="T44" fmla="*/ 79 w 158"/>
                  <a:gd name="T45" fmla="*/ 62 h 75"/>
                  <a:gd name="T46" fmla="*/ 69 w 158"/>
                  <a:gd name="T47" fmla="*/ 56 h 75"/>
                  <a:gd name="T48" fmla="*/ 61 w 158"/>
                  <a:gd name="T49" fmla="*/ 54 h 75"/>
                  <a:gd name="T50" fmla="*/ 51 w 158"/>
                  <a:gd name="T51" fmla="*/ 42 h 75"/>
                  <a:gd name="T52" fmla="*/ 43 w 158"/>
                  <a:gd name="T53" fmla="*/ 24 h 75"/>
                  <a:gd name="T54" fmla="*/ 36 w 158"/>
                  <a:gd name="T55" fmla="*/ 9 h 75"/>
                  <a:gd name="T56" fmla="*/ 27 w 158"/>
                  <a:gd name="T57" fmla="*/ 3 h 75"/>
                  <a:gd name="T58" fmla="*/ 18 w 158"/>
                  <a:gd name="T59" fmla="*/ 0 h 75"/>
                  <a:gd name="T60" fmla="*/ 9 w 158"/>
                  <a:gd name="T61" fmla="*/ 3 h 75"/>
                  <a:gd name="T62" fmla="*/ 0 w 158"/>
                  <a:gd name="T63" fmla="*/ 3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8" h="75">
                    <a:moveTo>
                      <a:pt x="0" y="32"/>
                    </a:moveTo>
                    <a:lnTo>
                      <a:pt x="6" y="30"/>
                    </a:lnTo>
                    <a:lnTo>
                      <a:pt x="12" y="27"/>
                    </a:lnTo>
                    <a:lnTo>
                      <a:pt x="15" y="27"/>
                    </a:lnTo>
                    <a:lnTo>
                      <a:pt x="21" y="27"/>
                    </a:lnTo>
                    <a:lnTo>
                      <a:pt x="27" y="27"/>
                    </a:lnTo>
                    <a:lnTo>
                      <a:pt x="30" y="27"/>
                    </a:lnTo>
                    <a:lnTo>
                      <a:pt x="36" y="30"/>
                    </a:lnTo>
                    <a:lnTo>
                      <a:pt x="39" y="32"/>
                    </a:lnTo>
                    <a:lnTo>
                      <a:pt x="43" y="35"/>
                    </a:lnTo>
                    <a:lnTo>
                      <a:pt x="48" y="44"/>
                    </a:lnTo>
                    <a:lnTo>
                      <a:pt x="48" y="47"/>
                    </a:lnTo>
                    <a:lnTo>
                      <a:pt x="54" y="54"/>
                    </a:lnTo>
                    <a:lnTo>
                      <a:pt x="58" y="62"/>
                    </a:lnTo>
                    <a:lnTo>
                      <a:pt x="63" y="65"/>
                    </a:lnTo>
                    <a:lnTo>
                      <a:pt x="69" y="71"/>
                    </a:lnTo>
                    <a:lnTo>
                      <a:pt x="76" y="74"/>
                    </a:lnTo>
                    <a:lnTo>
                      <a:pt x="84" y="74"/>
                    </a:lnTo>
                    <a:lnTo>
                      <a:pt x="91" y="74"/>
                    </a:lnTo>
                    <a:lnTo>
                      <a:pt x="96" y="71"/>
                    </a:lnTo>
                    <a:lnTo>
                      <a:pt x="103" y="68"/>
                    </a:lnTo>
                    <a:lnTo>
                      <a:pt x="106" y="62"/>
                    </a:lnTo>
                    <a:lnTo>
                      <a:pt x="112" y="62"/>
                    </a:lnTo>
                    <a:lnTo>
                      <a:pt x="118" y="56"/>
                    </a:lnTo>
                    <a:lnTo>
                      <a:pt x="124" y="54"/>
                    </a:lnTo>
                    <a:lnTo>
                      <a:pt x="130" y="54"/>
                    </a:lnTo>
                    <a:lnTo>
                      <a:pt x="136" y="54"/>
                    </a:lnTo>
                    <a:lnTo>
                      <a:pt x="142" y="54"/>
                    </a:lnTo>
                    <a:lnTo>
                      <a:pt x="148" y="56"/>
                    </a:lnTo>
                    <a:lnTo>
                      <a:pt x="151" y="56"/>
                    </a:lnTo>
                    <a:lnTo>
                      <a:pt x="157" y="59"/>
                    </a:lnTo>
                    <a:lnTo>
                      <a:pt x="154" y="54"/>
                    </a:lnTo>
                    <a:lnTo>
                      <a:pt x="151" y="50"/>
                    </a:lnTo>
                    <a:lnTo>
                      <a:pt x="145" y="47"/>
                    </a:lnTo>
                    <a:lnTo>
                      <a:pt x="142" y="47"/>
                    </a:lnTo>
                    <a:lnTo>
                      <a:pt x="136" y="47"/>
                    </a:lnTo>
                    <a:lnTo>
                      <a:pt x="133" y="47"/>
                    </a:lnTo>
                    <a:lnTo>
                      <a:pt x="127" y="47"/>
                    </a:lnTo>
                    <a:lnTo>
                      <a:pt x="124" y="47"/>
                    </a:lnTo>
                    <a:lnTo>
                      <a:pt x="114" y="54"/>
                    </a:lnTo>
                    <a:lnTo>
                      <a:pt x="106" y="59"/>
                    </a:lnTo>
                    <a:lnTo>
                      <a:pt x="103" y="59"/>
                    </a:lnTo>
                    <a:lnTo>
                      <a:pt x="96" y="59"/>
                    </a:lnTo>
                    <a:lnTo>
                      <a:pt x="91" y="62"/>
                    </a:lnTo>
                    <a:lnTo>
                      <a:pt x="81" y="62"/>
                    </a:lnTo>
                    <a:lnTo>
                      <a:pt x="79" y="62"/>
                    </a:lnTo>
                    <a:lnTo>
                      <a:pt x="73" y="59"/>
                    </a:lnTo>
                    <a:lnTo>
                      <a:pt x="69" y="56"/>
                    </a:lnTo>
                    <a:lnTo>
                      <a:pt x="63" y="56"/>
                    </a:lnTo>
                    <a:lnTo>
                      <a:pt x="61" y="54"/>
                    </a:lnTo>
                    <a:lnTo>
                      <a:pt x="58" y="47"/>
                    </a:lnTo>
                    <a:lnTo>
                      <a:pt x="51" y="42"/>
                    </a:lnTo>
                    <a:lnTo>
                      <a:pt x="45" y="32"/>
                    </a:lnTo>
                    <a:lnTo>
                      <a:pt x="43" y="24"/>
                    </a:lnTo>
                    <a:lnTo>
                      <a:pt x="36" y="12"/>
                    </a:lnTo>
                    <a:lnTo>
                      <a:pt x="36" y="9"/>
                    </a:lnTo>
                    <a:lnTo>
                      <a:pt x="30" y="3"/>
                    </a:lnTo>
                    <a:lnTo>
                      <a:pt x="27" y="3"/>
                    </a:lnTo>
                    <a:lnTo>
                      <a:pt x="24" y="0"/>
                    </a:lnTo>
                    <a:lnTo>
                      <a:pt x="18" y="0"/>
                    </a:lnTo>
                    <a:lnTo>
                      <a:pt x="15" y="3"/>
                    </a:lnTo>
                    <a:lnTo>
                      <a:pt x="9" y="3"/>
                    </a:lnTo>
                    <a:lnTo>
                      <a:pt x="6" y="9"/>
                    </a:lnTo>
                    <a:lnTo>
                      <a:pt x="0" y="32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Freeform 77"/>
              <p:cNvSpPr>
                <a:spLocks/>
              </p:cNvSpPr>
              <p:nvPr/>
            </p:nvSpPr>
            <p:spPr bwMode="ltGray">
              <a:xfrm>
                <a:off x="4292" y="688"/>
                <a:ext cx="57" cy="66"/>
              </a:xfrm>
              <a:custGeom>
                <a:avLst/>
                <a:gdLst>
                  <a:gd name="T0" fmla="*/ 31 w 57"/>
                  <a:gd name="T1" fmla="*/ 0 h 66"/>
                  <a:gd name="T2" fmla="*/ 0 w 57"/>
                  <a:gd name="T3" fmla="*/ 17 h 66"/>
                  <a:gd name="T4" fmla="*/ 17 w 57"/>
                  <a:gd name="T5" fmla="*/ 65 h 66"/>
                  <a:gd name="T6" fmla="*/ 56 w 57"/>
                  <a:gd name="T7" fmla="*/ 41 h 66"/>
                  <a:gd name="T8" fmla="*/ 31 w 57"/>
                  <a:gd name="T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66">
                    <a:moveTo>
                      <a:pt x="31" y="0"/>
                    </a:moveTo>
                    <a:lnTo>
                      <a:pt x="0" y="17"/>
                    </a:lnTo>
                    <a:lnTo>
                      <a:pt x="17" y="65"/>
                    </a:lnTo>
                    <a:lnTo>
                      <a:pt x="56" y="41"/>
                    </a:lnTo>
                    <a:lnTo>
                      <a:pt x="31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 78"/>
              <p:cNvSpPr>
                <a:spLocks/>
              </p:cNvSpPr>
              <p:nvPr/>
            </p:nvSpPr>
            <p:spPr bwMode="ltGray">
              <a:xfrm>
                <a:off x="2644" y="597"/>
                <a:ext cx="59" cy="83"/>
              </a:xfrm>
              <a:custGeom>
                <a:avLst/>
                <a:gdLst>
                  <a:gd name="T0" fmla="*/ 58 w 59"/>
                  <a:gd name="T1" fmla="*/ 0 h 83"/>
                  <a:gd name="T2" fmla="*/ 0 w 59"/>
                  <a:gd name="T3" fmla="*/ 31 h 83"/>
                  <a:gd name="T4" fmla="*/ 42 w 59"/>
                  <a:gd name="T5" fmla="*/ 82 h 83"/>
                  <a:gd name="T6" fmla="*/ 58 w 59"/>
                  <a:gd name="T7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83">
                    <a:moveTo>
                      <a:pt x="58" y="0"/>
                    </a:moveTo>
                    <a:lnTo>
                      <a:pt x="0" y="31"/>
                    </a:lnTo>
                    <a:lnTo>
                      <a:pt x="42" y="82"/>
                    </a:lnTo>
                    <a:lnTo>
                      <a:pt x="58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79"/>
              <p:cNvSpPr>
                <a:spLocks/>
              </p:cNvSpPr>
              <p:nvPr/>
            </p:nvSpPr>
            <p:spPr bwMode="ltGray">
              <a:xfrm>
                <a:off x="4563" y="666"/>
                <a:ext cx="59" cy="78"/>
              </a:xfrm>
              <a:custGeom>
                <a:avLst/>
                <a:gdLst>
                  <a:gd name="T0" fmla="*/ 58 w 59"/>
                  <a:gd name="T1" fmla="*/ 0 h 78"/>
                  <a:gd name="T2" fmla="*/ 0 w 59"/>
                  <a:gd name="T3" fmla="*/ 30 h 78"/>
                  <a:gd name="T4" fmla="*/ 42 w 59"/>
                  <a:gd name="T5" fmla="*/ 77 h 78"/>
                  <a:gd name="T6" fmla="*/ 58 w 59"/>
                  <a:gd name="T7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78">
                    <a:moveTo>
                      <a:pt x="58" y="0"/>
                    </a:moveTo>
                    <a:lnTo>
                      <a:pt x="0" y="30"/>
                    </a:lnTo>
                    <a:lnTo>
                      <a:pt x="42" y="77"/>
                    </a:lnTo>
                    <a:lnTo>
                      <a:pt x="58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80"/>
              <p:cNvSpPr>
                <a:spLocks/>
              </p:cNvSpPr>
              <p:nvPr/>
            </p:nvSpPr>
            <p:spPr bwMode="ltGray">
              <a:xfrm>
                <a:off x="2144" y="748"/>
                <a:ext cx="231" cy="115"/>
              </a:xfrm>
              <a:custGeom>
                <a:avLst/>
                <a:gdLst>
                  <a:gd name="T0" fmla="*/ 0 w 231"/>
                  <a:gd name="T1" fmla="*/ 111 h 115"/>
                  <a:gd name="T2" fmla="*/ 6 w 231"/>
                  <a:gd name="T3" fmla="*/ 114 h 115"/>
                  <a:gd name="T4" fmla="*/ 18 w 231"/>
                  <a:gd name="T5" fmla="*/ 114 h 115"/>
                  <a:gd name="T6" fmla="*/ 27 w 231"/>
                  <a:gd name="T7" fmla="*/ 114 h 115"/>
                  <a:gd name="T8" fmla="*/ 39 w 231"/>
                  <a:gd name="T9" fmla="*/ 111 h 115"/>
                  <a:gd name="T10" fmla="*/ 48 w 231"/>
                  <a:gd name="T11" fmla="*/ 108 h 115"/>
                  <a:gd name="T12" fmla="*/ 58 w 231"/>
                  <a:gd name="T13" fmla="*/ 104 h 115"/>
                  <a:gd name="T14" fmla="*/ 63 w 231"/>
                  <a:gd name="T15" fmla="*/ 101 h 115"/>
                  <a:gd name="T16" fmla="*/ 73 w 231"/>
                  <a:gd name="T17" fmla="*/ 93 h 115"/>
                  <a:gd name="T18" fmla="*/ 76 w 231"/>
                  <a:gd name="T19" fmla="*/ 83 h 115"/>
                  <a:gd name="T20" fmla="*/ 81 w 231"/>
                  <a:gd name="T21" fmla="*/ 77 h 115"/>
                  <a:gd name="T22" fmla="*/ 84 w 231"/>
                  <a:gd name="T23" fmla="*/ 71 h 115"/>
                  <a:gd name="T24" fmla="*/ 94 w 231"/>
                  <a:gd name="T25" fmla="*/ 55 h 115"/>
                  <a:gd name="T26" fmla="*/ 109 w 231"/>
                  <a:gd name="T27" fmla="*/ 40 h 115"/>
                  <a:gd name="T28" fmla="*/ 115 w 231"/>
                  <a:gd name="T29" fmla="*/ 37 h 115"/>
                  <a:gd name="T30" fmla="*/ 130 w 231"/>
                  <a:gd name="T31" fmla="*/ 31 h 115"/>
                  <a:gd name="T32" fmla="*/ 142 w 231"/>
                  <a:gd name="T33" fmla="*/ 24 h 115"/>
                  <a:gd name="T34" fmla="*/ 154 w 231"/>
                  <a:gd name="T35" fmla="*/ 21 h 115"/>
                  <a:gd name="T36" fmla="*/ 164 w 231"/>
                  <a:gd name="T37" fmla="*/ 18 h 115"/>
                  <a:gd name="T38" fmla="*/ 175 w 231"/>
                  <a:gd name="T39" fmla="*/ 21 h 115"/>
                  <a:gd name="T40" fmla="*/ 190 w 231"/>
                  <a:gd name="T41" fmla="*/ 24 h 115"/>
                  <a:gd name="T42" fmla="*/ 205 w 231"/>
                  <a:gd name="T43" fmla="*/ 31 h 115"/>
                  <a:gd name="T44" fmla="*/ 215 w 231"/>
                  <a:gd name="T45" fmla="*/ 37 h 115"/>
                  <a:gd name="T46" fmla="*/ 218 w 231"/>
                  <a:gd name="T47" fmla="*/ 43 h 115"/>
                  <a:gd name="T48" fmla="*/ 230 w 231"/>
                  <a:gd name="T49" fmla="*/ 12 h 115"/>
                  <a:gd name="T50" fmla="*/ 221 w 231"/>
                  <a:gd name="T51" fmla="*/ 9 h 115"/>
                  <a:gd name="T52" fmla="*/ 209 w 231"/>
                  <a:gd name="T53" fmla="*/ 3 h 115"/>
                  <a:gd name="T54" fmla="*/ 194 w 231"/>
                  <a:gd name="T55" fmla="*/ 0 h 115"/>
                  <a:gd name="T56" fmla="*/ 179 w 231"/>
                  <a:gd name="T57" fmla="*/ 0 h 115"/>
                  <a:gd name="T58" fmla="*/ 167 w 231"/>
                  <a:gd name="T59" fmla="*/ 0 h 115"/>
                  <a:gd name="T60" fmla="*/ 154 w 231"/>
                  <a:gd name="T61" fmla="*/ 3 h 115"/>
                  <a:gd name="T62" fmla="*/ 139 w 231"/>
                  <a:gd name="T63" fmla="*/ 9 h 115"/>
                  <a:gd name="T64" fmla="*/ 130 w 231"/>
                  <a:gd name="T65" fmla="*/ 12 h 115"/>
                  <a:gd name="T66" fmla="*/ 124 w 231"/>
                  <a:gd name="T67" fmla="*/ 18 h 115"/>
                  <a:gd name="T68" fmla="*/ 109 w 231"/>
                  <a:gd name="T69" fmla="*/ 31 h 115"/>
                  <a:gd name="T70" fmla="*/ 97 w 231"/>
                  <a:gd name="T71" fmla="*/ 43 h 115"/>
                  <a:gd name="T72" fmla="*/ 88 w 231"/>
                  <a:gd name="T73" fmla="*/ 55 h 115"/>
                  <a:gd name="T74" fmla="*/ 79 w 231"/>
                  <a:gd name="T75" fmla="*/ 68 h 115"/>
                  <a:gd name="T76" fmla="*/ 73 w 231"/>
                  <a:gd name="T77" fmla="*/ 73 h 115"/>
                  <a:gd name="T78" fmla="*/ 61 w 231"/>
                  <a:gd name="T79" fmla="*/ 83 h 115"/>
                  <a:gd name="T80" fmla="*/ 51 w 231"/>
                  <a:gd name="T81" fmla="*/ 86 h 115"/>
                  <a:gd name="T82" fmla="*/ 43 w 231"/>
                  <a:gd name="T83" fmla="*/ 89 h 115"/>
                  <a:gd name="T84" fmla="*/ 33 w 231"/>
                  <a:gd name="T85" fmla="*/ 89 h 115"/>
                  <a:gd name="T86" fmla="*/ 24 w 231"/>
                  <a:gd name="T87" fmla="*/ 89 h 115"/>
                  <a:gd name="T88" fmla="*/ 18 w 231"/>
                  <a:gd name="T89" fmla="*/ 86 h 115"/>
                  <a:gd name="T90" fmla="*/ 6 w 231"/>
                  <a:gd name="T91" fmla="*/ 80 h 115"/>
                  <a:gd name="T92" fmla="*/ 0 w 231"/>
                  <a:gd name="T93" fmla="*/ 111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31" h="115">
                    <a:moveTo>
                      <a:pt x="0" y="111"/>
                    </a:moveTo>
                    <a:lnTo>
                      <a:pt x="6" y="114"/>
                    </a:lnTo>
                    <a:lnTo>
                      <a:pt x="18" y="114"/>
                    </a:lnTo>
                    <a:lnTo>
                      <a:pt x="27" y="114"/>
                    </a:lnTo>
                    <a:lnTo>
                      <a:pt x="39" y="111"/>
                    </a:lnTo>
                    <a:lnTo>
                      <a:pt x="48" y="108"/>
                    </a:lnTo>
                    <a:lnTo>
                      <a:pt x="58" y="104"/>
                    </a:lnTo>
                    <a:lnTo>
                      <a:pt x="63" y="101"/>
                    </a:lnTo>
                    <a:lnTo>
                      <a:pt x="73" y="93"/>
                    </a:lnTo>
                    <a:lnTo>
                      <a:pt x="76" y="83"/>
                    </a:lnTo>
                    <a:lnTo>
                      <a:pt x="81" y="77"/>
                    </a:lnTo>
                    <a:lnTo>
                      <a:pt x="84" y="71"/>
                    </a:lnTo>
                    <a:lnTo>
                      <a:pt x="94" y="55"/>
                    </a:lnTo>
                    <a:lnTo>
                      <a:pt x="109" y="40"/>
                    </a:lnTo>
                    <a:lnTo>
                      <a:pt x="115" y="37"/>
                    </a:lnTo>
                    <a:lnTo>
                      <a:pt x="130" y="31"/>
                    </a:lnTo>
                    <a:lnTo>
                      <a:pt x="142" y="24"/>
                    </a:lnTo>
                    <a:lnTo>
                      <a:pt x="154" y="21"/>
                    </a:lnTo>
                    <a:lnTo>
                      <a:pt x="164" y="18"/>
                    </a:lnTo>
                    <a:lnTo>
                      <a:pt x="175" y="21"/>
                    </a:lnTo>
                    <a:lnTo>
                      <a:pt x="190" y="24"/>
                    </a:lnTo>
                    <a:lnTo>
                      <a:pt x="205" y="31"/>
                    </a:lnTo>
                    <a:lnTo>
                      <a:pt x="215" y="37"/>
                    </a:lnTo>
                    <a:lnTo>
                      <a:pt x="218" y="43"/>
                    </a:lnTo>
                    <a:lnTo>
                      <a:pt x="230" y="12"/>
                    </a:lnTo>
                    <a:lnTo>
                      <a:pt x="221" y="9"/>
                    </a:lnTo>
                    <a:lnTo>
                      <a:pt x="209" y="3"/>
                    </a:lnTo>
                    <a:lnTo>
                      <a:pt x="194" y="0"/>
                    </a:lnTo>
                    <a:lnTo>
                      <a:pt x="179" y="0"/>
                    </a:lnTo>
                    <a:lnTo>
                      <a:pt x="167" y="0"/>
                    </a:lnTo>
                    <a:lnTo>
                      <a:pt x="154" y="3"/>
                    </a:lnTo>
                    <a:lnTo>
                      <a:pt x="139" y="9"/>
                    </a:lnTo>
                    <a:lnTo>
                      <a:pt x="130" y="12"/>
                    </a:lnTo>
                    <a:lnTo>
                      <a:pt x="124" y="18"/>
                    </a:lnTo>
                    <a:lnTo>
                      <a:pt x="109" y="31"/>
                    </a:lnTo>
                    <a:lnTo>
                      <a:pt x="97" y="43"/>
                    </a:lnTo>
                    <a:lnTo>
                      <a:pt x="88" y="55"/>
                    </a:lnTo>
                    <a:lnTo>
                      <a:pt x="79" y="68"/>
                    </a:lnTo>
                    <a:lnTo>
                      <a:pt x="73" y="73"/>
                    </a:lnTo>
                    <a:lnTo>
                      <a:pt x="61" y="83"/>
                    </a:lnTo>
                    <a:lnTo>
                      <a:pt x="51" y="86"/>
                    </a:lnTo>
                    <a:lnTo>
                      <a:pt x="43" y="89"/>
                    </a:lnTo>
                    <a:lnTo>
                      <a:pt x="33" y="89"/>
                    </a:lnTo>
                    <a:lnTo>
                      <a:pt x="24" y="89"/>
                    </a:lnTo>
                    <a:lnTo>
                      <a:pt x="18" y="86"/>
                    </a:lnTo>
                    <a:lnTo>
                      <a:pt x="6" y="80"/>
                    </a:lnTo>
                    <a:lnTo>
                      <a:pt x="0" y="111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 81"/>
              <p:cNvSpPr>
                <a:spLocks/>
              </p:cNvSpPr>
              <p:nvPr/>
            </p:nvSpPr>
            <p:spPr bwMode="ltGray">
              <a:xfrm>
                <a:off x="2991" y="598"/>
                <a:ext cx="102" cy="307"/>
              </a:xfrm>
              <a:custGeom>
                <a:avLst/>
                <a:gdLst>
                  <a:gd name="T0" fmla="*/ 50 w 102"/>
                  <a:gd name="T1" fmla="*/ 3 h 307"/>
                  <a:gd name="T2" fmla="*/ 47 w 102"/>
                  <a:gd name="T3" fmla="*/ 13 h 307"/>
                  <a:gd name="T4" fmla="*/ 44 w 102"/>
                  <a:gd name="T5" fmla="*/ 16 h 307"/>
                  <a:gd name="T6" fmla="*/ 44 w 102"/>
                  <a:gd name="T7" fmla="*/ 23 h 307"/>
                  <a:gd name="T8" fmla="*/ 39 w 102"/>
                  <a:gd name="T9" fmla="*/ 39 h 307"/>
                  <a:gd name="T10" fmla="*/ 30 w 102"/>
                  <a:gd name="T11" fmla="*/ 61 h 307"/>
                  <a:gd name="T12" fmla="*/ 27 w 102"/>
                  <a:gd name="T13" fmla="*/ 78 h 307"/>
                  <a:gd name="T14" fmla="*/ 20 w 102"/>
                  <a:gd name="T15" fmla="*/ 94 h 307"/>
                  <a:gd name="T16" fmla="*/ 20 w 102"/>
                  <a:gd name="T17" fmla="*/ 107 h 307"/>
                  <a:gd name="T18" fmla="*/ 20 w 102"/>
                  <a:gd name="T19" fmla="*/ 120 h 307"/>
                  <a:gd name="T20" fmla="*/ 24 w 102"/>
                  <a:gd name="T21" fmla="*/ 129 h 307"/>
                  <a:gd name="T22" fmla="*/ 27 w 102"/>
                  <a:gd name="T23" fmla="*/ 136 h 307"/>
                  <a:gd name="T24" fmla="*/ 35 w 102"/>
                  <a:gd name="T25" fmla="*/ 148 h 307"/>
                  <a:gd name="T26" fmla="*/ 47 w 102"/>
                  <a:gd name="T27" fmla="*/ 161 h 307"/>
                  <a:gd name="T28" fmla="*/ 57 w 102"/>
                  <a:gd name="T29" fmla="*/ 174 h 307"/>
                  <a:gd name="T30" fmla="*/ 77 w 102"/>
                  <a:gd name="T31" fmla="*/ 196 h 307"/>
                  <a:gd name="T32" fmla="*/ 89 w 102"/>
                  <a:gd name="T33" fmla="*/ 216 h 307"/>
                  <a:gd name="T34" fmla="*/ 95 w 102"/>
                  <a:gd name="T35" fmla="*/ 225 h 307"/>
                  <a:gd name="T36" fmla="*/ 98 w 102"/>
                  <a:gd name="T37" fmla="*/ 236 h 307"/>
                  <a:gd name="T38" fmla="*/ 101 w 102"/>
                  <a:gd name="T39" fmla="*/ 252 h 307"/>
                  <a:gd name="T40" fmla="*/ 101 w 102"/>
                  <a:gd name="T41" fmla="*/ 265 h 307"/>
                  <a:gd name="T42" fmla="*/ 101 w 102"/>
                  <a:gd name="T43" fmla="*/ 274 h 307"/>
                  <a:gd name="T44" fmla="*/ 95 w 102"/>
                  <a:gd name="T45" fmla="*/ 293 h 307"/>
                  <a:gd name="T46" fmla="*/ 92 w 102"/>
                  <a:gd name="T47" fmla="*/ 306 h 307"/>
                  <a:gd name="T48" fmla="*/ 69 w 102"/>
                  <a:gd name="T49" fmla="*/ 287 h 307"/>
                  <a:gd name="T50" fmla="*/ 74 w 102"/>
                  <a:gd name="T51" fmla="*/ 274 h 307"/>
                  <a:gd name="T52" fmla="*/ 77 w 102"/>
                  <a:gd name="T53" fmla="*/ 261 h 307"/>
                  <a:gd name="T54" fmla="*/ 80 w 102"/>
                  <a:gd name="T55" fmla="*/ 249 h 307"/>
                  <a:gd name="T56" fmla="*/ 83 w 102"/>
                  <a:gd name="T57" fmla="*/ 236 h 307"/>
                  <a:gd name="T58" fmla="*/ 80 w 102"/>
                  <a:gd name="T59" fmla="*/ 222 h 307"/>
                  <a:gd name="T60" fmla="*/ 77 w 102"/>
                  <a:gd name="T61" fmla="*/ 209 h 307"/>
                  <a:gd name="T62" fmla="*/ 71 w 102"/>
                  <a:gd name="T63" fmla="*/ 196 h 307"/>
                  <a:gd name="T64" fmla="*/ 65 w 102"/>
                  <a:gd name="T65" fmla="*/ 190 h 307"/>
                  <a:gd name="T66" fmla="*/ 54 w 102"/>
                  <a:gd name="T67" fmla="*/ 180 h 307"/>
                  <a:gd name="T68" fmla="*/ 42 w 102"/>
                  <a:gd name="T69" fmla="*/ 168 h 307"/>
                  <a:gd name="T70" fmla="*/ 30 w 102"/>
                  <a:gd name="T71" fmla="*/ 155 h 307"/>
                  <a:gd name="T72" fmla="*/ 20 w 102"/>
                  <a:gd name="T73" fmla="*/ 142 h 307"/>
                  <a:gd name="T74" fmla="*/ 12 w 102"/>
                  <a:gd name="T75" fmla="*/ 123 h 307"/>
                  <a:gd name="T76" fmla="*/ 3 w 102"/>
                  <a:gd name="T77" fmla="*/ 110 h 307"/>
                  <a:gd name="T78" fmla="*/ 0 w 102"/>
                  <a:gd name="T79" fmla="*/ 100 h 307"/>
                  <a:gd name="T80" fmla="*/ 0 w 102"/>
                  <a:gd name="T81" fmla="*/ 84 h 307"/>
                  <a:gd name="T82" fmla="*/ 0 w 102"/>
                  <a:gd name="T83" fmla="*/ 61 h 307"/>
                  <a:gd name="T84" fmla="*/ 0 w 102"/>
                  <a:gd name="T85" fmla="*/ 48 h 307"/>
                  <a:gd name="T86" fmla="*/ 3 w 102"/>
                  <a:gd name="T87" fmla="*/ 32 h 307"/>
                  <a:gd name="T88" fmla="*/ 6 w 102"/>
                  <a:gd name="T89" fmla="*/ 19 h 307"/>
                  <a:gd name="T90" fmla="*/ 6 w 102"/>
                  <a:gd name="T91" fmla="*/ 10 h 307"/>
                  <a:gd name="T92" fmla="*/ 12 w 102"/>
                  <a:gd name="T93" fmla="*/ 0 h 307"/>
                  <a:gd name="T94" fmla="*/ 50 w 102"/>
                  <a:gd name="T95" fmla="*/ 3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2" h="307">
                    <a:moveTo>
                      <a:pt x="50" y="3"/>
                    </a:moveTo>
                    <a:lnTo>
                      <a:pt x="47" y="13"/>
                    </a:lnTo>
                    <a:lnTo>
                      <a:pt x="44" y="16"/>
                    </a:lnTo>
                    <a:lnTo>
                      <a:pt x="44" y="23"/>
                    </a:lnTo>
                    <a:lnTo>
                      <a:pt x="39" y="39"/>
                    </a:lnTo>
                    <a:lnTo>
                      <a:pt x="30" y="61"/>
                    </a:lnTo>
                    <a:lnTo>
                      <a:pt x="27" y="78"/>
                    </a:lnTo>
                    <a:lnTo>
                      <a:pt x="20" y="94"/>
                    </a:lnTo>
                    <a:lnTo>
                      <a:pt x="20" y="107"/>
                    </a:lnTo>
                    <a:lnTo>
                      <a:pt x="20" y="120"/>
                    </a:lnTo>
                    <a:lnTo>
                      <a:pt x="24" y="129"/>
                    </a:lnTo>
                    <a:lnTo>
                      <a:pt x="27" y="136"/>
                    </a:lnTo>
                    <a:lnTo>
                      <a:pt x="35" y="148"/>
                    </a:lnTo>
                    <a:lnTo>
                      <a:pt x="47" y="161"/>
                    </a:lnTo>
                    <a:lnTo>
                      <a:pt x="57" y="174"/>
                    </a:lnTo>
                    <a:lnTo>
                      <a:pt x="77" y="196"/>
                    </a:lnTo>
                    <a:lnTo>
                      <a:pt x="89" y="216"/>
                    </a:lnTo>
                    <a:lnTo>
                      <a:pt x="95" y="225"/>
                    </a:lnTo>
                    <a:lnTo>
                      <a:pt x="98" y="236"/>
                    </a:lnTo>
                    <a:lnTo>
                      <a:pt x="101" y="252"/>
                    </a:lnTo>
                    <a:lnTo>
                      <a:pt x="101" y="265"/>
                    </a:lnTo>
                    <a:lnTo>
                      <a:pt x="101" y="274"/>
                    </a:lnTo>
                    <a:lnTo>
                      <a:pt x="95" y="293"/>
                    </a:lnTo>
                    <a:lnTo>
                      <a:pt x="92" y="306"/>
                    </a:lnTo>
                    <a:lnTo>
                      <a:pt x="69" y="287"/>
                    </a:lnTo>
                    <a:lnTo>
                      <a:pt x="74" y="274"/>
                    </a:lnTo>
                    <a:lnTo>
                      <a:pt x="77" y="261"/>
                    </a:lnTo>
                    <a:lnTo>
                      <a:pt x="80" y="249"/>
                    </a:lnTo>
                    <a:lnTo>
                      <a:pt x="83" y="236"/>
                    </a:lnTo>
                    <a:lnTo>
                      <a:pt x="80" y="222"/>
                    </a:lnTo>
                    <a:lnTo>
                      <a:pt x="77" y="209"/>
                    </a:lnTo>
                    <a:lnTo>
                      <a:pt x="71" y="196"/>
                    </a:lnTo>
                    <a:lnTo>
                      <a:pt x="65" y="190"/>
                    </a:lnTo>
                    <a:lnTo>
                      <a:pt x="54" y="180"/>
                    </a:lnTo>
                    <a:lnTo>
                      <a:pt x="42" y="168"/>
                    </a:lnTo>
                    <a:lnTo>
                      <a:pt x="30" y="155"/>
                    </a:lnTo>
                    <a:lnTo>
                      <a:pt x="20" y="142"/>
                    </a:lnTo>
                    <a:lnTo>
                      <a:pt x="12" y="123"/>
                    </a:lnTo>
                    <a:lnTo>
                      <a:pt x="3" y="110"/>
                    </a:lnTo>
                    <a:lnTo>
                      <a:pt x="0" y="100"/>
                    </a:lnTo>
                    <a:lnTo>
                      <a:pt x="0" y="84"/>
                    </a:lnTo>
                    <a:lnTo>
                      <a:pt x="0" y="61"/>
                    </a:lnTo>
                    <a:lnTo>
                      <a:pt x="0" y="48"/>
                    </a:lnTo>
                    <a:lnTo>
                      <a:pt x="3" y="32"/>
                    </a:lnTo>
                    <a:lnTo>
                      <a:pt x="6" y="19"/>
                    </a:lnTo>
                    <a:lnTo>
                      <a:pt x="6" y="10"/>
                    </a:lnTo>
                    <a:lnTo>
                      <a:pt x="12" y="0"/>
                    </a:lnTo>
                    <a:lnTo>
                      <a:pt x="50" y="3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 82"/>
              <p:cNvSpPr>
                <a:spLocks/>
              </p:cNvSpPr>
              <p:nvPr/>
            </p:nvSpPr>
            <p:spPr bwMode="ltGray">
              <a:xfrm>
                <a:off x="901" y="498"/>
                <a:ext cx="104" cy="309"/>
              </a:xfrm>
              <a:custGeom>
                <a:avLst/>
                <a:gdLst>
                  <a:gd name="T0" fmla="*/ 53 w 104"/>
                  <a:gd name="T1" fmla="*/ 6 h 309"/>
                  <a:gd name="T2" fmla="*/ 51 w 104"/>
                  <a:gd name="T3" fmla="*/ 16 h 309"/>
                  <a:gd name="T4" fmla="*/ 47 w 104"/>
                  <a:gd name="T5" fmla="*/ 16 h 309"/>
                  <a:gd name="T6" fmla="*/ 44 w 104"/>
                  <a:gd name="T7" fmla="*/ 22 h 309"/>
                  <a:gd name="T8" fmla="*/ 39 w 104"/>
                  <a:gd name="T9" fmla="*/ 42 h 309"/>
                  <a:gd name="T10" fmla="*/ 29 w 104"/>
                  <a:gd name="T11" fmla="*/ 65 h 309"/>
                  <a:gd name="T12" fmla="*/ 27 w 104"/>
                  <a:gd name="T13" fmla="*/ 77 h 309"/>
                  <a:gd name="T14" fmla="*/ 24 w 104"/>
                  <a:gd name="T15" fmla="*/ 97 h 309"/>
                  <a:gd name="T16" fmla="*/ 24 w 104"/>
                  <a:gd name="T17" fmla="*/ 106 h 309"/>
                  <a:gd name="T18" fmla="*/ 24 w 104"/>
                  <a:gd name="T19" fmla="*/ 120 h 309"/>
                  <a:gd name="T20" fmla="*/ 27 w 104"/>
                  <a:gd name="T21" fmla="*/ 130 h 309"/>
                  <a:gd name="T22" fmla="*/ 29 w 104"/>
                  <a:gd name="T23" fmla="*/ 139 h 309"/>
                  <a:gd name="T24" fmla="*/ 39 w 104"/>
                  <a:gd name="T25" fmla="*/ 149 h 309"/>
                  <a:gd name="T26" fmla="*/ 47 w 104"/>
                  <a:gd name="T27" fmla="*/ 162 h 309"/>
                  <a:gd name="T28" fmla="*/ 59 w 104"/>
                  <a:gd name="T29" fmla="*/ 178 h 309"/>
                  <a:gd name="T30" fmla="*/ 80 w 104"/>
                  <a:gd name="T31" fmla="*/ 201 h 309"/>
                  <a:gd name="T32" fmla="*/ 91 w 104"/>
                  <a:gd name="T33" fmla="*/ 217 h 309"/>
                  <a:gd name="T34" fmla="*/ 97 w 104"/>
                  <a:gd name="T35" fmla="*/ 227 h 309"/>
                  <a:gd name="T36" fmla="*/ 100 w 104"/>
                  <a:gd name="T37" fmla="*/ 239 h 309"/>
                  <a:gd name="T38" fmla="*/ 103 w 104"/>
                  <a:gd name="T39" fmla="*/ 252 h 309"/>
                  <a:gd name="T40" fmla="*/ 103 w 104"/>
                  <a:gd name="T41" fmla="*/ 265 h 309"/>
                  <a:gd name="T42" fmla="*/ 100 w 104"/>
                  <a:gd name="T43" fmla="*/ 279 h 309"/>
                  <a:gd name="T44" fmla="*/ 97 w 104"/>
                  <a:gd name="T45" fmla="*/ 295 h 309"/>
                  <a:gd name="T46" fmla="*/ 91 w 104"/>
                  <a:gd name="T47" fmla="*/ 308 h 309"/>
                  <a:gd name="T48" fmla="*/ 71 w 104"/>
                  <a:gd name="T49" fmla="*/ 288 h 309"/>
                  <a:gd name="T50" fmla="*/ 76 w 104"/>
                  <a:gd name="T51" fmla="*/ 279 h 309"/>
                  <a:gd name="T52" fmla="*/ 80 w 104"/>
                  <a:gd name="T53" fmla="*/ 262 h 309"/>
                  <a:gd name="T54" fmla="*/ 83 w 104"/>
                  <a:gd name="T55" fmla="*/ 252 h 309"/>
                  <a:gd name="T56" fmla="*/ 83 w 104"/>
                  <a:gd name="T57" fmla="*/ 236 h 309"/>
                  <a:gd name="T58" fmla="*/ 83 w 104"/>
                  <a:gd name="T59" fmla="*/ 227 h 309"/>
                  <a:gd name="T60" fmla="*/ 76 w 104"/>
                  <a:gd name="T61" fmla="*/ 211 h 309"/>
                  <a:gd name="T62" fmla="*/ 74 w 104"/>
                  <a:gd name="T63" fmla="*/ 201 h 309"/>
                  <a:gd name="T64" fmla="*/ 68 w 104"/>
                  <a:gd name="T65" fmla="*/ 190 h 309"/>
                  <a:gd name="T66" fmla="*/ 56 w 104"/>
                  <a:gd name="T67" fmla="*/ 181 h 309"/>
                  <a:gd name="T68" fmla="*/ 41 w 104"/>
                  <a:gd name="T69" fmla="*/ 168 h 309"/>
                  <a:gd name="T70" fmla="*/ 29 w 104"/>
                  <a:gd name="T71" fmla="*/ 155 h 309"/>
                  <a:gd name="T72" fmla="*/ 24 w 104"/>
                  <a:gd name="T73" fmla="*/ 146 h 309"/>
                  <a:gd name="T74" fmla="*/ 12 w 104"/>
                  <a:gd name="T75" fmla="*/ 126 h 309"/>
                  <a:gd name="T76" fmla="*/ 6 w 104"/>
                  <a:gd name="T77" fmla="*/ 109 h 309"/>
                  <a:gd name="T78" fmla="*/ 3 w 104"/>
                  <a:gd name="T79" fmla="*/ 100 h 309"/>
                  <a:gd name="T80" fmla="*/ 0 w 104"/>
                  <a:gd name="T81" fmla="*/ 84 h 309"/>
                  <a:gd name="T82" fmla="*/ 0 w 104"/>
                  <a:gd name="T83" fmla="*/ 61 h 309"/>
                  <a:gd name="T84" fmla="*/ 3 w 104"/>
                  <a:gd name="T85" fmla="*/ 49 h 309"/>
                  <a:gd name="T86" fmla="*/ 6 w 104"/>
                  <a:gd name="T87" fmla="*/ 35 h 309"/>
                  <a:gd name="T88" fmla="*/ 6 w 104"/>
                  <a:gd name="T89" fmla="*/ 22 h 309"/>
                  <a:gd name="T90" fmla="*/ 9 w 104"/>
                  <a:gd name="T91" fmla="*/ 9 h 309"/>
                  <a:gd name="T92" fmla="*/ 15 w 104"/>
                  <a:gd name="T93" fmla="*/ 0 h 309"/>
                  <a:gd name="T94" fmla="*/ 53 w 104"/>
                  <a:gd name="T95" fmla="*/ 6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4" h="309">
                    <a:moveTo>
                      <a:pt x="53" y="6"/>
                    </a:moveTo>
                    <a:lnTo>
                      <a:pt x="51" y="16"/>
                    </a:lnTo>
                    <a:lnTo>
                      <a:pt x="47" y="16"/>
                    </a:lnTo>
                    <a:lnTo>
                      <a:pt x="44" y="22"/>
                    </a:lnTo>
                    <a:lnTo>
                      <a:pt x="39" y="42"/>
                    </a:lnTo>
                    <a:lnTo>
                      <a:pt x="29" y="65"/>
                    </a:lnTo>
                    <a:lnTo>
                      <a:pt x="27" y="77"/>
                    </a:lnTo>
                    <a:lnTo>
                      <a:pt x="24" y="97"/>
                    </a:lnTo>
                    <a:lnTo>
                      <a:pt x="24" y="106"/>
                    </a:lnTo>
                    <a:lnTo>
                      <a:pt x="24" y="120"/>
                    </a:lnTo>
                    <a:lnTo>
                      <a:pt x="27" y="130"/>
                    </a:lnTo>
                    <a:lnTo>
                      <a:pt x="29" y="139"/>
                    </a:lnTo>
                    <a:lnTo>
                      <a:pt x="39" y="149"/>
                    </a:lnTo>
                    <a:lnTo>
                      <a:pt x="47" y="162"/>
                    </a:lnTo>
                    <a:lnTo>
                      <a:pt x="59" y="178"/>
                    </a:lnTo>
                    <a:lnTo>
                      <a:pt x="80" y="201"/>
                    </a:lnTo>
                    <a:lnTo>
                      <a:pt x="91" y="217"/>
                    </a:lnTo>
                    <a:lnTo>
                      <a:pt x="97" y="227"/>
                    </a:lnTo>
                    <a:lnTo>
                      <a:pt x="100" y="239"/>
                    </a:lnTo>
                    <a:lnTo>
                      <a:pt x="103" y="252"/>
                    </a:lnTo>
                    <a:lnTo>
                      <a:pt x="103" y="265"/>
                    </a:lnTo>
                    <a:lnTo>
                      <a:pt x="100" y="279"/>
                    </a:lnTo>
                    <a:lnTo>
                      <a:pt x="97" y="295"/>
                    </a:lnTo>
                    <a:lnTo>
                      <a:pt x="91" y="308"/>
                    </a:lnTo>
                    <a:lnTo>
                      <a:pt x="71" y="288"/>
                    </a:lnTo>
                    <a:lnTo>
                      <a:pt x="76" y="279"/>
                    </a:lnTo>
                    <a:lnTo>
                      <a:pt x="80" y="262"/>
                    </a:lnTo>
                    <a:lnTo>
                      <a:pt x="83" y="252"/>
                    </a:lnTo>
                    <a:lnTo>
                      <a:pt x="83" y="236"/>
                    </a:lnTo>
                    <a:lnTo>
                      <a:pt x="83" y="227"/>
                    </a:lnTo>
                    <a:lnTo>
                      <a:pt x="76" y="211"/>
                    </a:lnTo>
                    <a:lnTo>
                      <a:pt x="74" y="201"/>
                    </a:lnTo>
                    <a:lnTo>
                      <a:pt x="68" y="190"/>
                    </a:lnTo>
                    <a:lnTo>
                      <a:pt x="56" y="181"/>
                    </a:lnTo>
                    <a:lnTo>
                      <a:pt x="41" y="168"/>
                    </a:lnTo>
                    <a:lnTo>
                      <a:pt x="29" y="155"/>
                    </a:lnTo>
                    <a:lnTo>
                      <a:pt x="24" y="146"/>
                    </a:lnTo>
                    <a:lnTo>
                      <a:pt x="12" y="126"/>
                    </a:lnTo>
                    <a:lnTo>
                      <a:pt x="6" y="109"/>
                    </a:lnTo>
                    <a:lnTo>
                      <a:pt x="3" y="100"/>
                    </a:lnTo>
                    <a:lnTo>
                      <a:pt x="0" y="84"/>
                    </a:lnTo>
                    <a:lnTo>
                      <a:pt x="0" y="61"/>
                    </a:lnTo>
                    <a:lnTo>
                      <a:pt x="3" y="49"/>
                    </a:lnTo>
                    <a:lnTo>
                      <a:pt x="6" y="35"/>
                    </a:lnTo>
                    <a:lnTo>
                      <a:pt x="6" y="22"/>
                    </a:lnTo>
                    <a:lnTo>
                      <a:pt x="9" y="9"/>
                    </a:lnTo>
                    <a:lnTo>
                      <a:pt x="15" y="0"/>
                    </a:lnTo>
                    <a:lnTo>
                      <a:pt x="53" y="6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 83"/>
              <p:cNvSpPr>
                <a:spLocks/>
              </p:cNvSpPr>
              <p:nvPr/>
            </p:nvSpPr>
            <p:spPr bwMode="ltGray">
              <a:xfrm>
                <a:off x="2268" y="493"/>
                <a:ext cx="58" cy="102"/>
              </a:xfrm>
              <a:custGeom>
                <a:avLst/>
                <a:gdLst>
                  <a:gd name="T0" fmla="*/ 16 w 58"/>
                  <a:gd name="T1" fmla="*/ 101 h 102"/>
                  <a:gd name="T2" fmla="*/ 0 w 58"/>
                  <a:gd name="T3" fmla="*/ 0 h 102"/>
                  <a:gd name="T4" fmla="*/ 57 w 58"/>
                  <a:gd name="T5" fmla="*/ 52 h 102"/>
                  <a:gd name="T6" fmla="*/ 16 w 58"/>
                  <a:gd name="T7" fmla="*/ 10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" h="102">
                    <a:moveTo>
                      <a:pt x="16" y="101"/>
                    </a:moveTo>
                    <a:lnTo>
                      <a:pt x="0" y="0"/>
                    </a:lnTo>
                    <a:lnTo>
                      <a:pt x="57" y="52"/>
                    </a:lnTo>
                    <a:lnTo>
                      <a:pt x="16" y="101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 84"/>
              <p:cNvSpPr>
                <a:spLocks/>
              </p:cNvSpPr>
              <p:nvPr/>
            </p:nvSpPr>
            <p:spPr bwMode="ltGray">
              <a:xfrm>
                <a:off x="5060" y="541"/>
                <a:ext cx="57" cy="65"/>
              </a:xfrm>
              <a:custGeom>
                <a:avLst/>
                <a:gdLst>
                  <a:gd name="T0" fmla="*/ 18 w 57"/>
                  <a:gd name="T1" fmla="*/ 0 h 65"/>
                  <a:gd name="T2" fmla="*/ 0 w 57"/>
                  <a:gd name="T3" fmla="*/ 44 h 65"/>
                  <a:gd name="T4" fmla="*/ 38 w 57"/>
                  <a:gd name="T5" fmla="*/ 64 h 65"/>
                  <a:gd name="T6" fmla="*/ 56 w 57"/>
                  <a:gd name="T7" fmla="*/ 23 h 65"/>
                  <a:gd name="T8" fmla="*/ 18 w 57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65">
                    <a:moveTo>
                      <a:pt x="18" y="0"/>
                    </a:moveTo>
                    <a:lnTo>
                      <a:pt x="0" y="44"/>
                    </a:lnTo>
                    <a:lnTo>
                      <a:pt x="38" y="64"/>
                    </a:lnTo>
                    <a:lnTo>
                      <a:pt x="56" y="23"/>
                    </a:lnTo>
                    <a:lnTo>
                      <a:pt x="18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85"/>
              <p:cNvSpPr>
                <a:spLocks/>
              </p:cNvSpPr>
              <p:nvPr/>
            </p:nvSpPr>
            <p:spPr bwMode="ltGray">
              <a:xfrm>
                <a:off x="4717" y="510"/>
                <a:ext cx="153" cy="75"/>
              </a:xfrm>
              <a:custGeom>
                <a:avLst/>
                <a:gdLst>
                  <a:gd name="T0" fmla="*/ 3 w 153"/>
                  <a:gd name="T1" fmla="*/ 46 h 75"/>
                  <a:gd name="T2" fmla="*/ 15 w 153"/>
                  <a:gd name="T3" fmla="*/ 49 h 75"/>
                  <a:gd name="T4" fmla="*/ 23 w 153"/>
                  <a:gd name="T5" fmla="*/ 49 h 75"/>
                  <a:gd name="T6" fmla="*/ 33 w 153"/>
                  <a:gd name="T7" fmla="*/ 46 h 75"/>
                  <a:gd name="T8" fmla="*/ 42 w 153"/>
                  <a:gd name="T9" fmla="*/ 37 h 75"/>
                  <a:gd name="T10" fmla="*/ 48 w 153"/>
                  <a:gd name="T11" fmla="*/ 28 h 75"/>
                  <a:gd name="T12" fmla="*/ 57 w 153"/>
                  <a:gd name="T13" fmla="*/ 12 h 75"/>
                  <a:gd name="T14" fmla="*/ 68 w 153"/>
                  <a:gd name="T15" fmla="*/ 3 h 75"/>
                  <a:gd name="T16" fmla="*/ 83 w 153"/>
                  <a:gd name="T17" fmla="*/ 0 h 75"/>
                  <a:gd name="T18" fmla="*/ 92 w 153"/>
                  <a:gd name="T19" fmla="*/ 3 h 75"/>
                  <a:gd name="T20" fmla="*/ 104 w 153"/>
                  <a:gd name="T21" fmla="*/ 10 h 75"/>
                  <a:gd name="T22" fmla="*/ 113 w 153"/>
                  <a:gd name="T23" fmla="*/ 15 h 75"/>
                  <a:gd name="T24" fmla="*/ 125 w 153"/>
                  <a:gd name="T25" fmla="*/ 22 h 75"/>
                  <a:gd name="T26" fmla="*/ 137 w 153"/>
                  <a:gd name="T27" fmla="*/ 22 h 75"/>
                  <a:gd name="T28" fmla="*/ 149 w 153"/>
                  <a:gd name="T29" fmla="*/ 15 h 75"/>
                  <a:gd name="T30" fmla="*/ 152 w 153"/>
                  <a:gd name="T31" fmla="*/ 22 h 75"/>
                  <a:gd name="T32" fmla="*/ 143 w 153"/>
                  <a:gd name="T33" fmla="*/ 25 h 75"/>
                  <a:gd name="T34" fmla="*/ 134 w 153"/>
                  <a:gd name="T35" fmla="*/ 28 h 75"/>
                  <a:gd name="T36" fmla="*/ 122 w 153"/>
                  <a:gd name="T37" fmla="*/ 28 h 75"/>
                  <a:gd name="T38" fmla="*/ 113 w 153"/>
                  <a:gd name="T39" fmla="*/ 22 h 75"/>
                  <a:gd name="T40" fmla="*/ 102 w 153"/>
                  <a:gd name="T41" fmla="*/ 15 h 75"/>
                  <a:gd name="T42" fmla="*/ 87 w 153"/>
                  <a:gd name="T43" fmla="*/ 12 h 75"/>
                  <a:gd name="T44" fmla="*/ 75 w 153"/>
                  <a:gd name="T45" fmla="*/ 12 h 75"/>
                  <a:gd name="T46" fmla="*/ 65 w 153"/>
                  <a:gd name="T47" fmla="*/ 15 h 75"/>
                  <a:gd name="T48" fmla="*/ 57 w 153"/>
                  <a:gd name="T49" fmla="*/ 22 h 75"/>
                  <a:gd name="T50" fmla="*/ 50 w 153"/>
                  <a:gd name="T51" fmla="*/ 34 h 75"/>
                  <a:gd name="T52" fmla="*/ 42 w 153"/>
                  <a:gd name="T53" fmla="*/ 53 h 75"/>
                  <a:gd name="T54" fmla="*/ 33 w 153"/>
                  <a:gd name="T55" fmla="*/ 68 h 75"/>
                  <a:gd name="T56" fmla="*/ 23 w 153"/>
                  <a:gd name="T57" fmla="*/ 74 h 75"/>
                  <a:gd name="T58" fmla="*/ 18 w 153"/>
                  <a:gd name="T59" fmla="*/ 74 h 75"/>
                  <a:gd name="T60" fmla="*/ 8 w 153"/>
                  <a:gd name="T61" fmla="*/ 71 h 75"/>
                  <a:gd name="T62" fmla="*/ 0 w 153"/>
                  <a:gd name="T63" fmla="*/ 4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3" h="75">
                    <a:moveTo>
                      <a:pt x="0" y="43"/>
                    </a:moveTo>
                    <a:lnTo>
                      <a:pt x="3" y="46"/>
                    </a:lnTo>
                    <a:lnTo>
                      <a:pt x="8" y="49"/>
                    </a:lnTo>
                    <a:lnTo>
                      <a:pt x="15" y="49"/>
                    </a:lnTo>
                    <a:lnTo>
                      <a:pt x="21" y="49"/>
                    </a:lnTo>
                    <a:lnTo>
                      <a:pt x="23" y="49"/>
                    </a:lnTo>
                    <a:lnTo>
                      <a:pt x="30" y="49"/>
                    </a:lnTo>
                    <a:lnTo>
                      <a:pt x="33" y="46"/>
                    </a:lnTo>
                    <a:lnTo>
                      <a:pt x="35" y="43"/>
                    </a:lnTo>
                    <a:lnTo>
                      <a:pt x="42" y="37"/>
                    </a:lnTo>
                    <a:lnTo>
                      <a:pt x="45" y="31"/>
                    </a:lnTo>
                    <a:lnTo>
                      <a:pt x="48" y="28"/>
                    </a:lnTo>
                    <a:lnTo>
                      <a:pt x="50" y="18"/>
                    </a:lnTo>
                    <a:lnTo>
                      <a:pt x="57" y="12"/>
                    </a:lnTo>
                    <a:lnTo>
                      <a:pt x="62" y="10"/>
                    </a:lnTo>
                    <a:lnTo>
                      <a:pt x="68" y="3"/>
                    </a:lnTo>
                    <a:lnTo>
                      <a:pt x="75" y="0"/>
                    </a:lnTo>
                    <a:lnTo>
                      <a:pt x="83" y="0"/>
                    </a:lnTo>
                    <a:lnTo>
                      <a:pt x="90" y="0"/>
                    </a:lnTo>
                    <a:lnTo>
                      <a:pt x="92" y="3"/>
                    </a:lnTo>
                    <a:lnTo>
                      <a:pt x="98" y="7"/>
                    </a:lnTo>
                    <a:lnTo>
                      <a:pt x="104" y="10"/>
                    </a:lnTo>
                    <a:lnTo>
                      <a:pt x="107" y="12"/>
                    </a:lnTo>
                    <a:lnTo>
                      <a:pt x="113" y="15"/>
                    </a:lnTo>
                    <a:lnTo>
                      <a:pt x="119" y="18"/>
                    </a:lnTo>
                    <a:lnTo>
                      <a:pt x="125" y="22"/>
                    </a:lnTo>
                    <a:lnTo>
                      <a:pt x="131" y="22"/>
                    </a:lnTo>
                    <a:lnTo>
                      <a:pt x="137" y="22"/>
                    </a:lnTo>
                    <a:lnTo>
                      <a:pt x="143" y="18"/>
                    </a:lnTo>
                    <a:lnTo>
                      <a:pt x="149" y="15"/>
                    </a:lnTo>
                    <a:lnTo>
                      <a:pt x="152" y="15"/>
                    </a:lnTo>
                    <a:lnTo>
                      <a:pt x="152" y="22"/>
                    </a:lnTo>
                    <a:lnTo>
                      <a:pt x="149" y="25"/>
                    </a:lnTo>
                    <a:lnTo>
                      <a:pt x="143" y="25"/>
                    </a:lnTo>
                    <a:lnTo>
                      <a:pt x="137" y="28"/>
                    </a:lnTo>
                    <a:lnTo>
                      <a:pt x="134" y="28"/>
                    </a:lnTo>
                    <a:lnTo>
                      <a:pt x="131" y="28"/>
                    </a:lnTo>
                    <a:lnTo>
                      <a:pt x="122" y="28"/>
                    </a:lnTo>
                    <a:lnTo>
                      <a:pt x="119" y="25"/>
                    </a:lnTo>
                    <a:lnTo>
                      <a:pt x="113" y="22"/>
                    </a:lnTo>
                    <a:lnTo>
                      <a:pt x="104" y="15"/>
                    </a:lnTo>
                    <a:lnTo>
                      <a:pt x="102" y="15"/>
                    </a:lnTo>
                    <a:lnTo>
                      <a:pt x="95" y="15"/>
                    </a:lnTo>
                    <a:lnTo>
                      <a:pt x="87" y="12"/>
                    </a:lnTo>
                    <a:lnTo>
                      <a:pt x="80" y="12"/>
                    </a:lnTo>
                    <a:lnTo>
                      <a:pt x="75" y="12"/>
                    </a:lnTo>
                    <a:lnTo>
                      <a:pt x="72" y="15"/>
                    </a:lnTo>
                    <a:lnTo>
                      <a:pt x="65" y="15"/>
                    </a:lnTo>
                    <a:lnTo>
                      <a:pt x="62" y="18"/>
                    </a:lnTo>
                    <a:lnTo>
                      <a:pt x="57" y="22"/>
                    </a:lnTo>
                    <a:lnTo>
                      <a:pt x="53" y="25"/>
                    </a:lnTo>
                    <a:lnTo>
                      <a:pt x="50" y="34"/>
                    </a:lnTo>
                    <a:lnTo>
                      <a:pt x="45" y="43"/>
                    </a:lnTo>
                    <a:lnTo>
                      <a:pt x="42" y="53"/>
                    </a:lnTo>
                    <a:lnTo>
                      <a:pt x="35" y="64"/>
                    </a:lnTo>
                    <a:lnTo>
                      <a:pt x="33" y="68"/>
                    </a:lnTo>
                    <a:lnTo>
                      <a:pt x="30" y="74"/>
                    </a:lnTo>
                    <a:lnTo>
                      <a:pt x="23" y="74"/>
                    </a:lnTo>
                    <a:lnTo>
                      <a:pt x="21" y="74"/>
                    </a:lnTo>
                    <a:lnTo>
                      <a:pt x="18" y="74"/>
                    </a:lnTo>
                    <a:lnTo>
                      <a:pt x="15" y="74"/>
                    </a:lnTo>
                    <a:lnTo>
                      <a:pt x="8" y="71"/>
                    </a:lnTo>
                    <a:lnTo>
                      <a:pt x="3" y="68"/>
                    </a:lnTo>
                    <a:lnTo>
                      <a:pt x="0" y="43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86"/>
              <p:cNvSpPr>
                <a:spLocks/>
              </p:cNvSpPr>
              <p:nvPr/>
            </p:nvSpPr>
            <p:spPr bwMode="ltGray">
              <a:xfrm>
                <a:off x="4772" y="884"/>
                <a:ext cx="59" cy="101"/>
              </a:xfrm>
              <a:custGeom>
                <a:avLst/>
                <a:gdLst>
                  <a:gd name="T0" fmla="*/ 16 w 59"/>
                  <a:gd name="T1" fmla="*/ 100 h 101"/>
                  <a:gd name="T2" fmla="*/ 0 w 59"/>
                  <a:gd name="T3" fmla="*/ 0 h 101"/>
                  <a:gd name="T4" fmla="*/ 58 w 59"/>
                  <a:gd name="T5" fmla="*/ 51 h 101"/>
                  <a:gd name="T6" fmla="*/ 16 w 59"/>
                  <a:gd name="T7" fmla="*/ 10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101">
                    <a:moveTo>
                      <a:pt x="16" y="100"/>
                    </a:moveTo>
                    <a:lnTo>
                      <a:pt x="0" y="0"/>
                    </a:lnTo>
                    <a:lnTo>
                      <a:pt x="58" y="51"/>
                    </a:lnTo>
                    <a:lnTo>
                      <a:pt x="16" y="10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Freeform 87"/>
              <p:cNvSpPr>
                <a:spLocks/>
              </p:cNvSpPr>
              <p:nvPr/>
            </p:nvSpPr>
            <p:spPr bwMode="ltGray">
              <a:xfrm>
                <a:off x="4933" y="786"/>
                <a:ext cx="104" cy="309"/>
              </a:xfrm>
              <a:custGeom>
                <a:avLst/>
                <a:gdLst>
                  <a:gd name="T0" fmla="*/ 53 w 104"/>
                  <a:gd name="T1" fmla="*/ 6 h 309"/>
                  <a:gd name="T2" fmla="*/ 51 w 104"/>
                  <a:gd name="T3" fmla="*/ 16 h 309"/>
                  <a:gd name="T4" fmla="*/ 47 w 104"/>
                  <a:gd name="T5" fmla="*/ 16 h 309"/>
                  <a:gd name="T6" fmla="*/ 44 w 104"/>
                  <a:gd name="T7" fmla="*/ 22 h 309"/>
                  <a:gd name="T8" fmla="*/ 39 w 104"/>
                  <a:gd name="T9" fmla="*/ 42 h 309"/>
                  <a:gd name="T10" fmla="*/ 29 w 104"/>
                  <a:gd name="T11" fmla="*/ 65 h 309"/>
                  <a:gd name="T12" fmla="*/ 27 w 104"/>
                  <a:gd name="T13" fmla="*/ 77 h 309"/>
                  <a:gd name="T14" fmla="*/ 24 w 104"/>
                  <a:gd name="T15" fmla="*/ 97 h 309"/>
                  <a:gd name="T16" fmla="*/ 24 w 104"/>
                  <a:gd name="T17" fmla="*/ 106 h 309"/>
                  <a:gd name="T18" fmla="*/ 24 w 104"/>
                  <a:gd name="T19" fmla="*/ 120 h 309"/>
                  <a:gd name="T20" fmla="*/ 27 w 104"/>
                  <a:gd name="T21" fmla="*/ 130 h 309"/>
                  <a:gd name="T22" fmla="*/ 29 w 104"/>
                  <a:gd name="T23" fmla="*/ 139 h 309"/>
                  <a:gd name="T24" fmla="*/ 39 w 104"/>
                  <a:gd name="T25" fmla="*/ 149 h 309"/>
                  <a:gd name="T26" fmla="*/ 47 w 104"/>
                  <a:gd name="T27" fmla="*/ 162 h 309"/>
                  <a:gd name="T28" fmla="*/ 59 w 104"/>
                  <a:gd name="T29" fmla="*/ 178 h 309"/>
                  <a:gd name="T30" fmla="*/ 80 w 104"/>
                  <a:gd name="T31" fmla="*/ 201 h 309"/>
                  <a:gd name="T32" fmla="*/ 91 w 104"/>
                  <a:gd name="T33" fmla="*/ 217 h 309"/>
                  <a:gd name="T34" fmla="*/ 97 w 104"/>
                  <a:gd name="T35" fmla="*/ 227 h 309"/>
                  <a:gd name="T36" fmla="*/ 100 w 104"/>
                  <a:gd name="T37" fmla="*/ 239 h 309"/>
                  <a:gd name="T38" fmla="*/ 103 w 104"/>
                  <a:gd name="T39" fmla="*/ 252 h 309"/>
                  <a:gd name="T40" fmla="*/ 103 w 104"/>
                  <a:gd name="T41" fmla="*/ 265 h 309"/>
                  <a:gd name="T42" fmla="*/ 100 w 104"/>
                  <a:gd name="T43" fmla="*/ 279 h 309"/>
                  <a:gd name="T44" fmla="*/ 97 w 104"/>
                  <a:gd name="T45" fmla="*/ 295 h 309"/>
                  <a:gd name="T46" fmla="*/ 91 w 104"/>
                  <a:gd name="T47" fmla="*/ 308 h 309"/>
                  <a:gd name="T48" fmla="*/ 71 w 104"/>
                  <a:gd name="T49" fmla="*/ 288 h 309"/>
                  <a:gd name="T50" fmla="*/ 76 w 104"/>
                  <a:gd name="T51" fmla="*/ 279 h 309"/>
                  <a:gd name="T52" fmla="*/ 80 w 104"/>
                  <a:gd name="T53" fmla="*/ 262 h 309"/>
                  <a:gd name="T54" fmla="*/ 83 w 104"/>
                  <a:gd name="T55" fmla="*/ 252 h 309"/>
                  <a:gd name="T56" fmla="*/ 83 w 104"/>
                  <a:gd name="T57" fmla="*/ 236 h 309"/>
                  <a:gd name="T58" fmla="*/ 83 w 104"/>
                  <a:gd name="T59" fmla="*/ 227 h 309"/>
                  <a:gd name="T60" fmla="*/ 76 w 104"/>
                  <a:gd name="T61" fmla="*/ 211 h 309"/>
                  <a:gd name="T62" fmla="*/ 74 w 104"/>
                  <a:gd name="T63" fmla="*/ 201 h 309"/>
                  <a:gd name="T64" fmla="*/ 68 w 104"/>
                  <a:gd name="T65" fmla="*/ 190 h 309"/>
                  <a:gd name="T66" fmla="*/ 56 w 104"/>
                  <a:gd name="T67" fmla="*/ 181 h 309"/>
                  <a:gd name="T68" fmla="*/ 41 w 104"/>
                  <a:gd name="T69" fmla="*/ 168 h 309"/>
                  <a:gd name="T70" fmla="*/ 29 w 104"/>
                  <a:gd name="T71" fmla="*/ 155 h 309"/>
                  <a:gd name="T72" fmla="*/ 24 w 104"/>
                  <a:gd name="T73" fmla="*/ 146 h 309"/>
                  <a:gd name="T74" fmla="*/ 12 w 104"/>
                  <a:gd name="T75" fmla="*/ 126 h 309"/>
                  <a:gd name="T76" fmla="*/ 6 w 104"/>
                  <a:gd name="T77" fmla="*/ 109 h 309"/>
                  <a:gd name="T78" fmla="*/ 3 w 104"/>
                  <a:gd name="T79" fmla="*/ 100 h 309"/>
                  <a:gd name="T80" fmla="*/ 0 w 104"/>
                  <a:gd name="T81" fmla="*/ 84 h 309"/>
                  <a:gd name="T82" fmla="*/ 0 w 104"/>
                  <a:gd name="T83" fmla="*/ 61 h 309"/>
                  <a:gd name="T84" fmla="*/ 3 w 104"/>
                  <a:gd name="T85" fmla="*/ 49 h 309"/>
                  <a:gd name="T86" fmla="*/ 6 w 104"/>
                  <a:gd name="T87" fmla="*/ 35 h 309"/>
                  <a:gd name="T88" fmla="*/ 6 w 104"/>
                  <a:gd name="T89" fmla="*/ 22 h 309"/>
                  <a:gd name="T90" fmla="*/ 9 w 104"/>
                  <a:gd name="T91" fmla="*/ 9 h 309"/>
                  <a:gd name="T92" fmla="*/ 15 w 104"/>
                  <a:gd name="T93" fmla="*/ 0 h 309"/>
                  <a:gd name="T94" fmla="*/ 53 w 104"/>
                  <a:gd name="T95" fmla="*/ 6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4" h="309">
                    <a:moveTo>
                      <a:pt x="53" y="6"/>
                    </a:moveTo>
                    <a:lnTo>
                      <a:pt x="51" y="16"/>
                    </a:lnTo>
                    <a:lnTo>
                      <a:pt x="47" y="16"/>
                    </a:lnTo>
                    <a:lnTo>
                      <a:pt x="44" y="22"/>
                    </a:lnTo>
                    <a:lnTo>
                      <a:pt x="39" y="42"/>
                    </a:lnTo>
                    <a:lnTo>
                      <a:pt x="29" y="65"/>
                    </a:lnTo>
                    <a:lnTo>
                      <a:pt x="27" y="77"/>
                    </a:lnTo>
                    <a:lnTo>
                      <a:pt x="24" y="97"/>
                    </a:lnTo>
                    <a:lnTo>
                      <a:pt x="24" y="106"/>
                    </a:lnTo>
                    <a:lnTo>
                      <a:pt x="24" y="120"/>
                    </a:lnTo>
                    <a:lnTo>
                      <a:pt x="27" y="130"/>
                    </a:lnTo>
                    <a:lnTo>
                      <a:pt x="29" y="139"/>
                    </a:lnTo>
                    <a:lnTo>
                      <a:pt x="39" y="149"/>
                    </a:lnTo>
                    <a:lnTo>
                      <a:pt x="47" y="162"/>
                    </a:lnTo>
                    <a:lnTo>
                      <a:pt x="59" y="178"/>
                    </a:lnTo>
                    <a:lnTo>
                      <a:pt x="80" y="201"/>
                    </a:lnTo>
                    <a:lnTo>
                      <a:pt x="91" y="217"/>
                    </a:lnTo>
                    <a:lnTo>
                      <a:pt x="97" y="227"/>
                    </a:lnTo>
                    <a:lnTo>
                      <a:pt x="100" y="239"/>
                    </a:lnTo>
                    <a:lnTo>
                      <a:pt x="103" y="252"/>
                    </a:lnTo>
                    <a:lnTo>
                      <a:pt x="103" y="265"/>
                    </a:lnTo>
                    <a:lnTo>
                      <a:pt x="100" y="279"/>
                    </a:lnTo>
                    <a:lnTo>
                      <a:pt x="97" y="295"/>
                    </a:lnTo>
                    <a:lnTo>
                      <a:pt x="91" y="308"/>
                    </a:lnTo>
                    <a:lnTo>
                      <a:pt x="71" y="288"/>
                    </a:lnTo>
                    <a:lnTo>
                      <a:pt x="76" y="279"/>
                    </a:lnTo>
                    <a:lnTo>
                      <a:pt x="80" y="262"/>
                    </a:lnTo>
                    <a:lnTo>
                      <a:pt x="83" y="252"/>
                    </a:lnTo>
                    <a:lnTo>
                      <a:pt x="83" y="236"/>
                    </a:lnTo>
                    <a:lnTo>
                      <a:pt x="83" y="227"/>
                    </a:lnTo>
                    <a:lnTo>
                      <a:pt x="76" y="211"/>
                    </a:lnTo>
                    <a:lnTo>
                      <a:pt x="74" y="201"/>
                    </a:lnTo>
                    <a:lnTo>
                      <a:pt x="68" y="190"/>
                    </a:lnTo>
                    <a:lnTo>
                      <a:pt x="56" y="181"/>
                    </a:lnTo>
                    <a:lnTo>
                      <a:pt x="41" y="168"/>
                    </a:lnTo>
                    <a:lnTo>
                      <a:pt x="29" y="155"/>
                    </a:lnTo>
                    <a:lnTo>
                      <a:pt x="24" y="146"/>
                    </a:lnTo>
                    <a:lnTo>
                      <a:pt x="12" y="126"/>
                    </a:lnTo>
                    <a:lnTo>
                      <a:pt x="6" y="109"/>
                    </a:lnTo>
                    <a:lnTo>
                      <a:pt x="3" y="100"/>
                    </a:lnTo>
                    <a:lnTo>
                      <a:pt x="0" y="84"/>
                    </a:lnTo>
                    <a:lnTo>
                      <a:pt x="0" y="61"/>
                    </a:lnTo>
                    <a:lnTo>
                      <a:pt x="3" y="49"/>
                    </a:lnTo>
                    <a:lnTo>
                      <a:pt x="6" y="35"/>
                    </a:lnTo>
                    <a:lnTo>
                      <a:pt x="6" y="22"/>
                    </a:lnTo>
                    <a:lnTo>
                      <a:pt x="9" y="9"/>
                    </a:lnTo>
                    <a:lnTo>
                      <a:pt x="15" y="0"/>
                    </a:lnTo>
                    <a:lnTo>
                      <a:pt x="53" y="6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Freeform 88"/>
              <p:cNvSpPr>
                <a:spLocks/>
              </p:cNvSpPr>
              <p:nvPr/>
            </p:nvSpPr>
            <p:spPr bwMode="ltGray">
              <a:xfrm>
                <a:off x="3415" y="889"/>
                <a:ext cx="233" cy="120"/>
              </a:xfrm>
              <a:custGeom>
                <a:avLst/>
                <a:gdLst>
                  <a:gd name="T0" fmla="*/ 232 w 233"/>
                  <a:gd name="T1" fmla="*/ 116 h 120"/>
                  <a:gd name="T2" fmla="*/ 223 w 233"/>
                  <a:gd name="T3" fmla="*/ 116 h 120"/>
                  <a:gd name="T4" fmla="*/ 214 w 233"/>
                  <a:gd name="T5" fmla="*/ 119 h 120"/>
                  <a:gd name="T6" fmla="*/ 204 w 233"/>
                  <a:gd name="T7" fmla="*/ 119 h 120"/>
                  <a:gd name="T8" fmla="*/ 193 w 233"/>
                  <a:gd name="T9" fmla="*/ 116 h 120"/>
                  <a:gd name="T10" fmla="*/ 183 w 233"/>
                  <a:gd name="T11" fmla="*/ 112 h 120"/>
                  <a:gd name="T12" fmla="*/ 174 w 233"/>
                  <a:gd name="T13" fmla="*/ 106 h 120"/>
                  <a:gd name="T14" fmla="*/ 168 w 233"/>
                  <a:gd name="T15" fmla="*/ 103 h 120"/>
                  <a:gd name="T16" fmla="*/ 158 w 233"/>
                  <a:gd name="T17" fmla="*/ 94 h 120"/>
                  <a:gd name="T18" fmla="*/ 156 w 233"/>
                  <a:gd name="T19" fmla="*/ 85 h 120"/>
                  <a:gd name="T20" fmla="*/ 150 w 233"/>
                  <a:gd name="T21" fmla="*/ 78 h 120"/>
                  <a:gd name="T22" fmla="*/ 147 w 233"/>
                  <a:gd name="T23" fmla="*/ 72 h 120"/>
                  <a:gd name="T24" fmla="*/ 137 w 233"/>
                  <a:gd name="T25" fmla="*/ 60 h 120"/>
                  <a:gd name="T26" fmla="*/ 122 w 233"/>
                  <a:gd name="T27" fmla="*/ 44 h 120"/>
                  <a:gd name="T28" fmla="*/ 116 w 233"/>
                  <a:gd name="T29" fmla="*/ 38 h 120"/>
                  <a:gd name="T30" fmla="*/ 101 w 233"/>
                  <a:gd name="T31" fmla="*/ 31 h 120"/>
                  <a:gd name="T32" fmla="*/ 86 w 233"/>
                  <a:gd name="T33" fmla="*/ 25 h 120"/>
                  <a:gd name="T34" fmla="*/ 76 w 233"/>
                  <a:gd name="T35" fmla="*/ 22 h 120"/>
                  <a:gd name="T36" fmla="*/ 67 w 233"/>
                  <a:gd name="T37" fmla="*/ 22 h 120"/>
                  <a:gd name="T38" fmla="*/ 55 w 233"/>
                  <a:gd name="T39" fmla="*/ 22 h 120"/>
                  <a:gd name="T40" fmla="*/ 40 w 233"/>
                  <a:gd name="T41" fmla="*/ 28 h 120"/>
                  <a:gd name="T42" fmla="*/ 25 w 233"/>
                  <a:gd name="T43" fmla="*/ 31 h 120"/>
                  <a:gd name="T44" fmla="*/ 18 w 233"/>
                  <a:gd name="T45" fmla="*/ 41 h 120"/>
                  <a:gd name="T46" fmla="*/ 12 w 233"/>
                  <a:gd name="T47" fmla="*/ 47 h 120"/>
                  <a:gd name="T48" fmla="*/ 0 w 233"/>
                  <a:gd name="T49" fmla="*/ 16 h 120"/>
                  <a:gd name="T50" fmla="*/ 10 w 233"/>
                  <a:gd name="T51" fmla="*/ 10 h 120"/>
                  <a:gd name="T52" fmla="*/ 21 w 233"/>
                  <a:gd name="T53" fmla="*/ 7 h 120"/>
                  <a:gd name="T54" fmla="*/ 36 w 233"/>
                  <a:gd name="T55" fmla="*/ 3 h 120"/>
                  <a:gd name="T56" fmla="*/ 49 w 233"/>
                  <a:gd name="T57" fmla="*/ 0 h 120"/>
                  <a:gd name="T58" fmla="*/ 64 w 233"/>
                  <a:gd name="T59" fmla="*/ 3 h 120"/>
                  <a:gd name="T60" fmla="*/ 76 w 233"/>
                  <a:gd name="T61" fmla="*/ 7 h 120"/>
                  <a:gd name="T62" fmla="*/ 89 w 233"/>
                  <a:gd name="T63" fmla="*/ 13 h 120"/>
                  <a:gd name="T64" fmla="*/ 101 w 233"/>
                  <a:gd name="T65" fmla="*/ 16 h 120"/>
                  <a:gd name="T66" fmla="*/ 107 w 233"/>
                  <a:gd name="T67" fmla="*/ 22 h 120"/>
                  <a:gd name="T68" fmla="*/ 119 w 233"/>
                  <a:gd name="T69" fmla="*/ 31 h 120"/>
                  <a:gd name="T70" fmla="*/ 132 w 233"/>
                  <a:gd name="T71" fmla="*/ 47 h 120"/>
                  <a:gd name="T72" fmla="*/ 143 w 233"/>
                  <a:gd name="T73" fmla="*/ 60 h 120"/>
                  <a:gd name="T74" fmla="*/ 153 w 233"/>
                  <a:gd name="T75" fmla="*/ 72 h 120"/>
                  <a:gd name="T76" fmla="*/ 158 w 233"/>
                  <a:gd name="T77" fmla="*/ 78 h 120"/>
                  <a:gd name="T78" fmla="*/ 171 w 233"/>
                  <a:gd name="T79" fmla="*/ 85 h 120"/>
                  <a:gd name="T80" fmla="*/ 180 w 233"/>
                  <a:gd name="T81" fmla="*/ 91 h 120"/>
                  <a:gd name="T82" fmla="*/ 189 w 233"/>
                  <a:gd name="T83" fmla="*/ 94 h 120"/>
                  <a:gd name="T84" fmla="*/ 199 w 233"/>
                  <a:gd name="T85" fmla="*/ 94 h 120"/>
                  <a:gd name="T86" fmla="*/ 208 w 233"/>
                  <a:gd name="T87" fmla="*/ 91 h 120"/>
                  <a:gd name="T88" fmla="*/ 214 w 233"/>
                  <a:gd name="T89" fmla="*/ 91 h 120"/>
                  <a:gd name="T90" fmla="*/ 226 w 233"/>
                  <a:gd name="T91" fmla="*/ 85 h 120"/>
                  <a:gd name="T92" fmla="*/ 232 w 233"/>
                  <a:gd name="T93" fmla="*/ 11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33" h="120">
                    <a:moveTo>
                      <a:pt x="232" y="116"/>
                    </a:moveTo>
                    <a:lnTo>
                      <a:pt x="223" y="116"/>
                    </a:lnTo>
                    <a:lnTo>
                      <a:pt x="214" y="119"/>
                    </a:lnTo>
                    <a:lnTo>
                      <a:pt x="204" y="119"/>
                    </a:lnTo>
                    <a:lnTo>
                      <a:pt x="193" y="116"/>
                    </a:lnTo>
                    <a:lnTo>
                      <a:pt x="183" y="112"/>
                    </a:lnTo>
                    <a:lnTo>
                      <a:pt x="174" y="106"/>
                    </a:lnTo>
                    <a:lnTo>
                      <a:pt x="168" y="103"/>
                    </a:lnTo>
                    <a:lnTo>
                      <a:pt x="158" y="94"/>
                    </a:lnTo>
                    <a:lnTo>
                      <a:pt x="156" y="85"/>
                    </a:lnTo>
                    <a:lnTo>
                      <a:pt x="150" y="78"/>
                    </a:lnTo>
                    <a:lnTo>
                      <a:pt x="147" y="72"/>
                    </a:lnTo>
                    <a:lnTo>
                      <a:pt x="137" y="60"/>
                    </a:lnTo>
                    <a:lnTo>
                      <a:pt x="122" y="44"/>
                    </a:lnTo>
                    <a:lnTo>
                      <a:pt x="116" y="38"/>
                    </a:lnTo>
                    <a:lnTo>
                      <a:pt x="101" y="31"/>
                    </a:lnTo>
                    <a:lnTo>
                      <a:pt x="86" y="25"/>
                    </a:lnTo>
                    <a:lnTo>
                      <a:pt x="76" y="22"/>
                    </a:lnTo>
                    <a:lnTo>
                      <a:pt x="67" y="22"/>
                    </a:lnTo>
                    <a:lnTo>
                      <a:pt x="55" y="22"/>
                    </a:lnTo>
                    <a:lnTo>
                      <a:pt x="40" y="28"/>
                    </a:lnTo>
                    <a:lnTo>
                      <a:pt x="25" y="31"/>
                    </a:lnTo>
                    <a:lnTo>
                      <a:pt x="18" y="41"/>
                    </a:lnTo>
                    <a:lnTo>
                      <a:pt x="12" y="47"/>
                    </a:lnTo>
                    <a:lnTo>
                      <a:pt x="0" y="16"/>
                    </a:lnTo>
                    <a:lnTo>
                      <a:pt x="10" y="10"/>
                    </a:lnTo>
                    <a:lnTo>
                      <a:pt x="21" y="7"/>
                    </a:lnTo>
                    <a:lnTo>
                      <a:pt x="36" y="3"/>
                    </a:lnTo>
                    <a:lnTo>
                      <a:pt x="49" y="0"/>
                    </a:lnTo>
                    <a:lnTo>
                      <a:pt x="64" y="3"/>
                    </a:lnTo>
                    <a:lnTo>
                      <a:pt x="76" y="7"/>
                    </a:lnTo>
                    <a:lnTo>
                      <a:pt x="89" y="13"/>
                    </a:lnTo>
                    <a:lnTo>
                      <a:pt x="101" y="16"/>
                    </a:lnTo>
                    <a:lnTo>
                      <a:pt x="107" y="22"/>
                    </a:lnTo>
                    <a:lnTo>
                      <a:pt x="119" y="31"/>
                    </a:lnTo>
                    <a:lnTo>
                      <a:pt x="132" y="47"/>
                    </a:lnTo>
                    <a:lnTo>
                      <a:pt x="143" y="60"/>
                    </a:lnTo>
                    <a:lnTo>
                      <a:pt x="153" y="72"/>
                    </a:lnTo>
                    <a:lnTo>
                      <a:pt x="158" y="78"/>
                    </a:lnTo>
                    <a:lnTo>
                      <a:pt x="171" y="85"/>
                    </a:lnTo>
                    <a:lnTo>
                      <a:pt x="180" y="91"/>
                    </a:lnTo>
                    <a:lnTo>
                      <a:pt x="189" y="94"/>
                    </a:lnTo>
                    <a:lnTo>
                      <a:pt x="199" y="94"/>
                    </a:lnTo>
                    <a:lnTo>
                      <a:pt x="208" y="91"/>
                    </a:lnTo>
                    <a:lnTo>
                      <a:pt x="214" y="91"/>
                    </a:lnTo>
                    <a:lnTo>
                      <a:pt x="226" y="85"/>
                    </a:lnTo>
                    <a:lnTo>
                      <a:pt x="232" y="116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Freeform 89"/>
              <p:cNvSpPr>
                <a:spLocks/>
              </p:cNvSpPr>
              <p:nvPr/>
            </p:nvSpPr>
            <p:spPr bwMode="ltGray">
              <a:xfrm>
                <a:off x="3764" y="1309"/>
                <a:ext cx="57" cy="65"/>
              </a:xfrm>
              <a:custGeom>
                <a:avLst/>
                <a:gdLst>
                  <a:gd name="T0" fmla="*/ 18 w 57"/>
                  <a:gd name="T1" fmla="*/ 0 h 65"/>
                  <a:gd name="T2" fmla="*/ 0 w 57"/>
                  <a:gd name="T3" fmla="*/ 44 h 65"/>
                  <a:gd name="T4" fmla="*/ 38 w 57"/>
                  <a:gd name="T5" fmla="*/ 64 h 65"/>
                  <a:gd name="T6" fmla="*/ 56 w 57"/>
                  <a:gd name="T7" fmla="*/ 23 h 65"/>
                  <a:gd name="T8" fmla="*/ 18 w 57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65">
                    <a:moveTo>
                      <a:pt x="18" y="0"/>
                    </a:moveTo>
                    <a:lnTo>
                      <a:pt x="0" y="44"/>
                    </a:lnTo>
                    <a:lnTo>
                      <a:pt x="38" y="64"/>
                    </a:lnTo>
                    <a:lnTo>
                      <a:pt x="56" y="23"/>
                    </a:lnTo>
                    <a:lnTo>
                      <a:pt x="18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Freeform 90"/>
              <p:cNvSpPr>
                <a:spLocks/>
              </p:cNvSpPr>
              <p:nvPr/>
            </p:nvSpPr>
            <p:spPr bwMode="ltGray">
              <a:xfrm>
                <a:off x="4218" y="988"/>
                <a:ext cx="158" cy="73"/>
              </a:xfrm>
              <a:custGeom>
                <a:avLst/>
                <a:gdLst>
                  <a:gd name="T0" fmla="*/ 7 w 158"/>
                  <a:gd name="T1" fmla="*/ 27 h 73"/>
                  <a:gd name="T2" fmla="*/ 15 w 158"/>
                  <a:gd name="T3" fmla="*/ 24 h 73"/>
                  <a:gd name="T4" fmla="*/ 27 w 158"/>
                  <a:gd name="T5" fmla="*/ 27 h 73"/>
                  <a:gd name="T6" fmla="*/ 37 w 158"/>
                  <a:gd name="T7" fmla="*/ 30 h 73"/>
                  <a:gd name="T8" fmla="*/ 42 w 158"/>
                  <a:gd name="T9" fmla="*/ 36 h 73"/>
                  <a:gd name="T10" fmla="*/ 48 w 158"/>
                  <a:gd name="T11" fmla="*/ 48 h 73"/>
                  <a:gd name="T12" fmla="*/ 60 w 158"/>
                  <a:gd name="T13" fmla="*/ 63 h 73"/>
                  <a:gd name="T14" fmla="*/ 72 w 158"/>
                  <a:gd name="T15" fmla="*/ 69 h 73"/>
                  <a:gd name="T16" fmla="*/ 85 w 158"/>
                  <a:gd name="T17" fmla="*/ 72 h 73"/>
                  <a:gd name="T18" fmla="*/ 97 w 158"/>
                  <a:gd name="T19" fmla="*/ 72 h 73"/>
                  <a:gd name="T20" fmla="*/ 105 w 158"/>
                  <a:gd name="T21" fmla="*/ 63 h 73"/>
                  <a:gd name="T22" fmla="*/ 118 w 158"/>
                  <a:gd name="T23" fmla="*/ 57 h 73"/>
                  <a:gd name="T24" fmla="*/ 130 w 158"/>
                  <a:gd name="T25" fmla="*/ 54 h 73"/>
                  <a:gd name="T26" fmla="*/ 142 w 158"/>
                  <a:gd name="T27" fmla="*/ 54 h 73"/>
                  <a:gd name="T28" fmla="*/ 150 w 158"/>
                  <a:gd name="T29" fmla="*/ 57 h 73"/>
                  <a:gd name="T30" fmla="*/ 153 w 158"/>
                  <a:gd name="T31" fmla="*/ 54 h 73"/>
                  <a:gd name="T32" fmla="*/ 148 w 158"/>
                  <a:gd name="T33" fmla="*/ 48 h 73"/>
                  <a:gd name="T34" fmla="*/ 138 w 158"/>
                  <a:gd name="T35" fmla="*/ 45 h 73"/>
                  <a:gd name="T36" fmla="*/ 127 w 158"/>
                  <a:gd name="T37" fmla="*/ 48 h 73"/>
                  <a:gd name="T38" fmla="*/ 115 w 158"/>
                  <a:gd name="T39" fmla="*/ 54 h 73"/>
                  <a:gd name="T40" fmla="*/ 102 w 158"/>
                  <a:gd name="T41" fmla="*/ 60 h 73"/>
                  <a:gd name="T42" fmla="*/ 90 w 158"/>
                  <a:gd name="T43" fmla="*/ 60 h 73"/>
                  <a:gd name="T44" fmla="*/ 78 w 158"/>
                  <a:gd name="T45" fmla="*/ 60 h 73"/>
                  <a:gd name="T46" fmla="*/ 70 w 158"/>
                  <a:gd name="T47" fmla="*/ 57 h 73"/>
                  <a:gd name="T48" fmla="*/ 60 w 158"/>
                  <a:gd name="T49" fmla="*/ 51 h 73"/>
                  <a:gd name="T50" fmla="*/ 52 w 158"/>
                  <a:gd name="T51" fmla="*/ 39 h 73"/>
                  <a:gd name="T52" fmla="*/ 42 w 158"/>
                  <a:gd name="T53" fmla="*/ 24 h 73"/>
                  <a:gd name="T54" fmla="*/ 37 w 158"/>
                  <a:gd name="T55" fmla="*/ 7 h 73"/>
                  <a:gd name="T56" fmla="*/ 27 w 158"/>
                  <a:gd name="T57" fmla="*/ 0 h 73"/>
                  <a:gd name="T58" fmla="*/ 22 w 158"/>
                  <a:gd name="T59" fmla="*/ 0 h 73"/>
                  <a:gd name="T60" fmla="*/ 12 w 158"/>
                  <a:gd name="T61" fmla="*/ 3 h 73"/>
                  <a:gd name="T62" fmla="*/ 0 w 158"/>
                  <a:gd name="T63" fmla="*/ 3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8" h="73">
                    <a:moveTo>
                      <a:pt x="0" y="30"/>
                    </a:moveTo>
                    <a:lnTo>
                      <a:pt x="7" y="27"/>
                    </a:lnTo>
                    <a:lnTo>
                      <a:pt x="12" y="24"/>
                    </a:lnTo>
                    <a:lnTo>
                      <a:pt x="15" y="24"/>
                    </a:lnTo>
                    <a:lnTo>
                      <a:pt x="22" y="24"/>
                    </a:lnTo>
                    <a:lnTo>
                      <a:pt x="27" y="27"/>
                    </a:lnTo>
                    <a:lnTo>
                      <a:pt x="33" y="27"/>
                    </a:lnTo>
                    <a:lnTo>
                      <a:pt x="37" y="30"/>
                    </a:lnTo>
                    <a:lnTo>
                      <a:pt x="39" y="30"/>
                    </a:lnTo>
                    <a:lnTo>
                      <a:pt x="42" y="36"/>
                    </a:lnTo>
                    <a:lnTo>
                      <a:pt x="48" y="42"/>
                    </a:lnTo>
                    <a:lnTo>
                      <a:pt x="48" y="48"/>
                    </a:lnTo>
                    <a:lnTo>
                      <a:pt x="55" y="54"/>
                    </a:lnTo>
                    <a:lnTo>
                      <a:pt x="60" y="63"/>
                    </a:lnTo>
                    <a:lnTo>
                      <a:pt x="67" y="66"/>
                    </a:lnTo>
                    <a:lnTo>
                      <a:pt x="72" y="69"/>
                    </a:lnTo>
                    <a:lnTo>
                      <a:pt x="78" y="72"/>
                    </a:lnTo>
                    <a:lnTo>
                      <a:pt x="85" y="72"/>
                    </a:lnTo>
                    <a:lnTo>
                      <a:pt x="90" y="72"/>
                    </a:lnTo>
                    <a:lnTo>
                      <a:pt x="97" y="72"/>
                    </a:lnTo>
                    <a:lnTo>
                      <a:pt x="102" y="66"/>
                    </a:lnTo>
                    <a:lnTo>
                      <a:pt x="105" y="63"/>
                    </a:lnTo>
                    <a:lnTo>
                      <a:pt x="112" y="60"/>
                    </a:lnTo>
                    <a:lnTo>
                      <a:pt x="118" y="57"/>
                    </a:lnTo>
                    <a:lnTo>
                      <a:pt x="123" y="54"/>
                    </a:lnTo>
                    <a:lnTo>
                      <a:pt x="130" y="54"/>
                    </a:lnTo>
                    <a:lnTo>
                      <a:pt x="135" y="54"/>
                    </a:lnTo>
                    <a:lnTo>
                      <a:pt x="142" y="54"/>
                    </a:lnTo>
                    <a:lnTo>
                      <a:pt x="148" y="54"/>
                    </a:lnTo>
                    <a:lnTo>
                      <a:pt x="150" y="57"/>
                    </a:lnTo>
                    <a:lnTo>
                      <a:pt x="157" y="60"/>
                    </a:lnTo>
                    <a:lnTo>
                      <a:pt x="153" y="54"/>
                    </a:lnTo>
                    <a:lnTo>
                      <a:pt x="150" y="51"/>
                    </a:lnTo>
                    <a:lnTo>
                      <a:pt x="148" y="48"/>
                    </a:lnTo>
                    <a:lnTo>
                      <a:pt x="142" y="48"/>
                    </a:lnTo>
                    <a:lnTo>
                      <a:pt x="138" y="45"/>
                    </a:lnTo>
                    <a:lnTo>
                      <a:pt x="133" y="45"/>
                    </a:lnTo>
                    <a:lnTo>
                      <a:pt x="127" y="48"/>
                    </a:lnTo>
                    <a:lnTo>
                      <a:pt x="123" y="48"/>
                    </a:lnTo>
                    <a:lnTo>
                      <a:pt x="115" y="54"/>
                    </a:lnTo>
                    <a:lnTo>
                      <a:pt x="105" y="57"/>
                    </a:lnTo>
                    <a:lnTo>
                      <a:pt x="102" y="60"/>
                    </a:lnTo>
                    <a:lnTo>
                      <a:pt x="100" y="60"/>
                    </a:lnTo>
                    <a:lnTo>
                      <a:pt x="90" y="60"/>
                    </a:lnTo>
                    <a:lnTo>
                      <a:pt x="85" y="60"/>
                    </a:lnTo>
                    <a:lnTo>
                      <a:pt x="78" y="60"/>
                    </a:lnTo>
                    <a:lnTo>
                      <a:pt x="72" y="60"/>
                    </a:lnTo>
                    <a:lnTo>
                      <a:pt x="70" y="57"/>
                    </a:lnTo>
                    <a:lnTo>
                      <a:pt x="63" y="54"/>
                    </a:lnTo>
                    <a:lnTo>
                      <a:pt x="60" y="51"/>
                    </a:lnTo>
                    <a:lnTo>
                      <a:pt x="57" y="48"/>
                    </a:lnTo>
                    <a:lnTo>
                      <a:pt x="52" y="39"/>
                    </a:lnTo>
                    <a:lnTo>
                      <a:pt x="48" y="33"/>
                    </a:lnTo>
                    <a:lnTo>
                      <a:pt x="42" y="24"/>
                    </a:lnTo>
                    <a:lnTo>
                      <a:pt x="39" y="12"/>
                    </a:lnTo>
                    <a:lnTo>
                      <a:pt x="37" y="7"/>
                    </a:lnTo>
                    <a:lnTo>
                      <a:pt x="30" y="3"/>
                    </a:lnTo>
                    <a:lnTo>
                      <a:pt x="27" y="0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15" y="0"/>
                    </a:lnTo>
                    <a:lnTo>
                      <a:pt x="12" y="3"/>
                    </a:lnTo>
                    <a:lnTo>
                      <a:pt x="7" y="7"/>
                    </a:lnTo>
                    <a:lnTo>
                      <a:pt x="0" y="3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91"/>
              <p:cNvSpPr>
                <a:spLocks/>
              </p:cNvSpPr>
              <p:nvPr/>
            </p:nvSpPr>
            <p:spPr bwMode="ltGray">
              <a:xfrm>
                <a:off x="3421" y="1278"/>
                <a:ext cx="153" cy="75"/>
              </a:xfrm>
              <a:custGeom>
                <a:avLst/>
                <a:gdLst>
                  <a:gd name="T0" fmla="*/ 3 w 153"/>
                  <a:gd name="T1" fmla="*/ 46 h 75"/>
                  <a:gd name="T2" fmla="*/ 15 w 153"/>
                  <a:gd name="T3" fmla="*/ 49 h 75"/>
                  <a:gd name="T4" fmla="*/ 23 w 153"/>
                  <a:gd name="T5" fmla="*/ 49 h 75"/>
                  <a:gd name="T6" fmla="*/ 33 w 153"/>
                  <a:gd name="T7" fmla="*/ 46 h 75"/>
                  <a:gd name="T8" fmla="*/ 42 w 153"/>
                  <a:gd name="T9" fmla="*/ 37 h 75"/>
                  <a:gd name="T10" fmla="*/ 48 w 153"/>
                  <a:gd name="T11" fmla="*/ 28 h 75"/>
                  <a:gd name="T12" fmla="*/ 57 w 153"/>
                  <a:gd name="T13" fmla="*/ 12 h 75"/>
                  <a:gd name="T14" fmla="*/ 68 w 153"/>
                  <a:gd name="T15" fmla="*/ 3 h 75"/>
                  <a:gd name="T16" fmla="*/ 83 w 153"/>
                  <a:gd name="T17" fmla="*/ 0 h 75"/>
                  <a:gd name="T18" fmla="*/ 92 w 153"/>
                  <a:gd name="T19" fmla="*/ 3 h 75"/>
                  <a:gd name="T20" fmla="*/ 104 w 153"/>
                  <a:gd name="T21" fmla="*/ 10 h 75"/>
                  <a:gd name="T22" fmla="*/ 113 w 153"/>
                  <a:gd name="T23" fmla="*/ 15 h 75"/>
                  <a:gd name="T24" fmla="*/ 125 w 153"/>
                  <a:gd name="T25" fmla="*/ 22 h 75"/>
                  <a:gd name="T26" fmla="*/ 137 w 153"/>
                  <a:gd name="T27" fmla="*/ 22 h 75"/>
                  <a:gd name="T28" fmla="*/ 149 w 153"/>
                  <a:gd name="T29" fmla="*/ 15 h 75"/>
                  <a:gd name="T30" fmla="*/ 152 w 153"/>
                  <a:gd name="T31" fmla="*/ 22 h 75"/>
                  <a:gd name="T32" fmla="*/ 143 w 153"/>
                  <a:gd name="T33" fmla="*/ 25 h 75"/>
                  <a:gd name="T34" fmla="*/ 134 w 153"/>
                  <a:gd name="T35" fmla="*/ 28 h 75"/>
                  <a:gd name="T36" fmla="*/ 122 w 153"/>
                  <a:gd name="T37" fmla="*/ 28 h 75"/>
                  <a:gd name="T38" fmla="*/ 113 w 153"/>
                  <a:gd name="T39" fmla="*/ 22 h 75"/>
                  <a:gd name="T40" fmla="*/ 102 w 153"/>
                  <a:gd name="T41" fmla="*/ 15 h 75"/>
                  <a:gd name="T42" fmla="*/ 87 w 153"/>
                  <a:gd name="T43" fmla="*/ 12 h 75"/>
                  <a:gd name="T44" fmla="*/ 75 w 153"/>
                  <a:gd name="T45" fmla="*/ 12 h 75"/>
                  <a:gd name="T46" fmla="*/ 65 w 153"/>
                  <a:gd name="T47" fmla="*/ 15 h 75"/>
                  <a:gd name="T48" fmla="*/ 57 w 153"/>
                  <a:gd name="T49" fmla="*/ 22 h 75"/>
                  <a:gd name="T50" fmla="*/ 50 w 153"/>
                  <a:gd name="T51" fmla="*/ 34 h 75"/>
                  <a:gd name="T52" fmla="*/ 42 w 153"/>
                  <a:gd name="T53" fmla="*/ 53 h 75"/>
                  <a:gd name="T54" fmla="*/ 33 w 153"/>
                  <a:gd name="T55" fmla="*/ 68 h 75"/>
                  <a:gd name="T56" fmla="*/ 23 w 153"/>
                  <a:gd name="T57" fmla="*/ 74 h 75"/>
                  <a:gd name="T58" fmla="*/ 18 w 153"/>
                  <a:gd name="T59" fmla="*/ 74 h 75"/>
                  <a:gd name="T60" fmla="*/ 8 w 153"/>
                  <a:gd name="T61" fmla="*/ 71 h 75"/>
                  <a:gd name="T62" fmla="*/ 0 w 153"/>
                  <a:gd name="T63" fmla="*/ 4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3" h="75">
                    <a:moveTo>
                      <a:pt x="0" y="43"/>
                    </a:moveTo>
                    <a:lnTo>
                      <a:pt x="3" y="46"/>
                    </a:lnTo>
                    <a:lnTo>
                      <a:pt x="8" y="49"/>
                    </a:lnTo>
                    <a:lnTo>
                      <a:pt x="15" y="49"/>
                    </a:lnTo>
                    <a:lnTo>
                      <a:pt x="21" y="49"/>
                    </a:lnTo>
                    <a:lnTo>
                      <a:pt x="23" y="49"/>
                    </a:lnTo>
                    <a:lnTo>
                      <a:pt x="30" y="49"/>
                    </a:lnTo>
                    <a:lnTo>
                      <a:pt x="33" y="46"/>
                    </a:lnTo>
                    <a:lnTo>
                      <a:pt x="35" y="43"/>
                    </a:lnTo>
                    <a:lnTo>
                      <a:pt x="42" y="37"/>
                    </a:lnTo>
                    <a:lnTo>
                      <a:pt x="45" y="31"/>
                    </a:lnTo>
                    <a:lnTo>
                      <a:pt x="48" y="28"/>
                    </a:lnTo>
                    <a:lnTo>
                      <a:pt x="50" y="18"/>
                    </a:lnTo>
                    <a:lnTo>
                      <a:pt x="57" y="12"/>
                    </a:lnTo>
                    <a:lnTo>
                      <a:pt x="62" y="10"/>
                    </a:lnTo>
                    <a:lnTo>
                      <a:pt x="68" y="3"/>
                    </a:lnTo>
                    <a:lnTo>
                      <a:pt x="75" y="0"/>
                    </a:lnTo>
                    <a:lnTo>
                      <a:pt x="83" y="0"/>
                    </a:lnTo>
                    <a:lnTo>
                      <a:pt x="90" y="0"/>
                    </a:lnTo>
                    <a:lnTo>
                      <a:pt x="92" y="3"/>
                    </a:lnTo>
                    <a:lnTo>
                      <a:pt x="98" y="7"/>
                    </a:lnTo>
                    <a:lnTo>
                      <a:pt x="104" y="10"/>
                    </a:lnTo>
                    <a:lnTo>
                      <a:pt x="107" y="12"/>
                    </a:lnTo>
                    <a:lnTo>
                      <a:pt x="113" y="15"/>
                    </a:lnTo>
                    <a:lnTo>
                      <a:pt x="119" y="18"/>
                    </a:lnTo>
                    <a:lnTo>
                      <a:pt x="125" y="22"/>
                    </a:lnTo>
                    <a:lnTo>
                      <a:pt x="131" y="22"/>
                    </a:lnTo>
                    <a:lnTo>
                      <a:pt x="137" y="22"/>
                    </a:lnTo>
                    <a:lnTo>
                      <a:pt x="143" y="18"/>
                    </a:lnTo>
                    <a:lnTo>
                      <a:pt x="149" y="15"/>
                    </a:lnTo>
                    <a:lnTo>
                      <a:pt x="152" y="15"/>
                    </a:lnTo>
                    <a:lnTo>
                      <a:pt x="152" y="22"/>
                    </a:lnTo>
                    <a:lnTo>
                      <a:pt x="149" y="25"/>
                    </a:lnTo>
                    <a:lnTo>
                      <a:pt x="143" y="25"/>
                    </a:lnTo>
                    <a:lnTo>
                      <a:pt x="137" y="28"/>
                    </a:lnTo>
                    <a:lnTo>
                      <a:pt x="134" y="28"/>
                    </a:lnTo>
                    <a:lnTo>
                      <a:pt x="131" y="28"/>
                    </a:lnTo>
                    <a:lnTo>
                      <a:pt x="122" y="28"/>
                    </a:lnTo>
                    <a:lnTo>
                      <a:pt x="119" y="25"/>
                    </a:lnTo>
                    <a:lnTo>
                      <a:pt x="113" y="22"/>
                    </a:lnTo>
                    <a:lnTo>
                      <a:pt x="104" y="15"/>
                    </a:lnTo>
                    <a:lnTo>
                      <a:pt x="102" y="15"/>
                    </a:lnTo>
                    <a:lnTo>
                      <a:pt x="95" y="15"/>
                    </a:lnTo>
                    <a:lnTo>
                      <a:pt x="87" y="12"/>
                    </a:lnTo>
                    <a:lnTo>
                      <a:pt x="80" y="12"/>
                    </a:lnTo>
                    <a:lnTo>
                      <a:pt x="75" y="12"/>
                    </a:lnTo>
                    <a:lnTo>
                      <a:pt x="72" y="15"/>
                    </a:lnTo>
                    <a:lnTo>
                      <a:pt x="65" y="15"/>
                    </a:lnTo>
                    <a:lnTo>
                      <a:pt x="62" y="18"/>
                    </a:lnTo>
                    <a:lnTo>
                      <a:pt x="57" y="22"/>
                    </a:lnTo>
                    <a:lnTo>
                      <a:pt x="53" y="25"/>
                    </a:lnTo>
                    <a:lnTo>
                      <a:pt x="50" y="34"/>
                    </a:lnTo>
                    <a:lnTo>
                      <a:pt x="45" y="43"/>
                    </a:lnTo>
                    <a:lnTo>
                      <a:pt x="42" y="53"/>
                    </a:lnTo>
                    <a:lnTo>
                      <a:pt x="35" y="64"/>
                    </a:lnTo>
                    <a:lnTo>
                      <a:pt x="33" y="68"/>
                    </a:lnTo>
                    <a:lnTo>
                      <a:pt x="30" y="74"/>
                    </a:lnTo>
                    <a:lnTo>
                      <a:pt x="23" y="74"/>
                    </a:lnTo>
                    <a:lnTo>
                      <a:pt x="21" y="74"/>
                    </a:lnTo>
                    <a:lnTo>
                      <a:pt x="18" y="74"/>
                    </a:lnTo>
                    <a:lnTo>
                      <a:pt x="15" y="74"/>
                    </a:lnTo>
                    <a:lnTo>
                      <a:pt x="8" y="71"/>
                    </a:lnTo>
                    <a:lnTo>
                      <a:pt x="3" y="68"/>
                    </a:lnTo>
                    <a:lnTo>
                      <a:pt x="0" y="43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Rectangle 92"/>
              <p:cNvSpPr>
                <a:spLocks noChangeArrowheads="1"/>
              </p:cNvSpPr>
              <p:nvPr/>
            </p:nvSpPr>
            <p:spPr bwMode="ltGray">
              <a:xfrm>
                <a:off x="3912" y="970"/>
                <a:ext cx="52" cy="54"/>
              </a:xfrm>
              <a:prstGeom prst="rect">
                <a:avLst/>
              </a:pr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" name="Freeform 93"/>
              <p:cNvSpPr>
                <a:spLocks/>
              </p:cNvSpPr>
              <p:nvPr/>
            </p:nvSpPr>
            <p:spPr bwMode="ltGray">
              <a:xfrm>
                <a:off x="4165" y="1266"/>
                <a:ext cx="104" cy="309"/>
              </a:xfrm>
              <a:custGeom>
                <a:avLst/>
                <a:gdLst>
                  <a:gd name="T0" fmla="*/ 53 w 104"/>
                  <a:gd name="T1" fmla="*/ 6 h 309"/>
                  <a:gd name="T2" fmla="*/ 51 w 104"/>
                  <a:gd name="T3" fmla="*/ 16 h 309"/>
                  <a:gd name="T4" fmla="*/ 47 w 104"/>
                  <a:gd name="T5" fmla="*/ 16 h 309"/>
                  <a:gd name="T6" fmla="*/ 44 w 104"/>
                  <a:gd name="T7" fmla="*/ 22 h 309"/>
                  <a:gd name="T8" fmla="*/ 39 w 104"/>
                  <a:gd name="T9" fmla="*/ 42 h 309"/>
                  <a:gd name="T10" fmla="*/ 29 w 104"/>
                  <a:gd name="T11" fmla="*/ 65 h 309"/>
                  <a:gd name="T12" fmla="*/ 27 w 104"/>
                  <a:gd name="T13" fmla="*/ 77 h 309"/>
                  <a:gd name="T14" fmla="*/ 24 w 104"/>
                  <a:gd name="T15" fmla="*/ 97 h 309"/>
                  <a:gd name="T16" fmla="*/ 24 w 104"/>
                  <a:gd name="T17" fmla="*/ 106 h 309"/>
                  <a:gd name="T18" fmla="*/ 24 w 104"/>
                  <a:gd name="T19" fmla="*/ 120 h 309"/>
                  <a:gd name="T20" fmla="*/ 27 w 104"/>
                  <a:gd name="T21" fmla="*/ 130 h 309"/>
                  <a:gd name="T22" fmla="*/ 29 w 104"/>
                  <a:gd name="T23" fmla="*/ 139 h 309"/>
                  <a:gd name="T24" fmla="*/ 39 w 104"/>
                  <a:gd name="T25" fmla="*/ 149 h 309"/>
                  <a:gd name="T26" fmla="*/ 47 w 104"/>
                  <a:gd name="T27" fmla="*/ 162 h 309"/>
                  <a:gd name="T28" fmla="*/ 59 w 104"/>
                  <a:gd name="T29" fmla="*/ 178 h 309"/>
                  <a:gd name="T30" fmla="*/ 80 w 104"/>
                  <a:gd name="T31" fmla="*/ 201 h 309"/>
                  <a:gd name="T32" fmla="*/ 91 w 104"/>
                  <a:gd name="T33" fmla="*/ 217 h 309"/>
                  <a:gd name="T34" fmla="*/ 97 w 104"/>
                  <a:gd name="T35" fmla="*/ 227 h 309"/>
                  <a:gd name="T36" fmla="*/ 100 w 104"/>
                  <a:gd name="T37" fmla="*/ 239 h 309"/>
                  <a:gd name="T38" fmla="*/ 103 w 104"/>
                  <a:gd name="T39" fmla="*/ 252 h 309"/>
                  <a:gd name="T40" fmla="*/ 103 w 104"/>
                  <a:gd name="T41" fmla="*/ 265 h 309"/>
                  <a:gd name="T42" fmla="*/ 100 w 104"/>
                  <a:gd name="T43" fmla="*/ 279 h 309"/>
                  <a:gd name="T44" fmla="*/ 97 w 104"/>
                  <a:gd name="T45" fmla="*/ 295 h 309"/>
                  <a:gd name="T46" fmla="*/ 91 w 104"/>
                  <a:gd name="T47" fmla="*/ 308 h 309"/>
                  <a:gd name="T48" fmla="*/ 71 w 104"/>
                  <a:gd name="T49" fmla="*/ 288 h 309"/>
                  <a:gd name="T50" fmla="*/ 76 w 104"/>
                  <a:gd name="T51" fmla="*/ 279 h 309"/>
                  <a:gd name="T52" fmla="*/ 80 w 104"/>
                  <a:gd name="T53" fmla="*/ 262 h 309"/>
                  <a:gd name="T54" fmla="*/ 83 w 104"/>
                  <a:gd name="T55" fmla="*/ 252 h 309"/>
                  <a:gd name="T56" fmla="*/ 83 w 104"/>
                  <a:gd name="T57" fmla="*/ 236 h 309"/>
                  <a:gd name="T58" fmla="*/ 83 w 104"/>
                  <a:gd name="T59" fmla="*/ 227 h 309"/>
                  <a:gd name="T60" fmla="*/ 76 w 104"/>
                  <a:gd name="T61" fmla="*/ 211 h 309"/>
                  <a:gd name="T62" fmla="*/ 74 w 104"/>
                  <a:gd name="T63" fmla="*/ 201 h 309"/>
                  <a:gd name="T64" fmla="*/ 68 w 104"/>
                  <a:gd name="T65" fmla="*/ 190 h 309"/>
                  <a:gd name="T66" fmla="*/ 56 w 104"/>
                  <a:gd name="T67" fmla="*/ 181 h 309"/>
                  <a:gd name="T68" fmla="*/ 41 w 104"/>
                  <a:gd name="T69" fmla="*/ 168 h 309"/>
                  <a:gd name="T70" fmla="*/ 29 w 104"/>
                  <a:gd name="T71" fmla="*/ 155 h 309"/>
                  <a:gd name="T72" fmla="*/ 24 w 104"/>
                  <a:gd name="T73" fmla="*/ 146 h 309"/>
                  <a:gd name="T74" fmla="*/ 12 w 104"/>
                  <a:gd name="T75" fmla="*/ 126 h 309"/>
                  <a:gd name="T76" fmla="*/ 6 w 104"/>
                  <a:gd name="T77" fmla="*/ 109 h 309"/>
                  <a:gd name="T78" fmla="*/ 3 w 104"/>
                  <a:gd name="T79" fmla="*/ 100 h 309"/>
                  <a:gd name="T80" fmla="*/ 0 w 104"/>
                  <a:gd name="T81" fmla="*/ 84 h 309"/>
                  <a:gd name="T82" fmla="*/ 0 w 104"/>
                  <a:gd name="T83" fmla="*/ 61 h 309"/>
                  <a:gd name="T84" fmla="*/ 3 w 104"/>
                  <a:gd name="T85" fmla="*/ 49 h 309"/>
                  <a:gd name="T86" fmla="*/ 6 w 104"/>
                  <a:gd name="T87" fmla="*/ 35 h 309"/>
                  <a:gd name="T88" fmla="*/ 6 w 104"/>
                  <a:gd name="T89" fmla="*/ 22 h 309"/>
                  <a:gd name="T90" fmla="*/ 9 w 104"/>
                  <a:gd name="T91" fmla="*/ 9 h 309"/>
                  <a:gd name="T92" fmla="*/ 15 w 104"/>
                  <a:gd name="T93" fmla="*/ 0 h 309"/>
                  <a:gd name="T94" fmla="*/ 53 w 104"/>
                  <a:gd name="T95" fmla="*/ 6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4" h="309">
                    <a:moveTo>
                      <a:pt x="53" y="6"/>
                    </a:moveTo>
                    <a:lnTo>
                      <a:pt x="51" y="16"/>
                    </a:lnTo>
                    <a:lnTo>
                      <a:pt x="47" y="16"/>
                    </a:lnTo>
                    <a:lnTo>
                      <a:pt x="44" y="22"/>
                    </a:lnTo>
                    <a:lnTo>
                      <a:pt x="39" y="42"/>
                    </a:lnTo>
                    <a:lnTo>
                      <a:pt x="29" y="65"/>
                    </a:lnTo>
                    <a:lnTo>
                      <a:pt x="27" y="77"/>
                    </a:lnTo>
                    <a:lnTo>
                      <a:pt x="24" y="97"/>
                    </a:lnTo>
                    <a:lnTo>
                      <a:pt x="24" y="106"/>
                    </a:lnTo>
                    <a:lnTo>
                      <a:pt x="24" y="120"/>
                    </a:lnTo>
                    <a:lnTo>
                      <a:pt x="27" y="130"/>
                    </a:lnTo>
                    <a:lnTo>
                      <a:pt x="29" y="139"/>
                    </a:lnTo>
                    <a:lnTo>
                      <a:pt x="39" y="149"/>
                    </a:lnTo>
                    <a:lnTo>
                      <a:pt x="47" y="162"/>
                    </a:lnTo>
                    <a:lnTo>
                      <a:pt x="59" y="178"/>
                    </a:lnTo>
                    <a:lnTo>
                      <a:pt x="80" y="201"/>
                    </a:lnTo>
                    <a:lnTo>
                      <a:pt x="91" y="217"/>
                    </a:lnTo>
                    <a:lnTo>
                      <a:pt x="97" y="227"/>
                    </a:lnTo>
                    <a:lnTo>
                      <a:pt x="100" y="239"/>
                    </a:lnTo>
                    <a:lnTo>
                      <a:pt x="103" y="252"/>
                    </a:lnTo>
                    <a:lnTo>
                      <a:pt x="103" y="265"/>
                    </a:lnTo>
                    <a:lnTo>
                      <a:pt x="100" y="279"/>
                    </a:lnTo>
                    <a:lnTo>
                      <a:pt x="97" y="295"/>
                    </a:lnTo>
                    <a:lnTo>
                      <a:pt x="91" y="308"/>
                    </a:lnTo>
                    <a:lnTo>
                      <a:pt x="71" y="288"/>
                    </a:lnTo>
                    <a:lnTo>
                      <a:pt x="76" y="279"/>
                    </a:lnTo>
                    <a:lnTo>
                      <a:pt x="80" y="262"/>
                    </a:lnTo>
                    <a:lnTo>
                      <a:pt x="83" y="252"/>
                    </a:lnTo>
                    <a:lnTo>
                      <a:pt x="83" y="236"/>
                    </a:lnTo>
                    <a:lnTo>
                      <a:pt x="83" y="227"/>
                    </a:lnTo>
                    <a:lnTo>
                      <a:pt x="76" y="211"/>
                    </a:lnTo>
                    <a:lnTo>
                      <a:pt x="74" y="201"/>
                    </a:lnTo>
                    <a:lnTo>
                      <a:pt x="68" y="190"/>
                    </a:lnTo>
                    <a:lnTo>
                      <a:pt x="56" y="181"/>
                    </a:lnTo>
                    <a:lnTo>
                      <a:pt x="41" y="168"/>
                    </a:lnTo>
                    <a:lnTo>
                      <a:pt x="29" y="155"/>
                    </a:lnTo>
                    <a:lnTo>
                      <a:pt x="24" y="146"/>
                    </a:lnTo>
                    <a:lnTo>
                      <a:pt x="12" y="126"/>
                    </a:lnTo>
                    <a:lnTo>
                      <a:pt x="6" y="109"/>
                    </a:lnTo>
                    <a:lnTo>
                      <a:pt x="3" y="100"/>
                    </a:lnTo>
                    <a:lnTo>
                      <a:pt x="0" y="84"/>
                    </a:lnTo>
                    <a:lnTo>
                      <a:pt x="0" y="61"/>
                    </a:lnTo>
                    <a:lnTo>
                      <a:pt x="3" y="49"/>
                    </a:lnTo>
                    <a:lnTo>
                      <a:pt x="6" y="35"/>
                    </a:lnTo>
                    <a:lnTo>
                      <a:pt x="6" y="22"/>
                    </a:lnTo>
                    <a:lnTo>
                      <a:pt x="9" y="9"/>
                    </a:lnTo>
                    <a:lnTo>
                      <a:pt x="15" y="0"/>
                    </a:lnTo>
                    <a:lnTo>
                      <a:pt x="53" y="6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Freeform 94"/>
              <p:cNvSpPr>
                <a:spLocks/>
              </p:cNvSpPr>
              <p:nvPr/>
            </p:nvSpPr>
            <p:spPr bwMode="ltGray">
              <a:xfrm>
                <a:off x="1844" y="1008"/>
                <a:ext cx="103" cy="312"/>
              </a:xfrm>
              <a:custGeom>
                <a:avLst/>
                <a:gdLst>
                  <a:gd name="T0" fmla="*/ 49 w 103"/>
                  <a:gd name="T1" fmla="*/ 305 h 312"/>
                  <a:gd name="T2" fmla="*/ 56 w 103"/>
                  <a:gd name="T3" fmla="*/ 295 h 312"/>
                  <a:gd name="T4" fmla="*/ 56 w 103"/>
                  <a:gd name="T5" fmla="*/ 292 h 312"/>
                  <a:gd name="T6" fmla="*/ 58 w 103"/>
                  <a:gd name="T7" fmla="*/ 286 h 312"/>
                  <a:gd name="T8" fmla="*/ 64 w 103"/>
                  <a:gd name="T9" fmla="*/ 269 h 312"/>
                  <a:gd name="T10" fmla="*/ 70 w 103"/>
                  <a:gd name="T11" fmla="*/ 246 h 312"/>
                  <a:gd name="T12" fmla="*/ 76 w 103"/>
                  <a:gd name="T13" fmla="*/ 234 h 312"/>
                  <a:gd name="T14" fmla="*/ 78 w 103"/>
                  <a:gd name="T15" fmla="*/ 214 h 312"/>
                  <a:gd name="T16" fmla="*/ 78 w 103"/>
                  <a:gd name="T17" fmla="*/ 202 h 312"/>
                  <a:gd name="T18" fmla="*/ 78 w 103"/>
                  <a:gd name="T19" fmla="*/ 191 h 312"/>
                  <a:gd name="T20" fmla="*/ 76 w 103"/>
                  <a:gd name="T21" fmla="*/ 178 h 312"/>
                  <a:gd name="T22" fmla="*/ 73 w 103"/>
                  <a:gd name="T23" fmla="*/ 172 h 312"/>
                  <a:gd name="T24" fmla="*/ 64 w 103"/>
                  <a:gd name="T25" fmla="*/ 159 h 312"/>
                  <a:gd name="T26" fmla="*/ 56 w 103"/>
                  <a:gd name="T27" fmla="*/ 146 h 312"/>
                  <a:gd name="T28" fmla="*/ 44 w 103"/>
                  <a:gd name="T29" fmla="*/ 133 h 312"/>
                  <a:gd name="T30" fmla="*/ 23 w 103"/>
                  <a:gd name="T31" fmla="*/ 110 h 312"/>
                  <a:gd name="T32" fmla="*/ 12 w 103"/>
                  <a:gd name="T33" fmla="*/ 94 h 312"/>
                  <a:gd name="T34" fmla="*/ 5 w 103"/>
                  <a:gd name="T35" fmla="*/ 81 h 312"/>
                  <a:gd name="T36" fmla="*/ 3 w 103"/>
                  <a:gd name="T37" fmla="*/ 72 h 312"/>
                  <a:gd name="T38" fmla="*/ 0 w 103"/>
                  <a:gd name="T39" fmla="*/ 56 h 312"/>
                  <a:gd name="T40" fmla="*/ 0 w 103"/>
                  <a:gd name="T41" fmla="*/ 43 h 312"/>
                  <a:gd name="T42" fmla="*/ 3 w 103"/>
                  <a:gd name="T43" fmla="*/ 32 h 312"/>
                  <a:gd name="T44" fmla="*/ 5 w 103"/>
                  <a:gd name="T45" fmla="*/ 16 h 312"/>
                  <a:gd name="T46" fmla="*/ 12 w 103"/>
                  <a:gd name="T47" fmla="*/ 0 h 312"/>
                  <a:gd name="T48" fmla="*/ 32 w 103"/>
                  <a:gd name="T49" fmla="*/ 19 h 312"/>
                  <a:gd name="T50" fmla="*/ 26 w 103"/>
                  <a:gd name="T51" fmla="*/ 32 h 312"/>
                  <a:gd name="T52" fmla="*/ 23 w 103"/>
                  <a:gd name="T53" fmla="*/ 46 h 312"/>
                  <a:gd name="T54" fmla="*/ 20 w 103"/>
                  <a:gd name="T55" fmla="*/ 59 h 312"/>
                  <a:gd name="T56" fmla="*/ 20 w 103"/>
                  <a:gd name="T57" fmla="*/ 72 h 312"/>
                  <a:gd name="T58" fmla="*/ 20 w 103"/>
                  <a:gd name="T59" fmla="*/ 84 h 312"/>
                  <a:gd name="T60" fmla="*/ 26 w 103"/>
                  <a:gd name="T61" fmla="*/ 100 h 312"/>
                  <a:gd name="T62" fmla="*/ 29 w 103"/>
                  <a:gd name="T63" fmla="*/ 110 h 312"/>
                  <a:gd name="T64" fmla="*/ 35 w 103"/>
                  <a:gd name="T65" fmla="*/ 121 h 312"/>
                  <a:gd name="T66" fmla="*/ 46 w 103"/>
                  <a:gd name="T67" fmla="*/ 127 h 312"/>
                  <a:gd name="T68" fmla="*/ 61 w 103"/>
                  <a:gd name="T69" fmla="*/ 143 h 312"/>
                  <a:gd name="T70" fmla="*/ 73 w 103"/>
                  <a:gd name="T71" fmla="*/ 156 h 312"/>
                  <a:gd name="T72" fmla="*/ 78 w 103"/>
                  <a:gd name="T73" fmla="*/ 165 h 312"/>
                  <a:gd name="T74" fmla="*/ 90 w 103"/>
                  <a:gd name="T75" fmla="*/ 185 h 312"/>
                  <a:gd name="T76" fmla="*/ 96 w 103"/>
                  <a:gd name="T77" fmla="*/ 198 h 312"/>
                  <a:gd name="T78" fmla="*/ 99 w 103"/>
                  <a:gd name="T79" fmla="*/ 208 h 312"/>
                  <a:gd name="T80" fmla="*/ 102 w 103"/>
                  <a:gd name="T81" fmla="*/ 227 h 312"/>
                  <a:gd name="T82" fmla="*/ 102 w 103"/>
                  <a:gd name="T83" fmla="*/ 246 h 312"/>
                  <a:gd name="T84" fmla="*/ 99 w 103"/>
                  <a:gd name="T85" fmla="*/ 259 h 312"/>
                  <a:gd name="T86" fmla="*/ 99 w 103"/>
                  <a:gd name="T87" fmla="*/ 276 h 312"/>
                  <a:gd name="T88" fmla="*/ 96 w 103"/>
                  <a:gd name="T89" fmla="*/ 289 h 312"/>
                  <a:gd name="T90" fmla="*/ 93 w 103"/>
                  <a:gd name="T91" fmla="*/ 302 h 312"/>
                  <a:gd name="T92" fmla="*/ 87 w 103"/>
                  <a:gd name="T93" fmla="*/ 311 h 312"/>
                  <a:gd name="T94" fmla="*/ 49 w 103"/>
                  <a:gd name="T95" fmla="*/ 305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3" h="312">
                    <a:moveTo>
                      <a:pt x="49" y="305"/>
                    </a:moveTo>
                    <a:lnTo>
                      <a:pt x="56" y="295"/>
                    </a:lnTo>
                    <a:lnTo>
                      <a:pt x="56" y="292"/>
                    </a:lnTo>
                    <a:lnTo>
                      <a:pt x="58" y="286"/>
                    </a:lnTo>
                    <a:lnTo>
                      <a:pt x="64" y="269"/>
                    </a:lnTo>
                    <a:lnTo>
                      <a:pt x="70" y="246"/>
                    </a:lnTo>
                    <a:lnTo>
                      <a:pt x="76" y="234"/>
                    </a:lnTo>
                    <a:lnTo>
                      <a:pt x="78" y="214"/>
                    </a:lnTo>
                    <a:lnTo>
                      <a:pt x="78" y="202"/>
                    </a:lnTo>
                    <a:lnTo>
                      <a:pt x="78" y="191"/>
                    </a:lnTo>
                    <a:lnTo>
                      <a:pt x="76" y="178"/>
                    </a:lnTo>
                    <a:lnTo>
                      <a:pt x="73" y="172"/>
                    </a:lnTo>
                    <a:lnTo>
                      <a:pt x="64" y="159"/>
                    </a:lnTo>
                    <a:lnTo>
                      <a:pt x="56" y="146"/>
                    </a:lnTo>
                    <a:lnTo>
                      <a:pt x="44" y="133"/>
                    </a:lnTo>
                    <a:lnTo>
                      <a:pt x="23" y="110"/>
                    </a:lnTo>
                    <a:lnTo>
                      <a:pt x="12" y="94"/>
                    </a:lnTo>
                    <a:lnTo>
                      <a:pt x="5" y="81"/>
                    </a:lnTo>
                    <a:lnTo>
                      <a:pt x="3" y="72"/>
                    </a:lnTo>
                    <a:lnTo>
                      <a:pt x="0" y="56"/>
                    </a:lnTo>
                    <a:lnTo>
                      <a:pt x="0" y="43"/>
                    </a:lnTo>
                    <a:lnTo>
                      <a:pt x="3" y="32"/>
                    </a:lnTo>
                    <a:lnTo>
                      <a:pt x="5" y="16"/>
                    </a:lnTo>
                    <a:lnTo>
                      <a:pt x="12" y="0"/>
                    </a:lnTo>
                    <a:lnTo>
                      <a:pt x="32" y="19"/>
                    </a:lnTo>
                    <a:lnTo>
                      <a:pt x="26" y="32"/>
                    </a:lnTo>
                    <a:lnTo>
                      <a:pt x="23" y="46"/>
                    </a:lnTo>
                    <a:lnTo>
                      <a:pt x="20" y="59"/>
                    </a:lnTo>
                    <a:lnTo>
                      <a:pt x="20" y="72"/>
                    </a:lnTo>
                    <a:lnTo>
                      <a:pt x="20" y="84"/>
                    </a:lnTo>
                    <a:lnTo>
                      <a:pt x="26" y="100"/>
                    </a:lnTo>
                    <a:lnTo>
                      <a:pt x="29" y="110"/>
                    </a:lnTo>
                    <a:lnTo>
                      <a:pt x="35" y="121"/>
                    </a:lnTo>
                    <a:lnTo>
                      <a:pt x="46" y="127"/>
                    </a:lnTo>
                    <a:lnTo>
                      <a:pt x="61" y="143"/>
                    </a:lnTo>
                    <a:lnTo>
                      <a:pt x="73" y="156"/>
                    </a:lnTo>
                    <a:lnTo>
                      <a:pt x="78" y="165"/>
                    </a:lnTo>
                    <a:lnTo>
                      <a:pt x="90" y="185"/>
                    </a:lnTo>
                    <a:lnTo>
                      <a:pt x="96" y="198"/>
                    </a:lnTo>
                    <a:lnTo>
                      <a:pt x="99" y="208"/>
                    </a:lnTo>
                    <a:lnTo>
                      <a:pt x="102" y="227"/>
                    </a:lnTo>
                    <a:lnTo>
                      <a:pt x="102" y="246"/>
                    </a:lnTo>
                    <a:lnTo>
                      <a:pt x="99" y="259"/>
                    </a:lnTo>
                    <a:lnTo>
                      <a:pt x="99" y="276"/>
                    </a:lnTo>
                    <a:lnTo>
                      <a:pt x="96" y="289"/>
                    </a:lnTo>
                    <a:lnTo>
                      <a:pt x="93" y="302"/>
                    </a:lnTo>
                    <a:lnTo>
                      <a:pt x="87" y="311"/>
                    </a:lnTo>
                    <a:lnTo>
                      <a:pt x="49" y="305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Freeform 95"/>
              <p:cNvSpPr>
                <a:spLocks/>
              </p:cNvSpPr>
              <p:nvPr/>
            </p:nvSpPr>
            <p:spPr bwMode="ltGray">
              <a:xfrm>
                <a:off x="1494" y="1245"/>
                <a:ext cx="159" cy="72"/>
              </a:xfrm>
              <a:custGeom>
                <a:avLst/>
                <a:gdLst>
                  <a:gd name="T0" fmla="*/ 152 w 159"/>
                  <a:gd name="T1" fmla="*/ 27 h 72"/>
                  <a:gd name="T2" fmla="*/ 143 w 159"/>
                  <a:gd name="T3" fmla="*/ 24 h 72"/>
                  <a:gd name="T4" fmla="*/ 130 w 159"/>
                  <a:gd name="T5" fmla="*/ 24 h 72"/>
                  <a:gd name="T6" fmla="*/ 122 w 159"/>
                  <a:gd name="T7" fmla="*/ 27 h 72"/>
                  <a:gd name="T8" fmla="*/ 115 w 159"/>
                  <a:gd name="T9" fmla="*/ 36 h 72"/>
                  <a:gd name="T10" fmla="*/ 109 w 159"/>
                  <a:gd name="T11" fmla="*/ 44 h 72"/>
                  <a:gd name="T12" fmla="*/ 97 w 159"/>
                  <a:gd name="T13" fmla="*/ 59 h 72"/>
                  <a:gd name="T14" fmla="*/ 89 w 159"/>
                  <a:gd name="T15" fmla="*/ 68 h 72"/>
                  <a:gd name="T16" fmla="*/ 73 w 159"/>
                  <a:gd name="T17" fmla="*/ 71 h 72"/>
                  <a:gd name="T18" fmla="*/ 61 w 159"/>
                  <a:gd name="T19" fmla="*/ 68 h 72"/>
                  <a:gd name="T20" fmla="*/ 51 w 159"/>
                  <a:gd name="T21" fmla="*/ 62 h 72"/>
                  <a:gd name="T22" fmla="*/ 39 w 159"/>
                  <a:gd name="T23" fmla="*/ 56 h 72"/>
                  <a:gd name="T24" fmla="*/ 28 w 159"/>
                  <a:gd name="T25" fmla="*/ 53 h 72"/>
                  <a:gd name="T26" fmla="*/ 15 w 159"/>
                  <a:gd name="T27" fmla="*/ 53 h 72"/>
                  <a:gd name="T28" fmla="*/ 6 w 159"/>
                  <a:gd name="T29" fmla="*/ 56 h 72"/>
                  <a:gd name="T30" fmla="*/ 3 w 159"/>
                  <a:gd name="T31" fmla="*/ 51 h 72"/>
                  <a:gd name="T32" fmla="*/ 9 w 159"/>
                  <a:gd name="T33" fmla="*/ 47 h 72"/>
                  <a:gd name="T34" fmla="*/ 21 w 159"/>
                  <a:gd name="T35" fmla="*/ 44 h 72"/>
                  <a:gd name="T36" fmla="*/ 30 w 159"/>
                  <a:gd name="T37" fmla="*/ 44 h 72"/>
                  <a:gd name="T38" fmla="*/ 43 w 159"/>
                  <a:gd name="T39" fmla="*/ 53 h 72"/>
                  <a:gd name="T40" fmla="*/ 54 w 159"/>
                  <a:gd name="T41" fmla="*/ 56 h 72"/>
                  <a:gd name="T42" fmla="*/ 67 w 159"/>
                  <a:gd name="T43" fmla="*/ 59 h 72"/>
                  <a:gd name="T44" fmla="*/ 79 w 159"/>
                  <a:gd name="T45" fmla="*/ 59 h 72"/>
                  <a:gd name="T46" fmla="*/ 89 w 159"/>
                  <a:gd name="T47" fmla="*/ 56 h 72"/>
                  <a:gd name="T48" fmla="*/ 97 w 159"/>
                  <a:gd name="T49" fmla="*/ 51 h 72"/>
                  <a:gd name="T50" fmla="*/ 107 w 159"/>
                  <a:gd name="T51" fmla="*/ 39 h 72"/>
                  <a:gd name="T52" fmla="*/ 115 w 159"/>
                  <a:gd name="T53" fmla="*/ 21 h 72"/>
                  <a:gd name="T54" fmla="*/ 122 w 159"/>
                  <a:gd name="T55" fmla="*/ 6 h 72"/>
                  <a:gd name="T56" fmla="*/ 130 w 159"/>
                  <a:gd name="T57" fmla="*/ 0 h 72"/>
                  <a:gd name="T58" fmla="*/ 137 w 159"/>
                  <a:gd name="T59" fmla="*/ 0 h 72"/>
                  <a:gd name="T60" fmla="*/ 146 w 159"/>
                  <a:gd name="T61" fmla="*/ 3 h 72"/>
                  <a:gd name="T62" fmla="*/ 158 w 159"/>
                  <a:gd name="T63" fmla="*/ 3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9" h="72">
                    <a:moveTo>
                      <a:pt x="158" y="30"/>
                    </a:moveTo>
                    <a:lnTo>
                      <a:pt x="152" y="27"/>
                    </a:lnTo>
                    <a:lnTo>
                      <a:pt x="146" y="24"/>
                    </a:lnTo>
                    <a:lnTo>
                      <a:pt x="143" y="24"/>
                    </a:lnTo>
                    <a:lnTo>
                      <a:pt x="137" y="24"/>
                    </a:lnTo>
                    <a:lnTo>
                      <a:pt x="130" y="24"/>
                    </a:lnTo>
                    <a:lnTo>
                      <a:pt x="125" y="27"/>
                    </a:lnTo>
                    <a:lnTo>
                      <a:pt x="122" y="27"/>
                    </a:lnTo>
                    <a:lnTo>
                      <a:pt x="119" y="30"/>
                    </a:lnTo>
                    <a:lnTo>
                      <a:pt x="115" y="36"/>
                    </a:lnTo>
                    <a:lnTo>
                      <a:pt x="109" y="41"/>
                    </a:lnTo>
                    <a:lnTo>
                      <a:pt x="109" y="44"/>
                    </a:lnTo>
                    <a:lnTo>
                      <a:pt x="104" y="53"/>
                    </a:lnTo>
                    <a:lnTo>
                      <a:pt x="97" y="59"/>
                    </a:lnTo>
                    <a:lnTo>
                      <a:pt x="94" y="65"/>
                    </a:lnTo>
                    <a:lnTo>
                      <a:pt x="89" y="68"/>
                    </a:lnTo>
                    <a:lnTo>
                      <a:pt x="79" y="71"/>
                    </a:lnTo>
                    <a:lnTo>
                      <a:pt x="73" y="71"/>
                    </a:lnTo>
                    <a:lnTo>
                      <a:pt x="67" y="71"/>
                    </a:lnTo>
                    <a:lnTo>
                      <a:pt x="61" y="68"/>
                    </a:lnTo>
                    <a:lnTo>
                      <a:pt x="54" y="65"/>
                    </a:lnTo>
                    <a:lnTo>
                      <a:pt x="51" y="62"/>
                    </a:lnTo>
                    <a:lnTo>
                      <a:pt x="46" y="59"/>
                    </a:lnTo>
                    <a:lnTo>
                      <a:pt x="39" y="56"/>
                    </a:lnTo>
                    <a:lnTo>
                      <a:pt x="33" y="53"/>
                    </a:lnTo>
                    <a:lnTo>
                      <a:pt x="28" y="53"/>
                    </a:lnTo>
                    <a:lnTo>
                      <a:pt x="21" y="51"/>
                    </a:lnTo>
                    <a:lnTo>
                      <a:pt x="15" y="53"/>
                    </a:lnTo>
                    <a:lnTo>
                      <a:pt x="9" y="53"/>
                    </a:lnTo>
                    <a:lnTo>
                      <a:pt x="6" y="56"/>
                    </a:lnTo>
                    <a:lnTo>
                      <a:pt x="0" y="59"/>
                    </a:lnTo>
                    <a:lnTo>
                      <a:pt x="3" y="51"/>
                    </a:lnTo>
                    <a:lnTo>
                      <a:pt x="6" y="47"/>
                    </a:lnTo>
                    <a:lnTo>
                      <a:pt x="9" y="47"/>
                    </a:lnTo>
                    <a:lnTo>
                      <a:pt x="15" y="44"/>
                    </a:lnTo>
                    <a:lnTo>
                      <a:pt x="21" y="44"/>
                    </a:lnTo>
                    <a:lnTo>
                      <a:pt x="24" y="44"/>
                    </a:lnTo>
                    <a:lnTo>
                      <a:pt x="30" y="44"/>
                    </a:lnTo>
                    <a:lnTo>
                      <a:pt x="33" y="47"/>
                    </a:lnTo>
                    <a:lnTo>
                      <a:pt x="43" y="53"/>
                    </a:lnTo>
                    <a:lnTo>
                      <a:pt x="49" y="56"/>
                    </a:lnTo>
                    <a:lnTo>
                      <a:pt x="54" y="56"/>
                    </a:lnTo>
                    <a:lnTo>
                      <a:pt x="58" y="59"/>
                    </a:lnTo>
                    <a:lnTo>
                      <a:pt x="67" y="59"/>
                    </a:lnTo>
                    <a:lnTo>
                      <a:pt x="76" y="59"/>
                    </a:lnTo>
                    <a:lnTo>
                      <a:pt x="79" y="59"/>
                    </a:lnTo>
                    <a:lnTo>
                      <a:pt x="85" y="59"/>
                    </a:lnTo>
                    <a:lnTo>
                      <a:pt x="89" y="56"/>
                    </a:lnTo>
                    <a:lnTo>
                      <a:pt x="94" y="53"/>
                    </a:lnTo>
                    <a:lnTo>
                      <a:pt x="97" y="51"/>
                    </a:lnTo>
                    <a:lnTo>
                      <a:pt x="100" y="47"/>
                    </a:lnTo>
                    <a:lnTo>
                      <a:pt x="107" y="39"/>
                    </a:lnTo>
                    <a:lnTo>
                      <a:pt x="109" y="32"/>
                    </a:lnTo>
                    <a:lnTo>
                      <a:pt x="115" y="21"/>
                    </a:lnTo>
                    <a:lnTo>
                      <a:pt x="122" y="12"/>
                    </a:lnTo>
                    <a:lnTo>
                      <a:pt x="122" y="6"/>
                    </a:lnTo>
                    <a:lnTo>
                      <a:pt x="128" y="3"/>
                    </a:lnTo>
                    <a:lnTo>
                      <a:pt x="130" y="0"/>
                    </a:lnTo>
                    <a:lnTo>
                      <a:pt x="134" y="0"/>
                    </a:lnTo>
                    <a:lnTo>
                      <a:pt x="137" y="0"/>
                    </a:lnTo>
                    <a:lnTo>
                      <a:pt x="143" y="0"/>
                    </a:lnTo>
                    <a:lnTo>
                      <a:pt x="146" y="3"/>
                    </a:lnTo>
                    <a:lnTo>
                      <a:pt x="152" y="6"/>
                    </a:lnTo>
                    <a:lnTo>
                      <a:pt x="158" y="3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Freeform 96"/>
              <p:cNvSpPr>
                <a:spLocks/>
              </p:cNvSpPr>
              <p:nvPr/>
            </p:nvSpPr>
            <p:spPr bwMode="ltGray">
              <a:xfrm>
                <a:off x="737" y="1144"/>
                <a:ext cx="156" cy="74"/>
              </a:xfrm>
              <a:custGeom>
                <a:avLst/>
                <a:gdLst>
                  <a:gd name="T0" fmla="*/ 0 w 156"/>
                  <a:gd name="T1" fmla="*/ 43 h 74"/>
                  <a:gd name="T2" fmla="*/ 4 w 156"/>
                  <a:gd name="T3" fmla="*/ 46 h 74"/>
                  <a:gd name="T4" fmla="*/ 9 w 156"/>
                  <a:gd name="T5" fmla="*/ 48 h 74"/>
                  <a:gd name="T6" fmla="*/ 15 w 156"/>
                  <a:gd name="T7" fmla="*/ 48 h 74"/>
                  <a:gd name="T8" fmla="*/ 22 w 156"/>
                  <a:gd name="T9" fmla="*/ 48 h 74"/>
                  <a:gd name="T10" fmla="*/ 27 w 156"/>
                  <a:gd name="T11" fmla="*/ 48 h 74"/>
                  <a:gd name="T12" fmla="*/ 30 w 156"/>
                  <a:gd name="T13" fmla="*/ 46 h 74"/>
                  <a:gd name="T14" fmla="*/ 37 w 156"/>
                  <a:gd name="T15" fmla="*/ 43 h 74"/>
                  <a:gd name="T16" fmla="*/ 43 w 156"/>
                  <a:gd name="T17" fmla="*/ 37 h 74"/>
                  <a:gd name="T18" fmla="*/ 45 w 156"/>
                  <a:gd name="T19" fmla="*/ 30 h 74"/>
                  <a:gd name="T20" fmla="*/ 49 w 156"/>
                  <a:gd name="T21" fmla="*/ 25 h 74"/>
                  <a:gd name="T22" fmla="*/ 52 w 156"/>
                  <a:gd name="T23" fmla="*/ 18 h 74"/>
                  <a:gd name="T24" fmla="*/ 58 w 156"/>
                  <a:gd name="T25" fmla="*/ 12 h 74"/>
                  <a:gd name="T26" fmla="*/ 64 w 156"/>
                  <a:gd name="T27" fmla="*/ 7 h 74"/>
                  <a:gd name="T28" fmla="*/ 70 w 156"/>
                  <a:gd name="T29" fmla="*/ 3 h 74"/>
                  <a:gd name="T30" fmla="*/ 76 w 156"/>
                  <a:gd name="T31" fmla="*/ 0 h 74"/>
                  <a:gd name="T32" fmla="*/ 85 w 156"/>
                  <a:gd name="T33" fmla="*/ 0 h 74"/>
                  <a:gd name="T34" fmla="*/ 91 w 156"/>
                  <a:gd name="T35" fmla="*/ 0 h 74"/>
                  <a:gd name="T36" fmla="*/ 95 w 156"/>
                  <a:gd name="T37" fmla="*/ 0 h 74"/>
                  <a:gd name="T38" fmla="*/ 100 w 156"/>
                  <a:gd name="T39" fmla="*/ 7 h 74"/>
                  <a:gd name="T40" fmla="*/ 106 w 156"/>
                  <a:gd name="T41" fmla="*/ 9 h 74"/>
                  <a:gd name="T42" fmla="*/ 110 w 156"/>
                  <a:gd name="T43" fmla="*/ 12 h 74"/>
                  <a:gd name="T44" fmla="*/ 118 w 156"/>
                  <a:gd name="T45" fmla="*/ 15 h 74"/>
                  <a:gd name="T46" fmla="*/ 125 w 156"/>
                  <a:gd name="T47" fmla="*/ 18 h 74"/>
                  <a:gd name="T48" fmla="*/ 130 w 156"/>
                  <a:gd name="T49" fmla="*/ 18 h 74"/>
                  <a:gd name="T50" fmla="*/ 136 w 156"/>
                  <a:gd name="T51" fmla="*/ 18 h 74"/>
                  <a:gd name="T52" fmla="*/ 140 w 156"/>
                  <a:gd name="T53" fmla="*/ 18 h 74"/>
                  <a:gd name="T54" fmla="*/ 146 w 156"/>
                  <a:gd name="T55" fmla="*/ 18 h 74"/>
                  <a:gd name="T56" fmla="*/ 151 w 156"/>
                  <a:gd name="T57" fmla="*/ 15 h 74"/>
                  <a:gd name="T58" fmla="*/ 155 w 156"/>
                  <a:gd name="T59" fmla="*/ 12 h 74"/>
                  <a:gd name="T60" fmla="*/ 155 w 156"/>
                  <a:gd name="T61" fmla="*/ 18 h 74"/>
                  <a:gd name="T62" fmla="*/ 151 w 156"/>
                  <a:gd name="T63" fmla="*/ 22 h 74"/>
                  <a:gd name="T64" fmla="*/ 146 w 156"/>
                  <a:gd name="T65" fmla="*/ 25 h 74"/>
                  <a:gd name="T66" fmla="*/ 143 w 156"/>
                  <a:gd name="T67" fmla="*/ 27 h 74"/>
                  <a:gd name="T68" fmla="*/ 136 w 156"/>
                  <a:gd name="T69" fmla="*/ 27 h 74"/>
                  <a:gd name="T70" fmla="*/ 133 w 156"/>
                  <a:gd name="T71" fmla="*/ 27 h 74"/>
                  <a:gd name="T72" fmla="*/ 128 w 156"/>
                  <a:gd name="T73" fmla="*/ 27 h 74"/>
                  <a:gd name="T74" fmla="*/ 121 w 156"/>
                  <a:gd name="T75" fmla="*/ 25 h 74"/>
                  <a:gd name="T76" fmla="*/ 115 w 156"/>
                  <a:gd name="T77" fmla="*/ 18 h 74"/>
                  <a:gd name="T78" fmla="*/ 106 w 156"/>
                  <a:gd name="T79" fmla="*/ 15 h 74"/>
                  <a:gd name="T80" fmla="*/ 103 w 156"/>
                  <a:gd name="T81" fmla="*/ 12 h 74"/>
                  <a:gd name="T82" fmla="*/ 97 w 156"/>
                  <a:gd name="T83" fmla="*/ 12 h 74"/>
                  <a:gd name="T84" fmla="*/ 88 w 156"/>
                  <a:gd name="T85" fmla="*/ 12 h 74"/>
                  <a:gd name="T86" fmla="*/ 82 w 156"/>
                  <a:gd name="T87" fmla="*/ 12 h 74"/>
                  <a:gd name="T88" fmla="*/ 79 w 156"/>
                  <a:gd name="T89" fmla="*/ 12 h 74"/>
                  <a:gd name="T90" fmla="*/ 73 w 156"/>
                  <a:gd name="T91" fmla="*/ 12 h 74"/>
                  <a:gd name="T92" fmla="*/ 67 w 156"/>
                  <a:gd name="T93" fmla="*/ 15 h 74"/>
                  <a:gd name="T94" fmla="*/ 64 w 156"/>
                  <a:gd name="T95" fmla="*/ 18 h 74"/>
                  <a:gd name="T96" fmla="*/ 58 w 156"/>
                  <a:gd name="T97" fmla="*/ 22 h 74"/>
                  <a:gd name="T98" fmla="*/ 55 w 156"/>
                  <a:gd name="T99" fmla="*/ 25 h 74"/>
                  <a:gd name="T100" fmla="*/ 52 w 156"/>
                  <a:gd name="T101" fmla="*/ 33 h 74"/>
                  <a:gd name="T102" fmla="*/ 45 w 156"/>
                  <a:gd name="T103" fmla="*/ 43 h 74"/>
                  <a:gd name="T104" fmla="*/ 43 w 156"/>
                  <a:gd name="T105" fmla="*/ 48 h 74"/>
                  <a:gd name="T106" fmla="*/ 37 w 156"/>
                  <a:gd name="T107" fmla="*/ 61 h 74"/>
                  <a:gd name="T108" fmla="*/ 34 w 156"/>
                  <a:gd name="T109" fmla="*/ 67 h 74"/>
                  <a:gd name="T110" fmla="*/ 30 w 156"/>
                  <a:gd name="T111" fmla="*/ 70 h 74"/>
                  <a:gd name="T112" fmla="*/ 27 w 156"/>
                  <a:gd name="T113" fmla="*/ 73 h 74"/>
                  <a:gd name="T114" fmla="*/ 22 w 156"/>
                  <a:gd name="T115" fmla="*/ 73 h 74"/>
                  <a:gd name="T116" fmla="*/ 19 w 156"/>
                  <a:gd name="T117" fmla="*/ 73 h 74"/>
                  <a:gd name="T118" fmla="*/ 15 w 156"/>
                  <a:gd name="T119" fmla="*/ 73 h 74"/>
                  <a:gd name="T120" fmla="*/ 9 w 156"/>
                  <a:gd name="T121" fmla="*/ 70 h 74"/>
                  <a:gd name="T122" fmla="*/ 7 w 156"/>
                  <a:gd name="T123" fmla="*/ 67 h 74"/>
                  <a:gd name="T124" fmla="*/ 0 w 156"/>
                  <a:gd name="T125" fmla="*/ 43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56" h="74">
                    <a:moveTo>
                      <a:pt x="0" y="43"/>
                    </a:moveTo>
                    <a:lnTo>
                      <a:pt x="4" y="46"/>
                    </a:lnTo>
                    <a:lnTo>
                      <a:pt x="9" y="48"/>
                    </a:lnTo>
                    <a:lnTo>
                      <a:pt x="15" y="48"/>
                    </a:lnTo>
                    <a:lnTo>
                      <a:pt x="22" y="48"/>
                    </a:lnTo>
                    <a:lnTo>
                      <a:pt x="27" y="48"/>
                    </a:lnTo>
                    <a:lnTo>
                      <a:pt x="30" y="46"/>
                    </a:lnTo>
                    <a:lnTo>
                      <a:pt x="37" y="43"/>
                    </a:lnTo>
                    <a:lnTo>
                      <a:pt x="43" y="37"/>
                    </a:lnTo>
                    <a:lnTo>
                      <a:pt x="45" y="30"/>
                    </a:lnTo>
                    <a:lnTo>
                      <a:pt x="49" y="25"/>
                    </a:lnTo>
                    <a:lnTo>
                      <a:pt x="52" y="18"/>
                    </a:lnTo>
                    <a:lnTo>
                      <a:pt x="58" y="12"/>
                    </a:lnTo>
                    <a:lnTo>
                      <a:pt x="64" y="7"/>
                    </a:lnTo>
                    <a:lnTo>
                      <a:pt x="70" y="3"/>
                    </a:lnTo>
                    <a:lnTo>
                      <a:pt x="76" y="0"/>
                    </a:lnTo>
                    <a:lnTo>
                      <a:pt x="85" y="0"/>
                    </a:lnTo>
                    <a:lnTo>
                      <a:pt x="91" y="0"/>
                    </a:lnTo>
                    <a:lnTo>
                      <a:pt x="95" y="0"/>
                    </a:lnTo>
                    <a:lnTo>
                      <a:pt x="100" y="7"/>
                    </a:lnTo>
                    <a:lnTo>
                      <a:pt x="106" y="9"/>
                    </a:lnTo>
                    <a:lnTo>
                      <a:pt x="110" y="12"/>
                    </a:lnTo>
                    <a:lnTo>
                      <a:pt x="118" y="15"/>
                    </a:lnTo>
                    <a:lnTo>
                      <a:pt x="125" y="18"/>
                    </a:lnTo>
                    <a:lnTo>
                      <a:pt x="130" y="18"/>
                    </a:lnTo>
                    <a:lnTo>
                      <a:pt x="136" y="18"/>
                    </a:lnTo>
                    <a:lnTo>
                      <a:pt x="140" y="18"/>
                    </a:lnTo>
                    <a:lnTo>
                      <a:pt x="146" y="18"/>
                    </a:lnTo>
                    <a:lnTo>
                      <a:pt x="151" y="15"/>
                    </a:lnTo>
                    <a:lnTo>
                      <a:pt x="155" y="12"/>
                    </a:lnTo>
                    <a:lnTo>
                      <a:pt x="155" y="18"/>
                    </a:lnTo>
                    <a:lnTo>
                      <a:pt x="151" y="22"/>
                    </a:lnTo>
                    <a:lnTo>
                      <a:pt x="146" y="25"/>
                    </a:lnTo>
                    <a:lnTo>
                      <a:pt x="143" y="27"/>
                    </a:lnTo>
                    <a:lnTo>
                      <a:pt x="136" y="27"/>
                    </a:lnTo>
                    <a:lnTo>
                      <a:pt x="133" y="27"/>
                    </a:lnTo>
                    <a:lnTo>
                      <a:pt x="128" y="27"/>
                    </a:lnTo>
                    <a:lnTo>
                      <a:pt x="121" y="25"/>
                    </a:lnTo>
                    <a:lnTo>
                      <a:pt x="115" y="18"/>
                    </a:lnTo>
                    <a:lnTo>
                      <a:pt x="106" y="15"/>
                    </a:lnTo>
                    <a:lnTo>
                      <a:pt x="103" y="12"/>
                    </a:lnTo>
                    <a:lnTo>
                      <a:pt x="97" y="12"/>
                    </a:lnTo>
                    <a:lnTo>
                      <a:pt x="88" y="12"/>
                    </a:lnTo>
                    <a:lnTo>
                      <a:pt x="82" y="12"/>
                    </a:lnTo>
                    <a:lnTo>
                      <a:pt x="79" y="12"/>
                    </a:lnTo>
                    <a:lnTo>
                      <a:pt x="73" y="12"/>
                    </a:lnTo>
                    <a:lnTo>
                      <a:pt x="67" y="15"/>
                    </a:lnTo>
                    <a:lnTo>
                      <a:pt x="64" y="18"/>
                    </a:lnTo>
                    <a:lnTo>
                      <a:pt x="58" y="22"/>
                    </a:lnTo>
                    <a:lnTo>
                      <a:pt x="55" y="25"/>
                    </a:lnTo>
                    <a:lnTo>
                      <a:pt x="52" y="33"/>
                    </a:lnTo>
                    <a:lnTo>
                      <a:pt x="45" y="43"/>
                    </a:lnTo>
                    <a:lnTo>
                      <a:pt x="43" y="48"/>
                    </a:lnTo>
                    <a:lnTo>
                      <a:pt x="37" y="61"/>
                    </a:lnTo>
                    <a:lnTo>
                      <a:pt x="34" y="67"/>
                    </a:lnTo>
                    <a:lnTo>
                      <a:pt x="30" y="70"/>
                    </a:lnTo>
                    <a:lnTo>
                      <a:pt x="27" y="73"/>
                    </a:lnTo>
                    <a:lnTo>
                      <a:pt x="22" y="73"/>
                    </a:lnTo>
                    <a:lnTo>
                      <a:pt x="19" y="73"/>
                    </a:lnTo>
                    <a:lnTo>
                      <a:pt x="15" y="73"/>
                    </a:lnTo>
                    <a:lnTo>
                      <a:pt x="9" y="70"/>
                    </a:lnTo>
                    <a:lnTo>
                      <a:pt x="7" y="67"/>
                    </a:lnTo>
                    <a:lnTo>
                      <a:pt x="0" y="43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97"/>
              <p:cNvSpPr>
                <a:spLocks/>
              </p:cNvSpPr>
              <p:nvPr/>
            </p:nvSpPr>
            <p:spPr bwMode="ltGray">
              <a:xfrm>
                <a:off x="1343" y="1062"/>
                <a:ext cx="60" cy="81"/>
              </a:xfrm>
              <a:custGeom>
                <a:avLst/>
                <a:gdLst>
                  <a:gd name="T0" fmla="*/ 59 w 60"/>
                  <a:gd name="T1" fmla="*/ 0 h 81"/>
                  <a:gd name="T2" fmla="*/ 0 w 60"/>
                  <a:gd name="T3" fmla="*/ 30 h 81"/>
                  <a:gd name="T4" fmla="*/ 45 w 60"/>
                  <a:gd name="T5" fmla="*/ 80 h 81"/>
                  <a:gd name="T6" fmla="*/ 59 w 60"/>
                  <a:gd name="T7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" h="81">
                    <a:moveTo>
                      <a:pt x="59" y="0"/>
                    </a:moveTo>
                    <a:lnTo>
                      <a:pt x="0" y="30"/>
                    </a:lnTo>
                    <a:lnTo>
                      <a:pt x="45" y="80"/>
                    </a:lnTo>
                    <a:lnTo>
                      <a:pt x="59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Rectangle 98"/>
              <p:cNvSpPr>
                <a:spLocks noChangeArrowheads="1"/>
              </p:cNvSpPr>
              <p:nvPr/>
            </p:nvSpPr>
            <p:spPr bwMode="ltGray">
              <a:xfrm>
                <a:off x="2203" y="1137"/>
                <a:ext cx="52" cy="56"/>
              </a:xfrm>
              <a:prstGeom prst="rect">
                <a:avLst/>
              </a:pr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" name="Freeform 99"/>
              <p:cNvSpPr>
                <a:spLocks/>
              </p:cNvSpPr>
              <p:nvPr/>
            </p:nvSpPr>
            <p:spPr bwMode="ltGray">
              <a:xfrm>
                <a:off x="1211" y="1224"/>
                <a:ext cx="55" cy="66"/>
              </a:xfrm>
              <a:custGeom>
                <a:avLst/>
                <a:gdLst>
                  <a:gd name="T0" fmla="*/ 30 w 55"/>
                  <a:gd name="T1" fmla="*/ 0 h 66"/>
                  <a:gd name="T2" fmla="*/ 0 w 55"/>
                  <a:gd name="T3" fmla="*/ 18 h 66"/>
                  <a:gd name="T4" fmla="*/ 16 w 55"/>
                  <a:gd name="T5" fmla="*/ 65 h 66"/>
                  <a:gd name="T6" fmla="*/ 54 w 55"/>
                  <a:gd name="T7" fmla="*/ 42 h 66"/>
                  <a:gd name="T8" fmla="*/ 30 w 55"/>
                  <a:gd name="T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66">
                    <a:moveTo>
                      <a:pt x="30" y="0"/>
                    </a:moveTo>
                    <a:lnTo>
                      <a:pt x="0" y="18"/>
                    </a:lnTo>
                    <a:lnTo>
                      <a:pt x="16" y="65"/>
                    </a:lnTo>
                    <a:lnTo>
                      <a:pt x="54" y="42"/>
                    </a:lnTo>
                    <a:lnTo>
                      <a:pt x="3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Freeform 100"/>
              <p:cNvSpPr>
                <a:spLocks/>
              </p:cNvSpPr>
              <p:nvPr/>
            </p:nvSpPr>
            <p:spPr bwMode="ltGray">
              <a:xfrm>
                <a:off x="2902" y="1082"/>
                <a:ext cx="232" cy="116"/>
              </a:xfrm>
              <a:custGeom>
                <a:avLst/>
                <a:gdLst>
                  <a:gd name="T0" fmla="*/ 0 w 232"/>
                  <a:gd name="T1" fmla="*/ 111 h 116"/>
                  <a:gd name="T2" fmla="*/ 9 w 232"/>
                  <a:gd name="T3" fmla="*/ 115 h 116"/>
                  <a:gd name="T4" fmla="*/ 19 w 232"/>
                  <a:gd name="T5" fmla="*/ 115 h 116"/>
                  <a:gd name="T6" fmla="*/ 30 w 232"/>
                  <a:gd name="T7" fmla="*/ 115 h 116"/>
                  <a:gd name="T8" fmla="*/ 40 w 232"/>
                  <a:gd name="T9" fmla="*/ 111 h 116"/>
                  <a:gd name="T10" fmla="*/ 49 w 232"/>
                  <a:gd name="T11" fmla="*/ 108 h 116"/>
                  <a:gd name="T12" fmla="*/ 61 w 232"/>
                  <a:gd name="T13" fmla="*/ 105 h 116"/>
                  <a:gd name="T14" fmla="*/ 64 w 232"/>
                  <a:gd name="T15" fmla="*/ 102 h 116"/>
                  <a:gd name="T16" fmla="*/ 73 w 232"/>
                  <a:gd name="T17" fmla="*/ 93 h 116"/>
                  <a:gd name="T18" fmla="*/ 76 w 232"/>
                  <a:gd name="T19" fmla="*/ 84 h 116"/>
                  <a:gd name="T20" fmla="*/ 82 w 232"/>
                  <a:gd name="T21" fmla="*/ 77 h 116"/>
                  <a:gd name="T22" fmla="*/ 85 w 232"/>
                  <a:gd name="T23" fmla="*/ 72 h 116"/>
                  <a:gd name="T24" fmla="*/ 95 w 232"/>
                  <a:gd name="T25" fmla="*/ 56 h 116"/>
                  <a:gd name="T26" fmla="*/ 110 w 232"/>
                  <a:gd name="T27" fmla="*/ 43 h 116"/>
                  <a:gd name="T28" fmla="*/ 116 w 232"/>
                  <a:gd name="T29" fmla="*/ 38 h 116"/>
                  <a:gd name="T30" fmla="*/ 131 w 232"/>
                  <a:gd name="T31" fmla="*/ 31 h 116"/>
                  <a:gd name="T32" fmla="*/ 146 w 232"/>
                  <a:gd name="T33" fmla="*/ 25 h 116"/>
                  <a:gd name="T34" fmla="*/ 155 w 232"/>
                  <a:gd name="T35" fmla="*/ 22 h 116"/>
                  <a:gd name="T36" fmla="*/ 167 w 232"/>
                  <a:gd name="T37" fmla="*/ 18 h 116"/>
                  <a:gd name="T38" fmla="*/ 176 w 232"/>
                  <a:gd name="T39" fmla="*/ 22 h 116"/>
                  <a:gd name="T40" fmla="*/ 191 w 232"/>
                  <a:gd name="T41" fmla="*/ 25 h 116"/>
                  <a:gd name="T42" fmla="*/ 206 w 232"/>
                  <a:gd name="T43" fmla="*/ 31 h 116"/>
                  <a:gd name="T44" fmla="*/ 216 w 232"/>
                  <a:gd name="T45" fmla="*/ 38 h 116"/>
                  <a:gd name="T46" fmla="*/ 219 w 232"/>
                  <a:gd name="T47" fmla="*/ 46 h 116"/>
                  <a:gd name="T48" fmla="*/ 231 w 232"/>
                  <a:gd name="T49" fmla="*/ 13 h 116"/>
                  <a:gd name="T50" fmla="*/ 222 w 232"/>
                  <a:gd name="T51" fmla="*/ 10 h 116"/>
                  <a:gd name="T52" fmla="*/ 209 w 232"/>
                  <a:gd name="T53" fmla="*/ 3 h 116"/>
                  <a:gd name="T54" fmla="*/ 194 w 232"/>
                  <a:gd name="T55" fmla="*/ 0 h 116"/>
                  <a:gd name="T56" fmla="*/ 182 w 232"/>
                  <a:gd name="T57" fmla="*/ 0 h 116"/>
                  <a:gd name="T58" fmla="*/ 167 w 232"/>
                  <a:gd name="T59" fmla="*/ 0 h 116"/>
                  <a:gd name="T60" fmla="*/ 155 w 232"/>
                  <a:gd name="T61" fmla="*/ 3 h 116"/>
                  <a:gd name="T62" fmla="*/ 143 w 232"/>
                  <a:gd name="T63" fmla="*/ 10 h 116"/>
                  <a:gd name="T64" fmla="*/ 131 w 232"/>
                  <a:gd name="T65" fmla="*/ 13 h 116"/>
                  <a:gd name="T66" fmla="*/ 125 w 232"/>
                  <a:gd name="T67" fmla="*/ 18 h 116"/>
                  <a:gd name="T68" fmla="*/ 113 w 232"/>
                  <a:gd name="T69" fmla="*/ 31 h 116"/>
                  <a:gd name="T70" fmla="*/ 100 w 232"/>
                  <a:gd name="T71" fmla="*/ 43 h 116"/>
                  <a:gd name="T72" fmla="*/ 88 w 232"/>
                  <a:gd name="T73" fmla="*/ 56 h 116"/>
                  <a:gd name="T74" fmla="*/ 80 w 232"/>
                  <a:gd name="T75" fmla="*/ 69 h 116"/>
                  <a:gd name="T76" fmla="*/ 73 w 232"/>
                  <a:gd name="T77" fmla="*/ 74 h 116"/>
                  <a:gd name="T78" fmla="*/ 61 w 232"/>
                  <a:gd name="T79" fmla="*/ 84 h 116"/>
                  <a:gd name="T80" fmla="*/ 52 w 232"/>
                  <a:gd name="T81" fmla="*/ 87 h 116"/>
                  <a:gd name="T82" fmla="*/ 45 w 232"/>
                  <a:gd name="T83" fmla="*/ 90 h 116"/>
                  <a:gd name="T84" fmla="*/ 34 w 232"/>
                  <a:gd name="T85" fmla="*/ 90 h 116"/>
                  <a:gd name="T86" fmla="*/ 25 w 232"/>
                  <a:gd name="T87" fmla="*/ 90 h 116"/>
                  <a:gd name="T88" fmla="*/ 19 w 232"/>
                  <a:gd name="T89" fmla="*/ 87 h 116"/>
                  <a:gd name="T90" fmla="*/ 7 w 232"/>
                  <a:gd name="T91" fmla="*/ 80 h 116"/>
                  <a:gd name="T92" fmla="*/ 0 w 232"/>
                  <a:gd name="T93" fmla="*/ 1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32" h="116">
                    <a:moveTo>
                      <a:pt x="0" y="111"/>
                    </a:moveTo>
                    <a:lnTo>
                      <a:pt x="9" y="115"/>
                    </a:lnTo>
                    <a:lnTo>
                      <a:pt x="19" y="115"/>
                    </a:lnTo>
                    <a:lnTo>
                      <a:pt x="30" y="115"/>
                    </a:lnTo>
                    <a:lnTo>
                      <a:pt x="40" y="111"/>
                    </a:lnTo>
                    <a:lnTo>
                      <a:pt x="49" y="108"/>
                    </a:lnTo>
                    <a:lnTo>
                      <a:pt x="61" y="105"/>
                    </a:lnTo>
                    <a:lnTo>
                      <a:pt x="64" y="102"/>
                    </a:lnTo>
                    <a:lnTo>
                      <a:pt x="73" y="93"/>
                    </a:lnTo>
                    <a:lnTo>
                      <a:pt x="76" y="84"/>
                    </a:lnTo>
                    <a:lnTo>
                      <a:pt x="82" y="77"/>
                    </a:lnTo>
                    <a:lnTo>
                      <a:pt x="85" y="72"/>
                    </a:lnTo>
                    <a:lnTo>
                      <a:pt x="95" y="56"/>
                    </a:lnTo>
                    <a:lnTo>
                      <a:pt x="110" y="43"/>
                    </a:lnTo>
                    <a:lnTo>
                      <a:pt x="116" y="38"/>
                    </a:lnTo>
                    <a:lnTo>
                      <a:pt x="131" y="31"/>
                    </a:lnTo>
                    <a:lnTo>
                      <a:pt x="146" y="25"/>
                    </a:lnTo>
                    <a:lnTo>
                      <a:pt x="155" y="22"/>
                    </a:lnTo>
                    <a:lnTo>
                      <a:pt x="167" y="18"/>
                    </a:lnTo>
                    <a:lnTo>
                      <a:pt x="176" y="22"/>
                    </a:lnTo>
                    <a:lnTo>
                      <a:pt x="191" y="25"/>
                    </a:lnTo>
                    <a:lnTo>
                      <a:pt x="206" y="31"/>
                    </a:lnTo>
                    <a:lnTo>
                      <a:pt x="216" y="38"/>
                    </a:lnTo>
                    <a:lnTo>
                      <a:pt x="219" y="46"/>
                    </a:lnTo>
                    <a:lnTo>
                      <a:pt x="231" y="13"/>
                    </a:lnTo>
                    <a:lnTo>
                      <a:pt x="222" y="10"/>
                    </a:lnTo>
                    <a:lnTo>
                      <a:pt x="209" y="3"/>
                    </a:lnTo>
                    <a:lnTo>
                      <a:pt x="194" y="0"/>
                    </a:lnTo>
                    <a:lnTo>
                      <a:pt x="182" y="0"/>
                    </a:lnTo>
                    <a:lnTo>
                      <a:pt x="167" y="0"/>
                    </a:lnTo>
                    <a:lnTo>
                      <a:pt x="155" y="3"/>
                    </a:lnTo>
                    <a:lnTo>
                      <a:pt x="143" y="10"/>
                    </a:lnTo>
                    <a:lnTo>
                      <a:pt x="131" y="13"/>
                    </a:lnTo>
                    <a:lnTo>
                      <a:pt x="125" y="18"/>
                    </a:lnTo>
                    <a:lnTo>
                      <a:pt x="113" y="31"/>
                    </a:lnTo>
                    <a:lnTo>
                      <a:pt x="100" y="43"/>
                    </a:lnTo>
                    <a:lnTo>
                      <a:pt x="88" y="56"/>
                    </a:lnTo>
                    <a:lnTo>
                      <a:pt x="80" y="69"/>
                    </a:lnTo>
                    <a:lnTo>
                      <a:pt x="73" y="74"/>
                    </a:lnTo>
                    <a:lnTo>
                      <a:pt x="61" y="84"/>
                    </a:lnTo>
                    <a:lnTo>
                      <a:pt x="52" y="87"/>
                    </a:lnTo>
                    <a:lnTo>
                      <a:pt x="45" y="90"/>
                    </a:lnTo>
                    <a:lnTo>
                      <a:pt x="34" y="90"/>
                    </a:lnTo>
                    <a:lnTo>
                      <a:pt x="25" y="90"/>
                    </a:lnTo>
                    <a:lnTo>
                      <a:pt x="19" y="87"/>
                    </a:lnTo>
                    <a:lnTo>
                      <a:pt x="7" y="80"/>
                    </a:lnTo>
                    <a:lnTo>
                      <a:pt x="0" y="111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Freeform 101"/>
              <p:cNvSpPr>
                <a:spLocks/>
              </p:cNvSpPr>
              <p:nvPr/>
            </p:nvSpPr>
            <p:spPr bwMode="ltGray">
              <a:xfrm>
                <a:off x="2874" y="1317"/>
                <a:ext cx="56" cy="102"/>
              </a:xfrm>
              <a:custGeom>
                <a:avLst/>
                <a:gdLst>
                  <a:gd name="T0" fmla="*/ 14 w 56"/>
                  <a:gd name="T1" fmla="*/ 0 h 102"/>
                  <a:gd name="T2" fmla="*/ 0 w 56"/>
                  <a:gd name="T3" fmla="*/ 101 h 102"/>
                  <a:gd name="T4" fmla="*/ 55 w 56"/>
                  <a:gd name="T5" fmla="*/ 49 h 102"/>
                  <a:gd name="T6" fmla="*/ 14 w 56"/>
                  <a:gd name="T7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6" h="102">
                    <a:moveTo>
                      <a:pt x="14" y="0"/>
                    </a:moveTo>
                    <a:lnTo>
                      <a:pt x="0" y="101"/>
                    </a:lnTo>
                    <a:lnTo>
                      <a:pt x="55" y="49"/>
                    </a:lnTo>
                    <a:lnTo>
                      <a:pt x="14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Freeform 102"/>
              <p:cNvSpPr>
                <a:spLocks/>
              </p:cNvSpPr>
              <p:nvPr/>
            </p:nvSpPr>
            <p:spPr bwMode="ltGray">
              <a:xfrm>
                <a:off x="2682" y="1155"/>
                <a:ext cx="61" cy="81"/>
              </a:xfrm>
              <a:custGeom>
                <a:avLst/>
                <a:gdLst>
                  <a:gd name="T0" fmla="*/ 0 w 61"/>
                  <a:gd name="T1" fmla="*/ 0 h 81"/>
                  <a:gd name="T2" fmla="*/ 60 w 61"/>
                  <a:gd name="T3" fmla="*/ 31 h 81"/>
                  <a:gd name="T4" fmla="*/ 18 w 61"/>
                  <a:gd name="T5" fmla="*/ 80 h 81"/>
                  <a:gd name="T6" fmla="*/ 0 w 61"/>
                  <a:gd name="T7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1" h="81">
                    <a:moveTo>
                      <a:pt x="0" y="0"/>
                    </a:moveTo>
                    <a:lnTo>
                      <a:pt x="60" y="31"/>
                    </a:lnTo>
                    <a:lnTo>
                      <a:pt x="18" y="8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19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8F3C9F3-BC04-43DF-BECF-ED071B5901FA}" type="datetime1">
              <a:rPr lang="en-US" smtClean="0"/>
              <a:t>5/16/2016</a:t>
            </a:fld>
            <a:endParaRPr lang="en-US"/>
          </a:p>
        </p:txBody>
      </p:sp>
      <p:sp>
        <p:nvSpPr>
          <p:cNvPr id="2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74673C52-BC4E-4C96-AFCF-B2E7CF5882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1546698" y="4737322"/>
            <a:ext cx="9089874" cy="1101248"/>
          </a:xfrm>
          <a:prstGeom prst="rect">
            <a:avLst/>
          </a:prstGeom>
        </p:spPr>
        <p:txBody>
          <a:bodyPr lIns="45720" tIns="0" rIns="45720" bIns="0"/>
          <a:lstStyle>
            <a:lvl1pPr marL="0" indent="0" algn="ctr">
              <a:buNone/>
              <a:defRPr sz="220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 dirty="0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1565347" y="1730858"/>
            <a:ext cx="9073208" cy="2868168"/>
          </a:xfrm>
          <a:prstGeom prst="rect">
            <a:avLst/>
          </a:prstGeom>
        </p:spPr>
        <p:txBody>
          <a:bodyPr lIns="45720" tIns="0" rIns="45720">
            <a:noAutofit/>
          </a:bodyPr>
          <a:lstStyle>
            <a:lvl1pPr algn="ctr">
              <a:defRPr sz="4200" b="0">
                <a:solidFill>
                  <a:schemeClr val="tx2"/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95612378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A5426-CDE5-4A9A-A2DE-4762493B25D5}" type="datetime1">
              <a:rPr lang="en-US" smtClean="0"/>
              <a:t>5/16/2016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3C52-BC4E-4C96-AFCF-B2E7CF5882D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9417"/>
            <a:ext cx="10515600" cy="4558022"/>
          </a:xfrm>
          <a:prstGeom prst="rect">
            <a:avLst/>
          </a:prstGeo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0040"/>
            <a:ext cx="10515599" cy="1143000"/>
          </a:xfrm>
          <a:prstGeom prst="rect">
            <a:avLst/>
          </a:prstGeo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66979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390AFDBF-5861-4B02-A573-D8EB564FDE45}" type="datetime1">
              <a:rPr lang="en-US" smtClean="0"/>
              <a:t>5/16/2016</a:t>
            </a:fld>
            <a:endParaRPr lang="en-US"/>
          </a:p>
        </p:txBody>
      </p:sp>
      <p:sp>
        <p:nvSpPr>
          <p:cNvPr id="14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74673C52-BC4E-4C96-AFCF-B2E7CF5882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2400" y="1905001"/>
            <a:ext cx="8340651" cy="743507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2821838"/>
            <a:ext cx="8340651" cy="1362075"/>
          </a:xfrm>
          <a:prstGeom prst="rect">
            <a:avLst/>
          </a:prstGeo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53568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B0F8966-9D82-4D4A-91E2-46BF4F13F77B}" type="datetime1">
              <a:rPr lang="en-US" smtClean="0"/>
              <a:t>5/16/2016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74673C52-BC4E-4C96-AFCF-B2E7CF5882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3375"/>
            <a:ext cx="5181600" cy="45688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3375"/>
            <a:ext cx="5181600" cy="45688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0040"/>
            <a:ext cx="10515600" cy="1143000"/>
          </a:xfrm>
          <a:prstGeom prst="rect">
            <a:avLst/>
          </a:prstGeo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676155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E80B44C1-C2AE-4920-A290-315656E06A1C}" type="datetime1">
              <a:rPr lang="en-US" smtClean="0"/>
              <a:t>5/16/2016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74673C52-BC4E-4C96-AFCF-B2E7CF5882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6584" y="5715000"/>
            <a:ext cx="5157216" cy="457200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584" y="1603375"/>
            <a:ext cx="5157216" cy="40354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22" y="5715000"/>
            <a:ext cx="5157216" cy="457200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841422" y="1603375"/>
            <a:ext cx="5157216" cy="40354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422" y="320040"/>
            <a:ext cx="10512378" cy="114300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8718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B502AB20-3B43-43F6-A965-F9F947908B14}" type="datetime1">
              <a:rPr lang="en-US" smtClean="0"/>
              <a:t>5/16/2016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74673C52-BC4E-4C96-AFCF-B2E7CF5882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247" y="320040"/>
            <a:ext cx="9656064" cy="1143000"/>
          </a:xfrm>
          <a:prstGeom prst="rect">
            <a:avLst/>
          </a:prstGeo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957548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4A10EB7-16D0-402A-88DC-9B449126610D}" type="datetime1">
              <a:rPr lang="en-US" smtClean="0"/>
              <a:t>5/16/2016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74673C52-BC4E-4C96-AFCF-B2E7CF5882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44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838200" y="2133600"/>
            <a:ext cx="9652000" cy="40386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38200" y="1497416"/>
            <a:ext cx="7863840" cy="602512"/>
          </a:xfrm>
          <a:prstGeom prst="rect">
            <a:avLst/>
          </a:prstGeo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8600"/>
            <a:ext cx="7863840" cy="1173480"/>
          </a:xfrm>
          <a:prstGeom prst="rect">
            <a:avLst/>
          </a:prstGeo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A5426-CDE5-4A9A-A2DE-4762493B25D5}" type="datetime1">
              <a:rPr lang="en-US" smtClean="0"/>
              <a:pPr/>
              <a:t>5/16/2016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3C52-BC4E-4C96-AFCF-B2E7CF5882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2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797292" y="1004669"/>
            <a:ext cx="5759369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 rot="21420000">
            <a:off x="795609" y="998817"/>
            <a:ext cx="5759369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 sz="1800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884909" y="1041002"/>
            <a:ext cx="5608320" cy="4206240"/>
          </a:xfrm>
          <a:prstGeom prst="rect">
            <a:avLst/>
          </a:prstGeo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1449F67-1E3F-4893-9247-D97D6D0599EE}" type="datetime1">
              <a:rPr lang="en-US" smtClean="0"/>
              <a:t>5/16/2016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74673C52-BC4E-4C96-AFCF-B2E7CF5882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85464" y="3283634"/>
            <a:ext cx="4572000" cy="1920240"/>
          </a:xfrm>
          <a:prstGeom prst="rect">
            <a:avLst/>
          </a:prstGeo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5464" y="1143000"/>
            <a:ext cx="4572000" cy="2057400"/>
          </a:xfrm>
          <a:prstGeom prst="rect">
            <a:avLst/>
          </a:prstGeo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solidFill>
                  <a:schemeClr val="tx2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080882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13CCF0E-557A-4B3F-988B-63466321D5C5}" type="datetime1">
              <a:rPr lang="en-US" smtClean="0"/>
              <a:t>5/16/2016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74673C52-BC4E-4C96-AFCF-B2E7CF5882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609417"/>
            <a:ext cx="10515600" cy="4558022"/>
          </a:xfrm>
          <a:prstGeom prst="rect">
            <a:avLst/>
          </a:prstGeo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0040"/>
            <a:ext cx="10515598" cy="1143000"/>
          </a:xfrm>
          <a:prstGeom prst="rect">
            <a:avLst/>
          </a:prstGeo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10382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0589C38-52EB-418D-9CD5-626E99F74889}" type="datetime1">
              <a:rPr lang="en-US" smtClean="0"/>
              <a:t>5/16/2016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74673C52-BC4E-4C96-AFCF-B2E7CF5882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20362"/>
            <a:ext cx="8026400" cy="5851525"/>
          </a:xfrm>
          <a:prstGeom prst="rect">
            <a:avLst/>
          </a:prstGeo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320675"/>
            <a:ext cx="2032000" cy="5851525"/>
          </a:xfrm>
          <a:prstGeom prst="rect">
            <a:avLst/>
          </a:prstGeo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229797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2" name="Group 71"/>
          <p:cNvGrpSpPr>
            <a:grpSpLocks/>
          </p:cNvGrpSpPr>
          <p:nvPr/>
        </p:nvGrpSpPr>
        <p:grpSpPr bwMode="auto">
          <a:xfrm>
            <a:off x="-11723" y="12699"/>
            <a:ext cx="12192000" cy="6846888"/>
            <a:chOff x="0" y="0"/>
            <a:chExt cx="5745" cy="4313"/>
          </a:xfrm>
          <a:solidFill>
            <a:schemeClr val="bg2">
              <a:lumMod val="20000"/>
              <a:lumOff val="80000"/>
            </a:schemeClr>
          </a:solidFill>
        </p:grpSpPr>
        <p:grpSp>
          <p:nvGrpSpPr>
            <p:cNvPr id="153" name="Group 69"/>
            <p:cNvGrpSpPr>
              <a:grpSpLocks/>
            </p:cNvGrpSpPr>
            <p:nvPr/>
          </p:nvGrpSpPr>
          <p:grpSpPr bwMode="auto">
            <a:xfrm>
              <a:off x="0" y="0"/>
              <a:ext cx="5745" cy="4313"/>
              <a:chOff x="0" y="0"/>
              <a:chExt cx="5745" cy="4313"/>
            </a:xfrm>
            <a:grpFill/>
          </p:grpSpPr>
          <p:sp>
            <p:nvSpPr>
              <p:cNvPr id="155" name="Rectangle 2"/>
              <p:cNvSpPr>
                <a:spLocks noChangeArrowheads="1"/>
              </p:cNvSpPr>
              <p:nvPr/>
            </p:nvSpPr>
            <p:spPr bwMode="ltGray">
              <a:xfrm>
                <a:off x="2201" y="4113"/>
                <a:ext cx="62" cy="64"/>
              </a:xfrm>
              <a:prstGeom prst="rect">
                <a:avLst/>
              </a:pr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" name="Rectangle 3"/>
              <p:cNvSpPr>
                <a:spLocks noChangeArrowheads="1"/>
              </p:cNvSpPr>
              <p:nvPr/>
            </p:nvSpPr>
            <p:spPr bwMode="ltGray">
              <a:xfrm>
                <a:off x="276" y="3715"/>
                <a:ext cx="62" cy="65"/>
              </a:xfrm>
              <a:prstGeom prst="rect">
                <a:avLst/>
              </a:pr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7" name="Freeform 4"/>
              <p:cNvSpPr>
                <a:spLocks/>
              </p:cNvSpPr>
              <p:nvPr/>
            </p:nvSpPr>
            <p:spPr bwMode="ltGray">
              <a:xfrm>
                <a:off x="4516" y="3856"/>
                <a:ext cx="99" cy="311"/>
              </a:xfrm>
              <a:custGeom>
                <a:avLst/>
                <a:gdLst>
                  <a:gd name="T0" fmla="*/ 49 w 99"/>
                  <a:gd name="T1" fmla="*/ 304 h 311"/>
                  <a:gd name="T2" fmla="*/ 52 w 99"/>
                  <a:gd name="T3" fmla="*/ 294 h 311"/>
                  <a:gd name="T4" fmla="*/ 55 w 99"/>
                  <a:gd name="T5" fmla="*/ 288 h 311"/>
                  <a:gd name="T6" fmla="*/ 60 w 99"/>
                  <a:gd name="T7" fmla="*/ 272 h 311"/>
                  <a:gd name="T8" fmla="*/ 69 w 99"/>
                  <a:gd name="T9" fmla="*/ 245 h 311"/>
                  <a:gd name="T10" fmla="*/ 72 w 99"/>
                  <a:gd name="T11" fmla="*/ 232 h 311"/>
                  <a:gd name="T12" fmla="*/ 75 w 99"/>
                  <a:gd name="T13" fmla="*/ 213 h 311"/>
                  <a:gd name="T14" fmla="*/ 75 w 99"/>
                  <a:gd name="T15" fmla="*/ 203 h 311"/>
                  <a:gd name="T16" fmla="*/ 75 w 99"/>
                  <a:gd name="T17" fmla="*/ 191 h 311"/>
                  <a:gd name="T18" fmla="*/ 75 w 99"/>
                  <a:gd name="T19" fmla="*/ 181 h 311"/>
                  <a:gd name="T20" fmla="*/ 69 w 99"/>
                  <a:gd name="T21" fmla="*/ 171 h 311"/>
                  <a:gd name="T22" fmla="*/ 64 w 99"/>
                  <a:gd name="T23" fmla="*/ 162 h 311"/>
                  <a:gd name="T24" fmla="*/ 52 w 99"/>
                  <a:gd name="T25" fmla="*/ 148 h 311"/>
                  <a:gd name="T26" fmla="*/ 40 w 99"/>
                  <a:gd name="T27" fmla="*/ 135 h 311"/>
                  <a:gd name="T28" fmla="*/ 23 w 99"/>
                  <a:gd name="T29" fmla="*/ 110 h 311"/>
                  <a:gd name="T30" fmla="*/ 9 w 99"/>
                  <a:gd name="T31" fmla="*/ 94 h 311"/>
                  <a:gd name="T32" fmla="*/ 3 w 99"/>
                  <a:gd name="T33" fmla="*/ 84 h 311"/>
                  <a:gd name="T34" fmla="*/ 0 w 99"/>
                  <a:gd name="T35" fmla="*/ 74 h 311"/>
                  <a:gd name="T36" fmla="*/ 0 w 99"/>
                  <a:gd name="T37" fmla="*/ 58 h 311"/>
                  <a:gd name="T38" fmla="*/ 0 w 99"/>
                  <a:gd name="T39" fmla="*/ 45 h 311"/>
                  <a:gd name="T40" fmla="*/ 0 w 99"/>
                  <a:gd name="T41" fmla="*/ 32 h 311"/>
                  <a:gd name="T42" fmla="*/ 6 w 99"/>
                  <a:gd name="T43" fmla="*/ 16 h 311"/>
                  <a:gd name="T44" fmla="*/ 9 w 99"/>
                  <a:gd name="T45" fmla="*/ 0 h 311"/>
                  <a:gd name="T46" fmla="*/ 29 w 99"/>
                  <a:gd name="T47" fmla="*/ 22 h 311"/>
                  <a:gd name="T48" fmla="*/ 26 w 99"/>
                  <a:gd name="T49" fmla="*/ 32 h 311"/>
                  <a:gd name="T50" fmla="*/ 21 w 99"/>
                  <a:gd name="T51" fmla="*/ 48 h 311"/>
                  <a:gd name="T52" fmla="*/ 17 w 99"/>
                  <a:gd name="T53" fmla="*/ 62 h 311"/>
                  <a:gd name="T54" fmla="*/ 17 w 99"/>
                  <a:gd name="T55" fmla="*/ 74 h 311"/>
                  <a:gd name="T56" fmla="*/ 17 w 99"/>
                  <a:gd name="T57" fmla="*/ 84 h 311"/>
                  <a:gd name="T58" fmla="*/ 23 w 99"/>
                  <a:gd name="T59" fmla="*/ 100 h 311"/>
                  <a:gd name="T60" fmla="*/ 26 w 99"/>
                  <a:gd name="T61" fmla="*/ 110 h 311"/>
                  <a:gd name="T62" fmla="*/ 35 w 99"/>
                  <a:gd name="T63" fmla="*/ 119 h 311"/>
                  <a:gd name="T64" fmla="*/ 43 w 99"/>
                  <a:gd name="T65" fmla="*/ 129 h 311"/>
                  <a:gd name="T66" fmla="*/ 58 w 99"/>
                  <a:gd name="T67" fmla="*/ 142 h 311"/>
                  <a:gd name="T68" fmla="*/ 69 w 99"/>
                  <a:gd name="T69" fmla="*/ 154 h 311"/>
                  <a:gd name="T70" fmla="*/ 75 w 99"/>
                  <a:gd name="T71" fmla="*/ 168 h 311"/>
                  <a:gd name="T72" fmla="*/ 86 w 99"/>
                  <a:gd name="T73" fmla="*/ 187 h 311"/>
                  <a:gd name="T74" fmla="*/ 95 w 99"/>
                  <a:gd name="T75" fmla="*/ 200 h 311"/>
                  <a:gd name="T76" fmla="*/ 95 w 99"/>
                  <a:gd name="T77" fmla="*/ 210 h 311"/>
                  <a:gd name="T78" fmla="*/ 98 w 99"/>
                  <a:gd name="T79" fmla="*/ 226 h 311"/>
                  <a:gd name="T80" fmla="*/ 98 w 99"/>
                  <a:gd name="T81" fmla="*/ 248 h 311"/>
                  <a:gd name="T82" fmla="*/ 95 w 99"/>
                  <a:gd name="T83" fmla="*/ 262 h 311"/>
                  <a:gd name="T84" fmla="*/ 95 w 99"/>
                  <a:gd name="T85" fmla="*/ 278 h 311"/>
                  <a:gd name="T86" fmla="*/ 93 w 99"/>
                  <a:gd name="T87" fmla="*/ 288 h 311"/>
                  <a:gd name="T88" fmla="*/ 89 w 99"/>
                  <a:gd name="T89" fmla="*/ 300 h 311"/>
                  <a:gd name="T90" fmla="*/ 86 w 99"/>
                  <a:gd name="T91" fmla="*/ 310 h 311"/>
                  <a:gd name="T92" fmla="*/ 49 w 99"/>
                  <a:gd name="T93" fmla="*/ 304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99" h="311">
                    <a:moveTo>
                      <a:pt x="49" y="304"/>
                    </a:moveTo>
                    <a:lnTo>
                      <a:pt x="52" y="294"/>
                    </a:lnTo>
                    <a:lnTo>
                      <a:pt x="55" y="288"/>
                    </a:lnTo>
                    <a:lnTo>
                      <a:pt x="60" y="272"/>
                    </a:lnTo>
                    <a:lnTo>
                      <a:pt x="69" y="245"/>
                    </a:lnTo>
                    <a:lnTo>
                      <a:pt x="72" y="232"/>
                    </a:lnTo>
                    <a:lnTo>
                      <a:pt x="75" y="213"/>
                    </a:lnTo>
                    <a:lnTo>
                      <a:pt x="75" y="203"/>
                    </a:lnTo>
                    <a:lnTo>
                      <a:pt x="75" y="191"/>
                    </a:lnTo>
                    <a:lnTo>
                      <a:pt x="75" y="181"/>
                    </a:lnTo>
                    <a:lnTo>
                      <a:pt x="69" y="171"/>
                    </a:lnTo>
                    <a:lnTo>
                      <a:pt x="64" y="162"/>
                    </a:lnTo>
                    <a:lnTo>
                      <a:pt x="52" y="148"/>
                    </a:lnTo>
                    <a:lnTo>
                      <a:pt x="40" y="135"/>
                    </a:lnTo>
                    <a:lnTo>
                      <a:pt x="23" y="110"/>
                    </a:lnTo>
                    <a:lnTo>
                      <a:pt x="9" y="94"/>
                    </a:lnTo>
                    <a:lnTo>
                      <a:pt x="3" y="84"/>
                    </a:lnTo>
                    <a:lnTo>
                      <a:pt x="0" y="74"/>
                    </a:lnTo>
                    <a:lnTo>
                      <a:pt x="0" y="58"/>
                    </a:lnTo>
                    <a:lnTo>
                      <a:pt x="0" y="45"/>
                    </a:lnTo>
                    <a:lnTo>
                      <a:pt x="0" y="32"/>
                    </a:lnTo>
                    <a:lnTo>
                      <a:pt x="6" y="16"/>
                    </a:lnTo>
                    <a:lnTo>
                      <a:pt x="9" y="0"/>
                    </a:lnTo>
                    <a:lnTo>
                      <a:pt x="29" y="22"/>
                    </a:lnTo>
                    <a:lnTo>
                      <a:pt x="26" y="32"/>
                    </a:lnTo>
                    <a:lnTo>
                      <a:pt x="21" y="48"/>
                    </a:lnTo>
                    <a:lnTo>
                      <a:pt x="17" y="62"/>
                    </a:lnTo>
                    <a:lnTo>
                      <a:pt x="17" y="74"/>
                    </a:lnTo>
                    <a:lnTo>
                      <a:pt x="17" y="84"/>
                    </a:lnTo>
                    <a:lnTo>
                      <a:pt x="23" y="100"/>
                    </a:lnTo>
                    <a:lnTo>
                      <a:pt x="26" y="110"/>
                    </a:lnTo>
                    <a:lnTo>
                      <a:pt x="35" y="119"/>
                    </a:lnTo>
                    <a:lnTo>
                      <a:pt x="43" y="129"/>
                    </a:lnTo>
                    <a:lnTo>
                      <a:pt x="58" y="142"/>
                    </a:lnTo>
                    <a:lnTo>
                      <a:pt x="69" y="154"/>
                    </a:lnTo>
                    <a:lnTo>
                      <a:pt x="75" y="168"/>
                    </a:lnTo>
                    <a:lnTo>
                      <a:pt x="86" y="187"/>
                    </a:lnTo>
                    <a:lnTo>
                      <a:pt x="95" y="200"/>
                    </a:lnTo>
                    <a:lnTo>
                      <a:pt x="95" y="210"/>
                    </a:lnTo>
                    <a:lnTo>
                      <a:pt x="98" y="226"/>
                    </a:lnTo>
                    <a:lnTo>
                      <a:pt x="98" y="248"/>
                    </a:lnTo>
                    <a:lnTo>
                      <a:pt x="95" y="262"/>
                    </a:lnTo>
                    <a:lnTo>
                      <a:pt x="95" y="278"/>
                    </a:lnTo>
                    <a:lnTo>
                      <a:pt x="93" y="288"/>
                    </a:lnTo>
                    <a:lnTo>
                      <a:pt x="89" y="300"/>
                    </a:lnTo>
                    <a:lnTo>
                      <a:pt x="86" y="310"/>
                    </a:lnTo>
                    <a:lnTo>
                      <a:pt x="49" y="304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Freeform 5"/>
              <p:cNvSpPr>
                <a:spLocks/>
              </p:cNvSpPr>
              <p:nvPr/>
            </p:nvSpPr>
            <p:spPr bwMode="ltGray">
              <a:xfrm>
                <a:off x="262" y="2361"/>
                <a:ext cx="101" cy="309"/>
              </a:xfrm>
              <a:custGeom>
                <a:avLst/>
                <a:gdLst>
                  <a:gd name="T0" fmla="*/ 50 w 101"/>
                  <a:gd name="T1" fmla="*/ 305 h 309"/>
                  <a:gd name="T2" fmla="*/ 53 w 101"/>
                  <a:gd name="T3" fmla="*/ 296 h 309"/>
                  <a:gd name="T4" fmla="*/ 56 w 101"/>
                  <a:gd name="T5" fmla="*/ 292 h 309"/>
                  <a:gd name="T6" fmla="*/ 56 w 101"/>
                  <a:gd name="T7" fmla="*/ 286 h 309"/>
                  <a:gd name="T8" fmla="*/ 65 w 101"/>
                  <a:gd name="T9" fmla="*/ 270 h 309"/>
                  <a:gd name="T10" fmla="*/ 71 w 101"/>
                  <a:gd name="T11" fmla="*/ 247 h 309"/>
                  <a:gd name="T12" fmla="*/ 76 w 101"/>
                  <a:gd name="T13" fmla="*/ 231 h 309"/>
                  <a:gd name="T14" fmla="*/ 76 w 101"/>
                  <a:gd name="T15" fmla="*/ 215 h 309"/>
                  <a:gd name="T16" fmla="*/ 80 w 101"/>
                  <a:gd name="T17" fmla="*/ 202 h 309"/>
                  <a:gd name="T18" fmla="*/ 80 w 101"/>
                  <a:gd name="T19" fmla="*/ 188 h 309"/>
                  <a:gd name="T20" fmla="*/ 76 w 101"/>
                  <a:gd name="T21" fmla="*/ 178 h 309"/>
                  <a:gd name="T22" fmla="*/ 73 w 101"/>
                  <a:gd name="T23" fmla="*/ 172 h 309"/>
                  <a:gd name="T24" fmla="*/ 65 w 101"/>
                  <a:gd name="T25" fmla="*/ 159 h 309"/>
                  <a:gd name="T26" fmla="*/ 56 w 101"/>
                  <a:gd name="T27" fmla="*/ 146 h 309"/>
                  <a:gd name="T28" fmla="*/ 44 w 101"/>
                  <a:gd name="T29" fmla="*/ 134 h 309"/>
                  <a:gd name="T30" fmla="*/ 24 w 101"/>
                  <a:gd name="T31" fmla="*/ 110 h 309"/>
                  <a:gd name="T32" fmla="*/ 12 w 101"/>
                  <a:gd name="T33" fmla="*/ 91 h 309"/>
                  <a:gd name="T34" fmla="*/ 6 w 101"/>
                  <a:gd name="T35" fmla="*/ 81 h 309"/>
                  <a:gd name="T36" fmla="*/ 3 w 101"/>
                  <a:gd name="T37" fmla="*/ 72 h 309"/>
                  <a:gd name="T38" fmla="*/ 0 w 101"/>
                  <a:gd name="T39" fmla="*/ 56 h 309"/>
                  <a:gd name="T40" fmla="*/ 0 w 101"/>
                  <a:gd name="T41" fmla="*/ 43 h 309"/>
                  <a:gd name="T42" fmla="*/ 3 w 101"/>
                  <a:gd name="T43" fmla="*/ 32 h 309"/>
                  <a:gd name="T44" fmla="*/ 6 w 101"/>
                  <a:gd name="T45" fmla="*/ 13 h 309"/>
                  <a:gd name="T46" fmla="*/ 12 w 101"/>
                  <a:gd name="T47" fmla="*/ 0 h 309"/>
                  <a:gd name="T48" fmla="*/ 29 w 101"/>
                  <a:gd name="T49" fmla="*/ 20 h 309"/>
                  <a:gd name="T50" fmla="*/ 27 w 101"/>
                  <a:gd name="T51" fmla="*/ 29 h 309"/>
                  <a:gd name="T52" fmla="*/ 24 w 101"/>
                  <a:gd name="T53" fmla="*/ 46 h 309"/>
                  <a:gd name="T54" fmla="*/ 21 w 101"/>
                  <a:gd name="T55" fmla="*/ 59 h 309"/>
                  <a:gd name="T56" fmla="*/ 21 w 101"/>
                  <a:gd name="T57" fmla="*/ 72 h 309"/>
                  <a:gd name="T58" fmla="*/ 21 w 101"/>
                  <a:gd name="T59" fmla="*/ 85 h 309"/>
                  <a:gd name="T60" fmla="*/ 27 w 101"/>
                  <a:gd name="T61" fmla="*/ 97 h 309"/>
                  <a:gd name="T62" fmla="*/ 29 w 101"/>
                  <a:gd name="T63" fmla="*/ 110 h 309"/>
                  <a:gd name="T64" fmla="*/ 36 w 101"/>
                  <a:gd name="T65" fmla="*/ 118 h 309"/>
                  <a:gd name="T66" fmla="*/ 47 w 101"/>
                  <a:gd name="T67" fmla="*/ 127 h 309"/>
                  <a:gd name="T68" fmla="*/ 61 w 101"/>
                  <a:gd name="T69" fmla="*/ 140 h 309"/>
                  <a:gd name="T70" fmla="*/ 71 w 101"/>
                  <a:gd name="T71" fmla="*/ 153 h 309"/>
                  <a:gd name="T72" fmla="*/ 80 w 101"/>
                  <a:gd name="T73" fmla="*/ 166 h 309"/>
                  <a:gd name="T74" fmla="*/ 88 w 101"/>
                  <a:gd name="T75" fmla="*/ 185 h 309"/>
                  <a:gd name="T76" fmla="*/ 97 w 101"/>
                  <a:gd name="T77" fmla="*/ 199 h 309"/>
                  <a:gd name="T78" fmla="*/ 100 w 101"/>
                  <a:gd name="T79" fmla="*/ 208 h 309"/>
                  <a:gd name="T80" fmla="*/ 100 w 101"/>
                  <a:gd name="T81" fmla="*/ 227 h 309"/>
                  <a:gd name="T82" fmla="*/ 100 w 101"/>
                  <a:gd name="T83" fmla="*/ 247 h 309"/>
                  <a:gd name="T84" fmla="*/ 100 w 101"/>
                  <a:gd name="T85" fmla="*/ 259 h 309"/>
                  <a:gd name="T86" fmla="*/ 97 w 101"/>
                  <a:gd name="T87" fmla="*/ 276 h 309"/>
                  <a:gd name="T88" fmla="*/ 94 w 101"/>
                  <a:gd name="T89" fmla="*/ 286 h 309"/>
                  <a:gd name="T90" fmla="*/ 94 w 101"/>
                  <a:gd name="T91" fmla="*/ 299 h 309"/>
                  <a:gd name="T92" fmla="*/ 88 w 101"/>
                  <a:gd name="T93" fmla="*/ 308 h 309"/>
                  <a:gd name="T94" fmla="*/ 50 w 101"/>
                  <a:gd name="T95" fmla="*/ 305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1" h="309">
                    <a:moveTo>
                      <a:pt x="50" y="305"/>
                    </a:moveTo>
                    <a:lnTo>
                      <a:pt x="53" y="296"/>
                    </a:lnTo>
                    <a:lnTo>
                      <a:pt x="56" y="292"/>
                    </a:lnTo>
                    <a:lnTo>
                      <a:pt x="56" y="286"/>
                    </a:lnTo>
                    <a:lnTo>
                      <a:pt x="65" y="270"/>
                    </a:lnTo>
                    <a:lnTo>
                      <a:pt x="71" y="247"/>
                    </a:lnTo>
                    <a:lnTo>
                      <a:pt x="76" y="231"/>
                    </a:lnTo>
                    <a:lnTo>
                      <a:pt x="76" y="215"/>
                    </a:lnTo>
                    <a:lnTo>
                      <a:pt x="80" y="202"/>
                    </a:lnTo>
                    <a:lnTo>
                      <a:pt x="80" y="188"/>
                    </a:lnTo>
                    <a:lnTo>
                      <a:pt x="76" y="178"/>
                    </a:lnTo>
                    <a:lnTo>
                      <a:pt x="73" y="172"/>
                    </a:lnTo>
                    <a:lnTo>
                      <a:pt x="65" y="159"/>
                    </a:lnTo>
                    <a:lnTo>
                      <a:pt x="56" y="146"/>
                    </a:lnTo>
                    <a:lnTo>
                      <a:pt x="44" y="134"/>
                    </a:lnTo>
                    <a:lnTo>
                      <a:pt x="24" y="110"/>
                    </a:lnTo>
                    <a:lnTo>
                      <a:pt x="12" y="91"/>
                    </a:lnTo>
                    <a:lnTo>
                      <a:pt x="6" y="81"/>
                    </a:lnTo>
                    <a:lnTo>
                      <a:pt x="3" y="72"/>
                    </a:lnTo>
                    <a:lnTo>
                      <a:pt x="0" y="56"/>
                    </a:lnTo>
                    <a:lnTo>
                      <a:pt x="0" y="43"/>
                    </a:lnTo>
                    <a:lnTo>
                      <a:pt x="3" y="32"/>
                    </a:lnTo>
                    <a:lnTo>
                      <a:pt x="6" y="13"/>
                    </a:lnTo>
                    <a:lnTo>
                      <a:pt x="12" y="0"/>
                    </a:lnTo>
                    <a:lnTo>
                      <a:pt x="29" y="20"/>
                    </a:lnTo>
                    <a:lnTo>
                      <a:pt x="27" y="29"/>
                    </a:lnTo>
                    <a:lnTo>
                      <a:pt x="24" y="46"/>
                    </a:lnTo>
                    <a:lnTo>
                      <a:pt x="21" y="59"/>
                    </a:lnTo>
                    <a:lnTo>
                      <a:pt x="21" y="72"/>
                    </a:lnTo>
                    <a:lnTo>
                      <a:pt x="21" y="85"/>
                    </a:lnTo>
                    <a:lnTo>
                      <a:pt x="27" y="97"/>
                    </a:lnTo>
                    <a:lnTo>
                      <a:pt x="29" y="110"/>
                    </a:lnTo>
                    <a:lnTo>
                      <a:pt x="36" y="118"/>
                    </a:lnTo>
                    <a:lnTo>
                      <a:pt x="47" y="127"/>
                    </a:lnTo>
                    <a:lnTo>
                      <a:pt x="61" y="140"/>
                    </a:lnTo>
                    <a:lnTo>
                      <a:pt x="71" y="153"/>
                    </a:lnTo>
                    <a:lnTo>
                      <a:pt x="80" y="166"/>
                    </a:lnTo>
                    <a:lnTo>
                      <a:pt x="88" y="185"/>
                    </a:lnTo>
                    <a:lnTo>
                      <a:pt x="97" y="199"/>
                    </a:lnTo>
                    <a:lnTo>
                      <a:pt x="100" y="208"/>
                    </a:lnTo>
                    <a:lnTo>
                      <a:pt x="100" y="227"/>
                    </a:lnTo>
                    <a:lnTo>
                      <a:pt x="100" y="247"/>
                    </a:lnTo>
                    <a:lnTo>
                      <a:pt x="100" y="259"/>
                    </a:lnTo>
                    <a:lnTo>
                      <a:pt x="97" y="276"/>
                    </a:lnTo>
                    <a:lnTo>
                      <a:pt x="94" y="286"/>
                    </a:lnTo>
                    <a:lnTo>
                      <a:pt x="94" y="299"/>
                    </a:lnTo>
                    <a:lnTo>
                      <a:pt x="88" y="308"/>
                    </a:lnTo>
                    <a:lnTo>
                      <a:pt x="50" y="305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Freeform 6"/>
              <p:cNvSpPr>
                <a:spLocks/>
              </p:cNvSpPr>
              <p:nvPr/>
            </p:nvSpPr>
            <p:spPr bwMode="ltGray">
              <a:xfrm>
                <a:off x="5204" y="0"/>
                <a:ext cx="103" cy="312"/>
              </a:xfrm>
              <a:custGeom>
                <a:avLst/>
                <a:gdLst>
                  <a:gd name="T0" fmla="*/ 49 w 103"/>
                  <a:gd name="T1" fmla="*/ 305 h 312"/>
                  <a:gd name="T2" fmla="*/ 56 w 103"/>
                  <a:gd name="T3" fmla="*/ 295 h 312"/>
                  <a:gd name="T4" fmla="*/ 56 w 103"/>
                  <a:gd name="T5" fmla="*/ 292 h 312"/>
                  <a:gd name="T6" fmla="*/ 58 w 103"/>
                  <a:gd name="T7" fmla="*/ 286 h 312"/>
                  <a:gd name="T8" fmla="*/ 64 w 103"/>
                  <a:gd name="T9" fmla="*/ 269 h 312"/>
                  <a:gd name="T10" fmla="*/ 70 w 103"/>
                  <a:gd name="T11" fmla="*/ 246 h 312"/>
                  <a:gd name="T12" fmla="*/ 76 w 103"/>
                  <a:gd name="T13" fmla="*/ 234 h 312"/>
                  <a:gd name="T14" fmla="*/ 78 w 103"/>
                  <a:gd name="T15" fmla="*/ 214 h 312"/>
                  <a:gd name="T16" fmla="*/ 78 w 103"/>
                  <a:gd name="T17" fmla="*/ 202 h 312"/>
                  <a:gd name="T18" fmla="*/ 78 w 103"/>
                  <a:gd name="T19" fmla="*/ 191 h 312"/>
                  <a:gd name="T20" fmla="*/ 76 w 103"/>
                  <a:gd name="T21" fmla="*/ 178 h 312"/>
                  <a:gd name="T22" fmla="*/ 73 w 103"/>
                  <a:gd name="T23" fmla="*/ 172 h 312"/>
                  <a:gd name="T24" fmla="*/ 64 w 103"/>
                  <a:gd name="T25" fmla="*/ 159 h 312"/>
                  <a:gd name="T26" fmla="*/ 56 w 103"/>
                  <a:gd name="T27" fmla="*/ 146 h 312"/>
                  <a:gd name="T28" fmla="*/ 44 w 103"/>
                  <a:gd name="T29" fmla="*/ 133 h 312"/>
                  <a:gd name="T30" fmla="*/ 23 w 103"/>
                  <a:gd name="T31" fmla="*/ 110 h 312"/>
                  <a:gd name="T32" fmla="*/ 12 w 103"/>
                  <a:gd name="T33" fmla="*/ 94 h 312"/>
                  <a:gd name="T34" fmla="*/ 5 w 103"/>
                  <a:gd name="T35" fmla="*/ 81 h 312"/>
                  <a:gd name="T36" fmla="*/ 3 w 103"/>
                  <a:gd name="T37" fmla="*/ 72 h 312"/>
                  <a:gd name="T38" fmla="*/ 0 w 103"/>
                  <a:gd name="T39" fmla="*/ 56 h 312"/>
                  <a:gd name="T40" fmla="*/ 0 w 103"/>
                  <a:gd name="T41" fmla="*/ 43 h 312"/>
                  <a:gd name="T42" fmla="*/ 3 w 103"/>
                  <a:gd name="T43" fmla="*/ 32 h 312"/>
                  <a:gd name="T44" fmla="*/ 5 w 103"/>
                  <a:gd name="T45" fmla="*/ 16 h 312"/>
                  <a:gd name="T46" fmla="*/ 12 w 103"/>
                  <a:gd name="T47" fmla="*/ 0 h 312"/>
                  <a:gd name="T48" fmla="*/ 32 w 103"/>
                  <a:gd name="T49" fmla="*/ 19 h 312"/>
                  <a:gd name="T50" fmla="*/ 26 w 103"/>
                  <a:gd name="T51" fmla="*/ 32 h 312"/>
                  <a:gd name="T52" fmla="*/ 23 w 103"/>
                  <a:gd name="T53" fmla="*/ 46 h 312"/>
                  <a:gd name="T54" fmla="*/ 20 w 103"/>
                  <a:gd name="T55" fmla="*/ 59 h 312"/>
                  <a:gd name="T56" fmla="*/ 20 w 103"/>
                  <a:gd name="T57" fmla="*/ 72 h 312"/>
                  <a:gd name="T58" fmla="*/ 20 w 103"/>
                  <a:gd name="T59" fmla="*/ 84 h 312"/>
                  <a:gd name="T60" fmla="*/ 26 w 103"/>
                  <a:gd name="T61" fmla="*/ 100 h 312"/>
                  <a:gd name="T62" fmla="*/ 29 w 103"/>
                  <a:gd name="T63" fmla="*/ 110 h 312"/>
                  <a:gd name="T64" fmla="*/ 35 w 103"/>
                  <a:gd name="T65" fmla="*/ 121 h 312"/>
                  <a:gd name="T66" fmla="*/ 46 w 103"/>
                  <a:gd name="T67" fmla="*/ 127 h 312"/>
                  <a:gd name="T68" fmla="*/ 61 w 103"/>
                  <a:gd name="T69" fmla="*/ 143 h 312"/>
                  <a:gd name="T70" fmla="*/ 73 w 103"/>
                  <a:gd name="T71" fmla="*/ 156 h 312"/>
                  <a:gd name="T72" fmla="*/ 78 w 103"/>
                  <a:gd name="T73" fmla="*/ 165 h 312"/>
                  <a:gd name="T74" fmla="*/ 90 w 103"/>
                  <a:gd name="T75" fmla="*/ 185 h 312"/>
                  <a:gd name="T76" fmla="*/ 96 w 103"/>
                  <a:gd name="T77" fmla="*/ 198 h 312"/>
                  <a:gd name="T78" fmla="*/ 99 w 103"/>
                  <a:gd name="T79" fmla="*/ 208 h 312"/>
                  <a:gd name="T80" fmla="*/ 102 w 103"/>
                  <a:gd name="T81" fmla="*/ 227 h 312"/>
                  <a:gd name="T82" fmla="*/ 102 w 103"/>
                  <a:gd name="T83" fmla="*/ 246 h 312"/>
                  <a:gd name="T84" fmla="*/ 99 w 103"/>
                  <a:gd name="T85" fmla="*/ 259 h 312"/>
                  <a:gd name="T86" fmla="*/ 99 w 103"/>
                  <a:gd name="T87" fmla="*/ 276 h 312"/>
                  <a:gd name="T88" fmla="*/ 96 w 103"/>
                  <a:gd name="T89" fmla="*/ 289 h 312"/>
                  <a:gd name="T90" fmla="*/ 93 w 103"/>
                  <a:gd name="T91" fmla="*/ 302 h 312"/>
                  <a:gd name="T92" fmla="*/ 87 w 103"/>
                  <a:gd name="T93" fmla="*/ 311 h 312"/>
                  <a:gd name="T94" fmla="*/ 49 w 103"/>
                  <a:gd name="T95" fmla="*/ 305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3" h="312">
                    <a:moveTo>
                      <a:pt x="49" y="305"/>
                    </a:moveTo>
                    <a:lnTo>
                      <a:pt x="56" y="295"/>
                    </a:lnTo>
                    <a:lnTo>
                      <a:pt x="56" y="292"/>
                    </a:lnTo>
                    <a:lnTo>
                      <a:pt x="58" y="286"/>
                    </a:lnTo>
                    <a:lnTo>
                      <a:pt x="64" y="269"/>
                    </a:lnTo>
                    <a:lnTo>
                      <a:pt x="70" y="246"/>
                    </a:lnTo>
                    <a:lnTo>
                      <a:pt x="76" y="234"/>
                    </a:lnTo>
                    <a:lnTo>
                      <a:pt x="78" y="214"/>
                    </a:lnTo>
                    <a:lnTo>
                      <a:pt x="78" y="202"/>
                    </a:lnTo>
                    <a:lnTo>
                      <a:pt x="78" y="191"/>
                    </a:lnTo>
                    <a:lnTo>
                      <a:pt x="76" y="178"/>
                    </a:lnTo>
                    <a:lnTo>
                      <a:pt x="73" y="172"/>
                    </a:lnTo>
                    <a:lnTo>
                      <a:pt x="64" y="159"/>
                    </a:lnTo>
                    <a:lnTo>
                      <a:pt x="56" y="146"/>
                    </a:lnTo>
                    <a:lnTo>
                      <a:pt x="44" y="133"/>
                    </a:lnTo>
                    <a:lnTo>
                      <a:pt x="23" y="110"/>
                    </a:lnTo>
                    <a:lnTo>
                      <a:pt x="12" y="94"/>
                    </a:lnTo>
                    <a:lnTo>
                      <a:pt x="5" y="81"/>
                    </a:lnTo>
                    <a:lnTo>
                      <a:pt x="3" y="72"/>
                    </a:lnTo>
                    <a:lnTo>
                      <a:pt x="0" y="56"/>
                    </a:lnTo>
                    <a:lnTo>
                      <a:pt x="0" y="43"/>
                    </a:lnTo>
                    <a:lnTo>
                      <a:pt x="3" y="32"/>
                    </a:lnTo>
                    <a:lnTo>
                      <a:pt x="5" y="16"/>
                    </a:lnTo>
                    <a:lnTo>
                      <a:pt x="12" y="0"/>
                    </a:lnTo>
                    <a:lnTo>
                      <a:pt x="32" y="19"/>
                    </a:lnTo>
                    <a:lnTo>
                      <a:pt x="26" y="32"/>
                    </a:lnTo>
                    <a:lnTo>
                      <a:pt x="23" y="46"/>
                    </a:lnTo>
                    <a:lnTo>
                      <a:pt x="20" y="59"/>
                    </a:lnTo>
                    <a:lnTo>
                      <a:pt x="20" y="72"/>
                    </a:lnTo>
                    <a:lnTo>
                      <a:pt x="20" y="84"/>
                    </a:lnTo>
                    <a:lnTo>
                      <a:pt x="26" y="100"/>
                    </a:lnTo>
                    <a:lnTo>
                      <a:pt x="29" y="110"/>
                    </a:lnTo>
                    <a:lnTo>
                      <a:pt x="35" y="121"/>
                    </a:lnTo>
                    <a:lnTo>
                      <a:pt x="46" y="127"/>
                    </a:lnTo>
                    <a:lnTo>
                      <a:pt x="61" y="143"/>
                    </a:lnTo>
                    <a:lnTo>
                      <a:pt x="73" y="156"/>
                    </a:lnTo>
                    <a:lnTo>
                      <a:pt x="78" y="165"/>
                    </a:lnTo>
                    <a:lnTo>
                      <a:pt x="90" y="185"/>
                    </a:lnTo>
                    <a:lnTo>
                      <a:pt x="96" y="198"/>
                    </a:lnTo>
                    <a:lnTo>
                      <a:pt x="99" y="208"/>
                    </a:lnTo>
                    <a:lnTo>
                      <a:pt x="102" y="227"/>
                    </a:lnTo>
                    <a:lnTo>
                      <a:pt x="102" y="246"/>
                    </a:lnTo>
                    <a:lnTo>
                      <a:pt x="99" y="259"/>
                    </a:lnTo>
                    <a:lnTo>
                      <a:pt x="99" y="276"/>
                    </a:lnTo>
                    <a:lnTo>
                      <a:pt x="96" y="289"/>
                    </a:lnTo>
                    <a:lnTo>
                      <a:pt x="93" y="302"/>
                    </a:lnTo>
                    <a:lnTo>
                      <a:pt x="87" y="311"/>
                    </a:lnTo>
                    <a:lnTo>
                      <a:pt x="49" y="305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Freeform 7"/>
              <p:cNvSpPr>
                <a:spLocks/>
              </p:cNvSpPr>
              <p:nvPr/>
            </p:nvSpPr>
            <p:spPr bwMode="ltGray">
              <a:xfrm>
                <a:off x="5358" y="2133"/>
                <a:ext cx="229" cy="114"/>
              </a:xfrm>
              <a:custGeom>
                <a:avLst/>
                <a:gdLst>
                  <a:gd name="T0" fmla="*/ 0 w 229"/>
                  <a:gd name="T1" fmla="*/ 110 h 114"/>
                  <a:gd name="T2" fmla="*/ 6 w 229"/>
                  <a:gd name="T3" fmla="*/ 113 h 114"/>
                  <a:gd name="T4" fmla="*/ 18 w 229"/>
                  <a:gd name="T5" fmla="*/ 113 h 114"/>
                  <a:gd name="T6" fmla="*/ 28 w 229"/>
                  <a:gd name="T7" fmla="*/ 113 h 114"/>
                  <a:gd name="T8" fmla="*/ 36 w 229"/>
                  <a:gd name="T9" fmla="*/ 110 h 114"/>
                  <a:gd name="T10" fmla="*/ 48 w 229"/>
                  <a:gd name="T11" fmla="*/ 107 h 114"/>
                  <a:gd name="T12" fmla="*/ 58 w 229"/>
                  <a:gd name="T13" fmla="*/ 103 h 114"/>
                  <a:gd name="T14" fmla="*/ 64 w 229"/>
                  <a:gd name="T15" fmla="*/ 101 h 114"/>
                  <a:gd name="T16" fmla="*/ 69 w 229"/>
                  <a:gd name="T17" fmla="*/ 92 h 114"/>
                  <a:gd name="T18" fmla="*/ 76 w 229"/>
                  <a:gd name="T19" fmla="*/ 82 h 114"/>
                  <a:gd name="T20" fmla="*/ 79 w 229"/>
                  <a:gd name="T21" fmla="*/ 77 h 114"/>
                  <a:gd name="T22" fmla="*/ 82 w 229"/>
                  <a:gd name="T23" fmla="*/ 70 h 114"/>
                  <a:gd name="T24" fmla="*/ 94 w 229"/>
                  <a:gd name="T25" fmla="*/ 55 h 114"/>
                  <a:gd name="T26" fmla="*/ 106 w 229"/>
                  <a:gd name="T27" fmla="*/ 39 h 114"/>
                  <a:gd name="T28" fmla="*/ 115 w 229"/>
                  <a:gd name="T29" fmla="*/ 36 h 114"/>
                  <a:gd name="T30" fmla="*/ 130 w 229"/>
                  <a:gd name="T31" fmla="*/ 31 h 114"/>
                  <a:gd name="T32" fmla="*/ 143 w 229"/>
                  <a:gd name="T33" fmla="*/ 24 h 114"/>
                  <a:gd name="T34" fmla="*/ 155 w 229"/>
                  <a:gd name="T35" fmla="*/ 21 h 114"/>
                  <a:gd name="T36" fmla="*/ 164 w 229"/>
                  <a:gd name="T37" fmla="*/ 18 h 114"/>
                  <a:gd name="T38" fmla="*/ 176 w 229"/>
                  <a:gd name="T39" fmla="*/ 21 h 114"/>
                  <a:gd name="T40" fmla="*/ 191 w 229"/>
                  <a:gd name="T41" fmla="*/ 24 h 114"/>
                  <a:gd name="T42" fmla="*/ 206 w 229"/>
                  <a:gd name="T43" fmla="*/ 31 h 114"/>
                  <a:gd name="T44" fmla="*/ 213 w 229"/>
                  <a:gd name="T45" fmla="*/ 36 h 114"/>
                  <a:gd name="T46" fmla="*/ 219 w 229"/>
                  <a:gd name="T47" fmla="*/ 42 h 114"/>
                  <a:gd name="T48" fmla="*/ 228 w 229"/>
                  <a:gd name="T49" fmla="*/ 11 h 114"/>
                  <a:gd name="T50" fmla="*/ 221 w 229"/>
                  <a:gd name="T51" fmla="*/ 9 h 114"/>
                  <a:gd name="T52" fmla="*/ 206 w 229"/>
                  <a:gd name="T53" fmla="*/ 3 h 114"/>
                  <a:gd name="T54" fmla="*/ 195 w 229"/>
                  <a:gd name="T55" fmla="*/ 0 h 114"/>
                  <a:gd name="T56" fmla="*/ 180 w 229"/>
                  <a:gd name="T57" fmla="*/ 0 h 114"/>
                  <a:gd name="T58" fmla="*/ 167 w 229"/>
                  <a:gd name="T59" fmla="*/ 0 h 114"/>
                  <a:gd name="T60" fmla="*/ 155 w 229"/>
                  <a:gd name="T61" fmla="*/ 3 h 114"/>
                  <a:gd name="T62" fmla="*/ 140 w 229"/>
                  <a:gd name="T63" fmla="*/ 9 h 114"/>
                  <a:gd name="T64" fmla="*/ 127 w 229"/>
                  <a:gd name="T65" fmla="*/ 15 h 114"/>
                  <a:gd name="T66" fmla="*/ 124 w 229"/>
                  <a:gd name="T67" fmla="*/ 18 h 114"/>
                  <a:gd name="T68" fmla="*/ 109 w 229"/>
                  <a:gd name="T69" fmla="*/ 31 h 114"/>
                  <a:gd name="T70" fmla="*/ 97 w 229"/>
                  <a:gd name="T71" fmla="*/ 42 h 114"/>
                  <a:gd name="T72" fmla="*/ 88 w 229"/>
                  <a:gd name="T73" fmla="*/ 55 h 114"/>
                  <a:gd name="T74" fmla="*/ 76 w 229"/>
                  <a:gd name="T75" fmla="*/ 67 h 114"/>
                  <a:gd name="T76" fmla="*/ 69 w 229"/>
                  <a:gd name="T77" fmla="*/ 73 h 114"/>
                  <a:gd name="T78" fmla="*/ 61 w 229"/>
                  <a:gd name="T79" fmla="*/ 82 h 114"/>
                  <a:gd name="T80" fmla="*/ 51 w 229"/>
                  <a:gd name="T81" fmla="*/ 85 h 114"/>
                  <a:gd name="T82" fmla="*/ 43 w 229"/>
                  <a:gd name="T83" fmla="*/ 88 h 114"/>
                  <a:gd name="T84" fmla="*/ 30 w 229"/>
                  <a:gd name="T85" fmla="*/ 88 h 114"/>
                  <a:gd name="T86" fmla="*/ 24 w 229"/>
                  <a:gd name="T87" fmla="*/ 88 h 114"/>
                  <a:gd name="T88" fmla="*/ 18 w 229"/>
                  <a:gd name="T89" fmla="*/ 85 h 114"/>
                  <a:gd name="T90" fmla="*/ 6 w 229"/>
                  <a:gd name="T91" fmla="*/ 79 h 114"/>
                  <a:gd name="T92" fmla="*/ 0 w 229"/>
                  <a:gd name="T93" fmla="*/ 11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29" h="114">
                    <a:moveTo>
                      <a:pt x="0" y="110"/>
                    </a:moveTo>
                    <a:lnTo>
                      <a:pt x="6" y="113"/>
                    </a:lnTo>
                    <a:lnTo>
                      <a:pt x="18" y="113"/>
                    </a:lnTo>
                    <a:lnTo>
                      <a:pt x="28" y="113"/>
                    </a:lnTo>
                    <a:lnTo>
                      <a:pt x="36" y="110"/>
                    </a:lnTo>
                    <a:lnTo>
                      <a:pt x="48" y="107"/>
                    </a:lnTo>
                    <a:lnTo>
                      <a:pt x="58" y="103"/>
                    </a:lnTo>
                    <a:lnTo>
                      <a:pt x="64" y="101"/>
                    </a:lnTo>
                    <a:lnTo>
                      <a:pt x="69" y="92"/>
                    </a:lnTo>
                    <a:lnTo>
                      <a:pt x="76" y="82"/>
                    </a:lnTo>
                    <a:lnTo>
                      <a:pt x="79" y="77"/>
                    </a:lnTo>
                    <a:lnTo>
                      <a:pt x="82" y="70"/>
                    </a:lnTo>
                    <a:lnTo>
                      <a:pt x="94" y="55"/>
                    </a:lnTo>
                    <a:lnTo>
                      <a:pt x="106" y="39"/>
                    </a:lnTo>
                    <a:lnTo>
                      <a:pt x="115" y="36"/>
                    </a:lnTo>
                    <a:lnTo>
                      <a:pt x="130" y="31"/>
                    </a:lnTo>
                    <a:lnTo>
                      <a:pt x="143" y="24"/>
                    </a:lnTo>
                    <a:lnTo>
                      <a:pt x="155" y="21"/>
                    </a:lnTo>
                    <a:lnTo>
                      <a:pt x="164" y="18"/>
                    </a:lnTo>
                    <a:lnTo>
                      <a:pt x="176" y="21"/>
                    </a:lnTo>
                    <a:lnTo>
                      <a:pt x="191" y="24"/>
                    </a:lnTo>
                    <a:lnTo>
                      <a:pt x="206" y="31"/>
                    </a:lnTo>
                    <a:lnTo>
                      <a:pt x="213" y="36"/>
                    </a:lnTo>
                    <a:lnTo>
                      <a:pt x="219" y="42"/>
                    </a:lnTo>
                    <a:lnTo>
                      <a:pt x="228" y="11"/>
                    </a:lnTo>
                    <a:lnTo>
                      <a:pt x="221" y="9"/>
                    </a:lnTo>
                    <a:lnTo>
                      <a:pt x="206" y="3"/>
                    </a:lnTo>
                    <a:lnTo>
                      <a:pt x="195" y="0"/>
                    </a:lnTo>
                    <a:lnTo>
                      <a:pt x="180" y="0"/>
                    </a:lnTo>
                    <a:lnTo>
                      <a:pt x="167" y="0"/>
                    </a:lnTo>
                    <a:lnTo>
                      <a:pt x="155" y="3"/>
                    </a:lnTo>
                    <a:lnTo>
                      <a:pt x="140" y="9"/>
                    </a:lnTo>
                    <a:lnTo>
                      <a:pt x="127" y="15"/>
                    </a:lnTo>
                    <a:lnTo>
                      <a:pt x="124" y="18"/>
                    </a:lnTo>
                    <a:lnTo>
                      <a:pt x="109" y="31"/>
                    </a:lnTo>
                    <a:lnTo>
                      <a:pt x="97" y="42"/>
                    </a:lnTo>
                    <a:lnTo>
                      <a:pt x="88" y="55"/>
                    </a:lnTo>
                    <a:lnTo>
                      <a:pt x="76" y="67"/>
                    </a:lnTo>
                    <a:lnTo>
                      <a:pt x="69" y="73"/>
                    </a:lnTo>
                    <a:lnTo>
                      <a:pt x="61" y="82"/>
                    </a:lnTo>
                    <a:lnTo>
                      <a:pt x="51" y="85"/>
                    </a:lnTo>
                    <a:lnTo>
                      <a:pt x="43" y="88"/>
                    </a:lnTo>
                    <a:lnTo>
                      <a:pt x="30" y="88"/>
                    </a:lnTo>
                    <a:lnTo>
                      <a:pt x="24" y="88"/>
                    </a:lnTo>
                    <a:lnTo>
                      <a:pt x="18" y="85"/>
                    </a:lnTo>
                    <a:lnTo>
                      <a:pt x="6" y="79"/>
                    </a:lnTo>
                    <a:lnTo>
                      <a:pt x="0" y="11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Freeform 8"/>
              <p:cNvSpPr>
                <a:spLocks/>
              </p:cNvSpPr>
              <p:nvPr/>
            </p:nvSpPr>
            <p:spPr bwMode="ltGray">
              <a:xfrm>
                <a:off x="43" y="1862"/>
                <a:ext cx="233" cy="119"/>
              </a:xfrm>
              <a:custGeom>
                <a:avLst/>
                <a:gdLst>
                  <a:gd name="T0" fmla="*/ 0 w 233"/>
                  <a:gd name="T1" fmla="*/ 115 h 119"/>
                  <a:gd name="T2" fmla="*/ 7 w 233"/>
                  <a:gd name="T3" fmla="*/ 118 h 119"/>
                  <a:gd name="T4" fmla="*/ 19 w 233"/>
                  <a:gd name="T5" fmla="*/ 118 h 119"/>
                  <a:gd name="T6" fmla="*/ 28 w 233"/>
                  <a:gd name="T7" fmla="*/ 118 h 119"/>
                  <a:gd name="T8" fmla="*/ 40 w 233"/>
                  <a:gd name="T9" fmla="*/ 118 h 119"/>
                  <a:gd name="T10" fmla="*/ 49 w 233"/>
                  <a:gd name="T11" fmla="*/ 111 h 119"/>
                  <a:gd name="T12" fmla="*/ 58 w 233"/>
                  <a:gd name="T13" fmla="*/ 108 h 119"/>
                  <a:gd name="T14" fmla="*/ 65 w 233"/>
                  <a:gd name="T15" fmla="*/ 105 h 119"/>
                  <a:gd name="T16" fmla="*/ 73 w 233"/>
                  <a:gd name="T17" fmla="*/ 95 h 119"/>
                  <a:gd name="T18" fmla="*/ 76 w 233"/>
                  <a:gd name="T19" fmla="*/ 86 h 119"/>
                  <a:gd name="T20" fmla="*/ 83 w 233"/>
                  <a:gd name="T21" fmla="*/ 79 h 119"/>
                  <a:gd name="T22" fmla="*/ 86 w 233"/>
                  <a:gd name="T23" fmla="*/ 73 h 119"/>
                  <a:gd name="T24" fmla="*/ 95 w 233"/>
                  <a:gd name="T25" fmla="*/ 58 h 119"/>
                  <a:gd name="T26" fmla="*/ 110 w 233"/>
                  <a:gd name="T27" fmla="*/ 45 h 119"/>
                  <a:gd name="T28" fmla="*/ 116 w 233"/>
                  <a:gd name="T29" fmla="*/ 39 h 119"/>
                  <a:gd name="T30" fmla="*/ 131 w 233"/>
                  <a:gd name="T31" fmla="*/ 32 h 119"/>
                  <a:gd name="T32" fmla="*/ 146 w 233"/>
                  <a:gd name="T33" fmla="*/ 26 h 119"/>
                  <a:gd name="T34" fmla="*/ 156 w 233"/>
                  <a:gd name="T35" fmla="*/ 23 h 119"/>
                  <a:gd name="T36" fmla="*/ 164 w 233"/>
                  <a:gd name="T37" fmla="*/ 23 h 119"/>
                  <a:gd name="T38" fmla="*/ 177 w 233"/>
                  <a:gd name="T39" fmla="*/ 23 h 119"/>
                  <a:gd name="T40" fmla="*/ 192 w 233"/>
                  <a:gd name="T41" fmla="*/ 26 h 119"/>
                  <a:gd name="T42" fmla="*/ 207 w 233"/>
                  <a:gd name="T43" fmla="*/ 32 h 119"/>
                  <a:gd name="T44" fmla="*/ 217 w 233"/>
                  <a:gd name="T45" fmla="*/ 42 h 119"/>
                  <a:gd name="T46" fmla="*/ 220 w 233"/>
                  <a:gd name="T47" fmla="*/ 48 h 119"/>
                  <a:gd name="T48" fmla="*/ 232 w 233"/>
                  <a:gd name="T49" fmla="*/ 16 h 119"/>
                  <a:gd name="T50" fmla="*/ 222 w 233"/>
                  <a:gd name="T51" fmla="*/ 10 h 119"/>
                  <a:gd name="T52" fmla="*/ 210 w 233"/>
                  <a:gd name="T53" fmla="*/ 4 h 119"/>
                  <a:gd name="T54" fmla="*/ 195 w 233"/>
                  <a:gd name="T55" fmla="*/ 4 h 119"/>
                  <a:gd name="T56" fmla="*/ 183 w 233"/>
                  <a:gd name="T57" fmla="*/ 0 h 119"/>
                  <a:gd name="T58" fmla="*/ 167 w 233"/>
                  <a:gd name="T59" fmla="*/ 0 h 119"/>
                  <a:gd name="T60" fmla="*/ 156 w 233"/>
                  <a:gd name="T61" fmla="*/ 4 h 119"/>
                  <a:gd name="T62" fmla="*/ 141 w 233"/>
                  <a:gd name="T63" fmla="*/ 10 h 119"/>
                  <a:gd name="T64" fmla="*/ 131 w 233"/>
                  <a:gd name="T65" fmla="*/ 16 h 119"/>
                  <a:gd name="T66" fmla="*/ 126 w 233"/>
                  <a:gd name="T67" fmla="*/ 20 h 119"/>
                  <a:gd name="T68" fmla="*/ 110 w 233"/>
                  <a:gd name="T69" fmla="*/ 32 h 119"/>
                  <a:gd name="T70" fmla="*/ 101 w 233"/>
                  <a:gd name="T71" fmla="*/ 45 h 119"/>
                  <a:gd name="T72" fmla="*/ 88 w 233"/>
                  <a:gd name="T73" fmla="*/ 58 h 119"/>
                  <a:gd name="T74" fmla="*/ 80 w 233"/>
                  <a:gd name="T75" fmla="*/ 70 h 119"/>
                  <a:gd name="T76" fmla="*/ 73 w 233"/>
                  <a:gd name="T77" fmla="*/ 79 h 119"/>
                  <a:gd name="T78" fmla="*/ 61 w 233"/>
                  <a:gd name="T79" fmla="*/ 86 h 119"/>
                  <a:gd name="T80" fmla="*/ 52 w 233"/>
                  <a:gd name="T81" fmla="*/ 89 h 119"/>
                  <a:gd name="T82" fmla="*/ 43 w 233"/>
                  <a:gd name="T83" fmla="*/ 92 h 119"/>
                  <a:gd name="T84" fmla="*/ 34 w 233"/>
                  <a:gd name="T85" fmla="*/ 92 h 119"/>
                  <a:gd name="T86" fmla="*/ 25 w 233"/>
                  <a:gd name="T87" fmla="*/ 92 h 119"/>
                  <a:gd name="T88" fmla="*/ 19 w 233"/>
                  <a:gd name="T89" fmla="*/ 89 h 119"/>
                  <a:gd name="T90" fmla="*/ 7 w 233"/>
                  <a:gd name="T91" fmla="*/ 83 h 119"/>
                  <a:gd name="T92" fmla="*/ 0 w 233"/>
                  <a:gd name="T93" fmla="*/ 115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33" h="119">
                    <a:moveTo>
                      <a:pt x="0" y="115"/>
                    </a:moveTo>
                    <a:lnTo>
                      <a:pt x="7" y="118"/>
                    </a:lnTo>
                    <a:lnTo>
                      <a:pt x="19" y="118"/>
                    </a:lnTo>
                    <a:lnTo>
                      <a:pt x="28" y="118"/>
                    </a:lnTo>
                    <a:lnTo>
                      <a:pt x="40" y="118"/>
                    </a:lnTo>
                    <a:lnTo>
                      <a:pt x="49" y="111"/>
                    </a:lnTo>
                    <a:lnTo>
                      <a:pt x="58" y="108"/>
                    </a:lnTo>
                    <a:lnTo>
                      <a:pt x="65" y="105"/>
                    </a:lnTo>
                    <a:lnTo>
                      <a:pt x="73" y="95"/>
                    </a:lnTo>
                    <a:lnTo>
                      <a:pt x="76" y="86"/>
                    </a:lnTo>
                    <a:lnTo>
                      <a:pt x="83" y="79"/>
                    </a:lnTo>
                    <a:lnTo>
                      <a:pt x="86" y="73"/>
                    </a:lnTo>
                    <a:lnTo>
                      <a:pt x="95" y="58"/>
                    </a:lnTo>
                    <a:lnTo>
                      <a:pt x="110" y="45"/>
                    </a:lnTo>
                    <a:lnTo>
                      <a:pt x="116" y="39"/>
                    </a:lnTo>
                    <a:lnTo>
                      <a:pt x="131" y="32"/>
                    </a:lnTo>
                    <a:lnTo>
                      <a:pt x="146" y="26"/>
                    </a:lnTo>
                    <a:lnTo>
                      <a:pt x="156" y="23"/>
                    </a:lnTo>
                    <a:lnTo>
                      <a:pt x="164" y="23"/>
                    </a:lnTo>
                    <a:lnTo>
                      <a:pt x="177" y="23"/>
                    </a:lnTo>
                    <a:lnTo>
                      <a:pt x="192" y="26"/>
                    </a:lnTo>
                    <a:lnTo>
                      <a:pt x="207" y="32"/>
                    </a:lnTo>
                    <a:lnTo>
                      <a:pt x="217" y="42"/>
                    </a:lnTo>
                    <a:lnTo>
                      <a:pt x="220" y="48"/>
                    </a:lnTo>
                    <a:lnTo>
                      <a:pt x="232" y="16"/>
                    </a:lnTo>
                    <a:lnTo>
                      <a:pt x="222" y="10"/>
                    </a:lnTo>
                    <a:lnTo>
                      <a:pt x="210" y="4"/>
                    </a:lnTo>
                    <a:lnTo>
                      <a:pt x="195" y="4"/>
                    </a:lnTo>
                    <a:lnTo>
                      <a:pt x="183" y="0"/>
                    </a:lnTo>
                    <a:lnTo>
                      <a:pt x="167" y="0"/>
                    </a:lnTo>
                    <a:lnTo>
                      <a:pt x="156" y="4"/>
                    </a:lnTo>
                    <a:lnTo>
                      <a:pt x="141" y="10"/>
                    </a:lnTo>
                    <a:lnTo>
                      <a:pt x="131" y="16"/>
                    </a:lnTo>
                    <a:lnTo>
                      <a:pt x="126" y="20"/>
                    </a:lnTo>
                    <a:lnTo>
                      <a:pt x="110" y="32"/>
                    </a:lnTo>
                    <a:lnTo>
                      <a:pt x="101" y="45"/>
                    </a:lnTo>
                    <a:lnTo>
                      <a:pt x="88" y="58"/>
                    </a:lnTo>
                    <a:lnTo>
                      <a:pt x="80" y="70"/>
                    </a:lnTo>
                    <a:lnTo>
                      <a:pt x="73" y="79"/>
                    </a:lnTo>
                    <a:lnTo>
                      <a:pt x="61" y="86"/>
                    </a:lnTo>
                    <a:lnTo>
                      <a:pt x="52" y="89"/>
                    </a:lnTo>
                    <a:lnTo>
                      <a:pt x="43" y="92"/>
                    </a:lnTo>
                    <a:lnTo>
                      <a:pt x="34" y="92"/>
                    </a:lnTo>
                    <a:lnTo>
                      <a:pt x="25" y="92"/>
                    </a:lnTo>
                    <a:lnTo>
                      <a:pt x="19" y="89"/>
                    </a:lnTo>
                    <a:lnTo>
                      <a:pt x="7" y="83"/>
                    </a:lnTo>
                    <a:lnTo>
                      <a:pt x="0" y="115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9"/>
              <p:cNvSpPr>
                <a:spLocks/>
              </p:cNvSpPr>
              <p:nvPr/>
            </p:nvSpPr>
            <p:spPr bwMode="ltGray">
              <a:xfrm>
                <a:off x="454" y="3914"/>
                <a:ext cx="232" cy="116"/>
              </a:xfrm>
              <a:custGeom>
                <a:avLst/>
                <a:gdLst>
                  <a:gd name="T0" fmla="*/ 0 w 232"/>
                  <a:gd name="T1" fmla="*/ 111 h 116"/>
                  <a:gd name="T2" fmla="*/ 9 w 232"/>
                  <a:gd name="T3" fmla="*/ 115 h 116"/>
                  <a:gd name="T4" fmla="*/ 19 w 232"/>
                  <a:gd name="T5" fmla="*/ 115 h 116"/>
                  <a:gd name="T6" fmla="*/ 30 w 232"/>
                  <a:gd name="T7" fmla="*/ 115 h 116"/>
                  <a:gd name="T8" fmla="*/ 40 w 232"/>
                  <a:gd name="T9" fmla="*/ 111 h 116"/>
                  <a:gd name="T10" fmla="*/ 49 w 232"/>
                  <a:gd name="T11" fmla="*/ 108 h 116"/>
                  <a:gd name="T12" fmla="*/ 61 w 232"/>
                  <a:gd name="T13" fmla="*/ 105 h 116"/>
                  <a:gd name="T14" fmla="*/ 64 w 232"/>
                  <a:gd name="T15" fmla="*/ 102 h 116"/>
                  <a:gd name="T16" fmla="*/ 73 w 232"/>
                  <a:gd name="T17" fmla="*/ 93 h 116"/>
                  <a:gd name="T18" fmla="*/ 76 w 232"/>
                  <a:gd name="T19" fmla="*/ 84 h 116"/>
                  <a:gd name="T20" fmla="*/ 82 w 232"/>
                  <a:gd name="T21" fmla="*/ 77 h 116"/>
                  <a:gd name="T22" fmla="*/ 85 w 232"/>
                  <a:gd name="T23" fmla="*/ 72 h 116"/>
                  <a:gd name="T24" fmla="*/ 95 w 232"/>
                  <a:gd name="T25" fmla="*/ 56 h 116"/>
                  <a:gd name="T26" fmla="*/ 110 w 232"/>
                  <a:gd name="T27" fmla="*/ 43 h 116"/>
                  <a:gd name="T28" fmla="*/ 116 w 232"/>
                  <a:gd name="T29" fmla="*/ 38 h 116"/>
                  <a:gd name="T30" fmla="*/ 131 w 232"/>
                  <a:gd name="T31" fmla="*/ 31 h 116"/>
                  <a:gd name="T32" fmla="*/ 146 w 232"/>
                  <a:gd name="T33" fmla="*/ 25 h 116"/>
                  <a:gd name="T34" fmla="*/ 155 w 232"/>
                  <a:gd name="T35" fmla="*/ 22 h 116"/>
                  <a:gd name="T36" fmla="*/ 167 w 232"/>
                  <a:gd name="T37" fmla="*/ 18 h 116"/>
                  <a:gd name="T38" fmla="*/ 176 w 232"/>
                  <a:gd name="T39" fmla="*/ 22 h 116"/>
                  <a:gd name="T40" fmla="*/ 191 w 232"/>
                  <a:gd name="T41" fmla="*/ 25 h 116"/>
                  <a:gd name="T42" fmla="*/ 206 w 232"/>
                  <a:gd name="T43" fmla="*/ 31 h 116"/>
                  <a:gd name="T44" fmla="*/ 216 w 232"/>
                  <a:gd name="T45" fmla="*/ 38 h 116"/>
                  <a:gd name="T46" fmla="*/ 219 w 232"/>
                  <a:gd name="T47" fmla="*/ 46 h 116"/>
                  <a:gd name="T48" fmla="*/ 231 w 232"/>
                  <a:gd name="T49" fmla="*/ 13 h 116"/>
                  <a:gd name="T50" fmla="*/ 222 w 232"/>
                  <a:gd name="T51" fmla="*/ 10 h 116"/>
                  <a:gd name="T52" fmla="*/ 209 w 232"/>
                  <a:gd name="T53" fmla="*/ 3 h 116"/>
                  <a:gd name="T54" fmla="*/ 194 w 232"/>
                  <a:gd name="T55" fmla="*/ 0 h 116"/>
                  <a:gd name="T56" fmla="*/ 182 w 232"/>
                  <a:gd name="T57" fmla="*/ 0 h 116"/>
                  <a:gd name="T58" fmla="*/ 167 w 232"/>
                  <a:gd name="T59" fmla="*/ 0 h 116"/>
                  <a:gd name="T60" fmla="*/ 155 w 232"/>
                  <a:gd name="T61" fmla="*/ 3 h 116"/>
                  <a:gd name="T62" fmla="*/ 143 w 232"/>
                  <a:gd name="T63" fmla="*/ 10 h 116"/>
                  <a:gd name="T64" fmla="*/ 131 w 232"/>
                  <a:gd name="T65" fmla="*/ 13 h 116"/>
                  <a:gd name="T66" fmla="*/ 125 w 232"/>
                  <a:gd name="T67" fmla="*/ 18 h 116"/>
                  <a:gd name="T68" fmla="*/ 113 w 232"/>
                  <a:gd name="T69" fmla="*/ 31 h 116"/>
                  <a:gd name="T70" fmla="*/ 100 w 232"/>
                  <a:gd name="T71" fmla="*/ 43 h 116"/>
                  <a:gd name="T72" fmla="*/ 88 w 232"/>
                  <a:gd name="T73" fmla="*/ 56 h 116"/>
                  <a:gd name="T74" fmla="*/ 80 w 232"/>
                  <a:gd name="T75" fmla="*/ 69 h 116"/>
                  <a:gd name="T76" fmla="*/ 73 w 232"/>
                  <a:gd name="T77" fmla="*/ 74 h 116"/>
                  <a:gd name="T78" fmla="*/ 61 w 232"/>
                  <a:gd name="T79" fmla="*/ 84 h 116"/>
                  <a:gd name="T80" fmla="*/ 52 w 232"/>
                  <a:gd name="T81" fmla="*/ 87 h 116"/>
                  <a:gd name="T82" fmla="*/ 45 w 232"/>
                  <a:gd name="T83" fmla="*/ 90 h 116"/>
                  <a:gd name="T84" fmla="*/ 34 w 232"/>
                  <a:gd name="T85" fmla="*/ 90 h 116"/>
                  <a:gd name="T86" fmla="*/ 25 w 232"/>
                  <a:gd name="T87" fmla="*/ 90 h 116"/>
                  <a:gd name="T88" fmla="*/ 19 w 232"/>
                  <a:gd name="T89" fmla="*/ 87 h 116"/>
                  <a:gd name="T90" fmla="*/ 7 w 232"/>
                  <a:gd name="T91" fmla="*/ 80 h 116"/>
                  <a:gd name="T92" fmla="*/ 0 w 232"/>
                  <a:gd name="T93" fmla="*/ 1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32" h="116">
                    <a:moveTo>
                      <a:pt x="0" y="111"/>
                    </a:moveTo>
                    <a:lnTo>
                      <a:pt x="9" y="115"/>
                    </a:lnTo>
                    <a:lnTo>
                      <a:pt x="19" y="115"/>
                    </a:lnTo>
                    <a:lnTo>
                      <a:pt x="30" y="115"/>
                    </a:lnTo>
                    <a:lnTo>
                      <a:pt x="40" y="111"/>
                    </a:lnTo>
                    <a:lnTo>
                      <a:pt x="49" y="108"/>
                    </a:lnTo>
                    <a:lnTo>
                      <a:pt x="61" y="105"/>
                    </a:lnTo>
                    <a:lnTo>
                      <a:pt x="64" y="102"/>
                    </a:lnTo>
                    <a:lnTo>
                      <a:pt x="73" y="93"/>
                    </a:lnTo>
                    <a:lnTo>
                      <a:pt x="76" y="84"/>
                    </a:lnTo>
                    <a:lnTo>
                      <a:pt x="82" y="77"/>
                    </a:lnTo>
                    <a:lnTo>
                      <a:pt x="85" y="72"/>
                    </a:lnTo>
                    <a:lnTo>
                      <a:pt x="95" y="56"/>
                    </a:lnTo>
                    <a:lnTo>
                      <a:pt x="110" y="43"/>
                    </a:lnTo>
                    <a:lnTo>
                      <a:pt x="116" y="38"/>
                    </a:lnTo>
                    <a:lnTo>
                      <a:pt x="131" y="31"/>
                    </a:lnTo>
                    <a:lnTo>
                      <a:pt x="146" y="25"/>
                    </a:lnTo>
                    <a:lnTo>
                      <a:pt x="155" y="22"/>
                    </a:lnTo>
                    <a:lnTo>
                      <a:pt x="167" y="18"/>
                    </a:lnTo>
                    <a:lnTo>
                      <a:pt x="176" y="22"/>
                    </a:lnTo>
                    <a:lnTo>
                      <a:pt x="191" y="25"/>
                    </a:lnTo>
                    <a:lnTo>
                      <a:pt x="206" y="31"/>
                    </a:lnTo>
                    <a:lnTo>
                      <a:pt x="216" y="38"/>
                    </a:lnTo>
                    <a:lnTo>
                      <a:pt x="219" y="46"/>
                    </a:lnTo>
                    <a:lnTo>
                      <a:pt x="231" y="13"/>
                    </a:lnTo>
                    <a:lnTo>
                      <a:pt x="222" y="10"/>
                    </a:lnTo>
                    <a:lnTo>
                      <a:pt x="209" y="3"/>
                    </a:lnTo>
                    <a:lnTo>
                      <a:pt x="194" y="0"/>
                    </a:lnTo>
                    <a:lnTo>
                      <a:pt x="182" y="0"/>
                    </a:lnTo>
                    <a:lnTo>
                      <a:pt x="167" y="0"/>
                    </a:lnTo>
                    <a:lnTo>
                      <a:pt x="155" y="3"/>
                    </a:lnTo>
                    <a:lnTo>
                      <a:pt x="143" y="10"/>
                    </a:lnTo>
                    <a:lnTo>
                      <a:pt x="131" y="13"/>
                    </a:lnTo>
                    <a:lnTo>
                      <a:pt x="125" y="18"/>
                    </a:lnTo>
                    <a:lnTo>
                      <a:pt x="113" y="31"/>
                    </a:lnTo>
                    <a:lnTo>
                      <a:pt x="100" y="43"/>
                    </a:lnTo>
                    <a:lnTo>
                      <a:pt x="88" y="56"/>
                    </a:lnTo>
                    <a:lnTo>
                      <a:pt x="80" y="69"/>
                    </a:lnTo>
                    <a:lnTo>
                      <a:pt x="73" y="74"/>
                    </a:lnTo>
                    <a:lnTo>
                      <a:pt x="61" y="84"/>
                    </a:lnTo>
                    <a:lnTo>
                      <a:pt x="52" y="87"/>
                    </a:lnTo>
                    <a:lnTo>
                      <a:pt x="45" y="90"/>
                    </a:lnTo>
                    <a:lnTo>
                      <a:pt x="34" y="90"/>
                    </a:lnTo>
                    <a:lnTo>
                      <a:pt x="25" y="90"/>
                    </a:lnTo>
                    <a:lnTo>
                      <a:pt x="19" y="87"/>
                    </a:lnTo>
                    <a:lnTo>
                      <a:pt x="7" y="80"/>
                    </a:lnTo>
                    <a:lnTo>
                      <a:pt x="0" y="111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10"/>
              <p:cNvSpPr>
                <a:spLocks/>
              </p:cNvSpPr>
              <p:nvPr/>
            </p:nvSpPr>
            <p:spPr bwMode="ltGray">
              <a:xfrm>
                <a:off x="5314" y="1011"/>
                <a:ext cx="233" cy="119"/>
              </a:xfrm>
              <a:custGeom>
                <a:avLst/>
                <a:gdLst>
                  <a:gd name="T0" fmla="*/ 232 w 233"/>
                  <a:gd name="T1" fmla="*/ 115 h 119"/>
                  <a:gd name="T2" fmla="*/ 222 w 233"/>
                  <a:gd name="T3" fmla="*/ 115 h 119"/>
                  <a:gd name="T4" fmla="*/ 214 w 233"/>
                  <a:gd name="T5" fmla="*/ 118 h 119"/>
                  <a:gd name="T6" fmla="*/ 201 w 233"/>
                  <a:gd name="T7" fmla="*/ 118 h 119"/>
                  <a:gd name="T8" fmla="*/ 192 w 233"/>
                  <a:gd name="T9" fmla="*/ 115 h 119"/>
                  <a:gd name="T10" fmla="*/ 183 w 233"/>
                  <a:gd name="T11" fmla="*/ 112 h 119"/>
                  <a:gd name="T12" fmla="*/ 171 w 233"/>
                  <a:gd name="T13" fmla="*/ 106 h 119"/>
                  <a:gd name="T14" fmla="*/ 164 w 233"/>
                  <a:gd name="T15" fmla="*/ 102 h 119"/>
                  <a:gd name="T16" fmla="*/ 158 w 233"/>
                  <a:gd name="T17" fmla="*/ 94 h 119"/>
                  <a:gd name="T18" fmla="*/ 153 w 233"/>
                  <a:gd name="T19" fmla="*/ 84 h 119"/>
                  <a:gd name="T20" fmla="*/ 149 w 233"/>
                  <a:gd name="T21" fmla="*/ 78 h 119"/>
                  <a:gd name="T22" fmla="*/ 146 w 233"/>
                  <a:gd name="T23" fmla="*/ 71 h 119"/>
                  <a:gd name="T24" fmla="*/ 134 w 233"/>
                  <a:gd name="T25" fmla="*/ 59 h 119"/>
                  <a:gd name="T26" fmla="*/ 122 w 233"/>
                  <a:gd name="T27" fmla="*/ 44 h 119"/>
                  <a:gd name="T28" fmla="*/ 113 w 233"/>
                  <a:gd name="T29" fmla="*/ 37 h 119"/>
                  <a:gd name="T30" fmla="*/ 97 w 233"/>
                  <a:gd name="T31" fmla="*/ 31 h 119"/>
                  <a:gd name="T32" fmla="*/ 85 w 233"/>
                  <a:gd name="T33" fmla="*/ 28 h 119"/>
                  <a:gd name="T34" fmla="*/ 73 w 233"/>
                  <a:gd name="T35" fmla="*/ 24 h 119"/>
                  <a:gd name="T36" fmla="*/ 64 w 233"/>
                  <a:gd name="T37" fmla="*/ 21 h 119"/>
                  <a:gd name="T38" fmla="*/ 52 w 233"/>
                  <a:gd name="T39" fmla="*/ 24 h 119"/>
                  <a:gd name="T40" fmla="*/ 39 w 233"/>
                  <a:gd name="T41" fmla="*/ 28 h 119"/>
                  <a:gd name="T42" fmla="*/ 24 w 233"/>
                  <a:gd name="T43" fmla="*/ 31 h 119"/>
                  <a:gd name="T44" fmla="*/ 15 w 233"/>
                  <a:gd name="T45" fmla="*/ 40 h 119"/>
                  <a:gd name="T46" fmla="*/ 9 w 233"/>
                  <a:gd name="T47" fmla="*/ 47 h 119"/>
                  <a:gd name="T48" fmla="*/ 0 w 233"/>
                  <a:gd name="T49" fmla="*/ 16 h 119"/>
                  <a:gd name="T50" fmla="*/ 6 w 233"/>
                  <a:gd name="T51" fmla="*/ 9 h 119"/>
                  <a:gd name="T52" fmla="*/ 21 w 233"/>
                  <a:gd name="T53" fmla="*/ 6 h 119"/>
                  <a:gd name="T54" fmla="*/ 33 w 233"/>
                  <a:gd name="T55" fmla="*/ 3 h 119"/>
                  <a:gd name="T56" fmla="*/ 49 w 233"/>
                  <a:gd name="T57" fmla="*/ 0 h 119"/>
                  <a:gd name="T58" fmla="*/ 61 w 233"/>
                  <a:gd name="T59" fmla="*/ 3 h 119"/>
                  <a:gd name="T60" fmla="*/ 73 w 233"/>
                  <a:gd name="T61" fmla="*/ 6 h 119"/>
                  <a:gd name="T62" fmla="*/ 88 w 233"/>
                  <a:gd name="T63" fmla="*/ 13 h 119"/>
                  <a:gd name="T64" fmla="*/ 100 w 233"/>
                  <a:gd name="T65" fmla="*/ 16 h 119"/>
                  <a:gd name="T66" fmla="*/ 107 w 233"/>
                  <a:gd name="T67" fmla="*/ 21 h 119"/>
                  <a:gd name="T68" fmla="*/ 118 w 233"/>
                  <a:gd name="T69" fmla="*/ 31 h 119"/>
                  <a:gd name="T70" fmla="*/ 131 w 233"/>
                  <a:gd name="T71" fmla="*/ 47 h 119"/>
                  <a:gd name="T72" fmla="*/ 143 w 233"/>
                  <a:gd name="T73" fmla="*/ 59 h 119"/>
                  <a:gd name="T74" fmla="*/ 153 w 233"/>
                  <a:gd name="T75" fmla="*/ 71 h 119"/>
                  <a:gd name="T76" fmla="*/ 158 w 233"/>
                  <a:gd name="T77" fmla="*/ 78 h 119"/>
                  <a:gd name="T78" fmla="*/ 168 w 233"/>
                  <a:gd name="T79" fmla="*/ 84 h 119"/>
                  <a:gd name="T80" fmla="*/ 177 w 233"/>
                  <a:gd name="T81" fmla="*/ 91 h 119"/>
                  <a:gd name="T82" fmla="*/ 186 w 233"/>
                  <a:gd name="T83" fmla="*/ 94 h 119"/>
                  <a:gd name="T84" fmla="*/ 199 w 233"/>
                  <a:gd name="T85" fmla="*/ 94 h 119"/>
                  <a:gd name="T86" fmla="*/ 204 w 233"/>
                  <a:gd name="T87" fmla="*/ 91 h 119"/>
                  <a:gd name="T88" fmla="*/ 214 w 233"/>
                  <a:gd name="T89" fmla="*/ 91 h 119"/>
                  <a:gd name="T90" fmla="*/ 225 w 233"/>
                  <a:gd name="T91" fmla="*/ 84 h 119"/>
                  <a:gd name="T92" fmla="*/ 232 w 233"/>
                  <a:gd name="T93" fmla="*/ 115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33" h="119">
                    <a:moveTo>
                      <a:pt x="232" y="115"/>
                    </a:moveTo>
                    <a:lnTo>
                      <a:pt x="222" y="115"/>
                    </a:lnTo>
                    <a:lnTo>
                      <a:pt x="214" y="118"/>
                    </a:lnTo>
                    <a:lnTo>
                      <a:pt x="201" y="118"/>
                    </a:lnTo>
                    <a:lnTo>
                      <a:pt x="192" y="115"/>
                    </a:lnTo>
                    <a:lnTo>
                      <a:pt x="183" y="112"/>
                    </a:lnTo>
                    <a:lnTo>
                      <a:pt x="171" y="106"/>
                    </a:lnTo>
                    <a:lnTo>
                      <a:pt x="164" y="102"/>
                    </a:lnTo>
                    <a:lnTo>
                      <a:pt x="158" y="94"/>
                    </a:lnTo>
                    <a:lnTo>
                      <a:pt x="153" y="84"/>
                    </a:lnTo>
                    <a:lnTo>
                      <a:pt x="149" y="78"/>
                    </a:lnTo>
                    <a:lnTo>
                      <a:pt x="146" y="71"/>
                    </a:lnTo>
                    <a:lnTo>
                      <a:pt x="134" y="59"/>
                    </a:lnTo>
                    <a:lnTo>
                      <a:pt x="122" y="44"/>
                    </a:lnTo>
                    <a:lnTo>
                      <a:pt x="113" y="37"/>
                    </a:lnTo>
                    <a:lnTo>
                      <a:pt x="97" y="31"/>
                    </a:lnTo>
                    <a:lnTo>
                      <a:pt x="85" y="28"/>
                    </a:lnTo>
                    <a:lnTo>
                      <a:pt x="73" y="24"/>
                    </a:lnTo>
                    <a:lnTo>
                      <a:pt x="64" y="21"/>
                    </a:lnTo>
                    <a:lnTo>
                      <a:pt x="52" y="24"/>
                    </a:lnTo>
                    <a:lnTo>
                      <a:pt x="39" y="28"/>
                    </a:lnTo>
                    <a:lnTo>
                      <a:pt x="24" y="31"/>
                    </a:lnTo>
                    <a:lnTo>
                      <a:pt x="15" y="40"/>
                    </a:lnTo>
                    <a:lnTo>
                      <a:pt x="9" y="47"/>
                    </a:lnTo>
                    <a:lnTo>
                      <a:pt x="0" y="16"/>
                    </a:lnTo>
                    <a:lnTo>
                      <a:pt x="6" y="9"/>
                    </a:lnTo>
                    <a:lnTo>
                      <a:pt x="21" y="6"/>
                    </a:lnTo>
                    <a:lnTo>
                      <a:pt x="33" y="3"/>
                    </a:lnTo>
                    <a:lnTo>
                      <a:pt x="49" y="0"/>
                    </a:lnTo>
                    <a:lnTo>
                      <a:pt x="61" y="3"/>
                    </a:lnTo>
                    <a:lnTo>
                      <a:pt x="73" y="6"/>
                    </a:lnTo>
                    <a:lnTo>
                      <a:pt x="88" y="13"/>
                    </a:lnTo>
                    <a:lnTo>
                      <a:pt x="100" y="16"/>
                    </a:lnTo>
                    <a:lnTo>
                      <a:pt x="107" y="21"/>
                    </a:lnTo>
                    <a:lnTo>
                      <a:pt x="118" y="31"/>
                    </a:lnTo>
                    <a:lnTo>
                      <a:pt x="131" y="47"/>
                    </a:lnTo>
                    <a:lnTo>
                      <a:pt x="143" y="59"/>
                    </a:lnTo>
                    <a:lnTo>
                      <a:pt x="153" y="71"/>
                    </a:lnTo>
                    <a:lnTo>
                      <a:pt x="158" y="78"/>
                    </a:lnTo>
                    <a:lnTo>
                      <a:pt x="168" y="84"/>
                    </a:lnTo>
                    <a:lnTo>
                      <a:pt x="177" y="91"/>
                    </a:lnTo>
                    <a:lnTo>
                      <a:pt x="186" y="94"/>
                    </a:lnTo>
                    <a:lnTo>
                      <a:pt x="199" y="94"/>
                    </a:lnTo>
                    <a:lnTo>
                      <a:pt x="204" y="91"/>
                    </a:lnTo>
                    <a:lnTo>
                      <a:pt x="214" y="91"/>
                    </a:lnTo>
                    <a:lnTo>
                      <a:pt x="225" y="84"/>
                    </a:lnTo>
                    <a:lnTo>
                      <a:pt x="232" y="115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Freeform 11"/>
              <p:cNvSpPr>
                <a:spLocks/>
              </p:cNvSpPr>
              <p:nvPr/>
            </p:nvSpPr>
            <p:spPr bwMode="ltGray">
              <a:xfrm>
                <a:off x="1852" y="147"/>
                <a:ext cx="232" cy="114"/>
              </a:xfrm>
              <a:custGeom>
                <a:avLst/>
                <a:gdLst>
                  <a:gd name="T0" fmla="*/ 231 w 232"/>
                  <a:gd name="T1" fmla="*/ 110 h 114"/>
                  <a:gd name="T2" fmla="*/ 221 w 232"/>
                  <a:gd name="T3" fmla="*/ 113 h 114"/>
                  <a:gd name="T4" fmla="*/ 213 w 232"/>
                  <a:gd name="T5" fmla="*/ 113 h 114"/>
                  <a:gd name="T6" fmla="*/ 201 w 232"/>
                  <a:gd name="T7" fmla="*/ 113 h 114"/>
                  <a:gd name="T8" fmla="*/ 191 w 232"/>
                  <a:gd name="T9" fmla="*/ 113 h 114"/>
                  <a:gd name="T10" fmla="*/ 183 w 232"/>
                  <a:gd name="T11" fmla="*/ 110 h 114"/>
                  <a:gd name="T12" fmla="*/ 170 w 232"/>
                  <a:gd name="T13" fmla="*/ 104 h 114"/>
                  <a:gd name="T14" fmla="*/ 167 w 232"/>
                  <a:gd name="T15" fmla="*/ 102 h 114"/>
                  <a:gd name="T16" fmla="*/ 158 w 232"/>
                  <a:gd name="T17" fmla="*/ 92 h 114"/>
                  <a:gd name="T18" fmla="*/ 155 w 232"/>
                  <a:gd name="T19" fmla="*/ 82 h 114"/>
                  <a:gd name="T20" fmla="*/ 148 w 232"/>
                  <a:gd name="T21" fmla="*/ 77 h 114"/>
                  <a:gd name="T22" fmla="*/ 145 w 232"/>
                  <a:gd name="T23" fmla="*/ 71 h 114"/>
                  <a:gd name="T24" fmla="*/ 133 w 232"/>
                  <a:gd name="T25" fmla="*/ 56 h 114"/>
                  <a:gd name="T26" fmla="*/ 122 w 232"/>
                  <a:gd name="T27" fmla="*/ 43 h 114"/>
                  <a:gd name="T28" fmla="*/ 112 w 232"/>
                  <a:gd name="T29" fmla="*/ 36 h 114"/>
                  <a:gd name="T30" fmla="*/ 100 w 232"/>
                  <a:gd name="T31" fmla="*/ 31 h 114"/>
                  <a:gd name="T32" fmla="*/ 85 w 232"/>
                  <a:gd name="T33" fmla="*/ 25 h 114"/>
                  <a:gd name="T34" fmla="*/ 76 w 232"/>
                  <a:gd name="T35" fmla="*/ 21 h 114"/>
                  <a:gd name="T36" fmla="*/ 64 w 232"/>
                  <a:gd name="T37" fmla="*/ 21 h 114"/>
                  <a:gd name="T38" fmla="*/ 54 w 232"/>
                  <a:gd name="T39" fmla="*/ 21 h 114"/>
                  <a:gd name="T40" fmla="*/ 39 w 232"/>
                  <a:gd name="T41" fmla="*/ 25 h 114"/>
                  <a:gd name="T42" fmla="*/ 24 w 232"/>
                  <a:gd name="T43" fmla="*/ 31 h 114"/>
                  <a:gd name="T44" fmla="*/ 15 w 232"/>
                  <a:gd name="T45" fmla="*/ 36 h 114"/>
                  <a:gd name="T46" fmla="*/ 9 w 232"/>
                  <a:gd name="T47" fmla="*/ 46 h 114"/>
                  <a:gd name="T48" fmla="*/ 0 w 232"/>
                  <a:gd name="T49" fmla="*/ 15 h 114"/>
                  <a:gd name="T50" fmla="*/ 9 w 232"/>
                  <a:gd name="T51" fmla="*/ 10 h 114"/>
                  <a:gd name="T52" fmla="*/ 21 w 232"/>
                  <a:gd name="T53" fmla="*/ 3 h 114"/>
                  <a:gd name="T54" fmla="*/ 33 w 232"/>
                  <a:gd name="T55" fmla="*/ 0 h 114"/>
                  <a:gd name="T56" fmla="*/ 48 w 232"/>
                  <a:gd name="T57" fmla="*/ 0 h 114"/>
                  <a:gd name="T58" fmla="*/ 64 w 232"/>
                  <a:gd name="T59" fmla="*/ 0 h 114"/>
                  <a:gd name="T60" fmla="*/ 72 w 232"/>
                  <a:gd name="T61" fmla="*/ 3 h 114"/>
                  <a:gd name="T62" fmla="*/ 87 w 232"/>
                  <a:gd name="T63" fmla="*/ 10 h 114"/>
                  <a:gd name="T64" fmla="*/ 100 w 232"/>
                  <a:gd name="T65" fmla="*/ 15 h 114"/>
                  <a:gd name="T66" fmla="*/ 106 w 232"/>
                  <a:gd name="T67" fmla="*/ 18 h 114"/>
                  <a:gd name="T68" fmla="*/ 118 w 232"/>
                  <a:gd name="T69" fmla="*/ 31 h 114"/>
                  <a:gd name="T70" fmla="*/ 130 w 232"/>
                  <a:gd name="T71" fmla="*/ 43 h 114"/>
                  <a:gd name="T72" fmla="*/ 143 w 232"/>
                  <a:gd name="T73" fmla="*/ 58 h 114"/>
                  <a:gd name="T74" fmla="*/ 152 w 232"/>
                  <a:gd name="T75" fmla="*/ 67 h 114"/>
                  <a:gd name="T76" fmla="*/ 158 w 232"/>
                  <a:gd name="T77" fmla="*/ 77 h 114"/>
                  <a:gd name="T78" fmla="*/ 167 w 232"/>
                  <a:gd name="T79" fmla="*/ 82 h 114"/>
                  <a:gd name="T80" fmla="*/ 179 w 232"/>
                  <a:gd name="T81" fmla="*/ 86 h 114"/>
                  <a:gd name="T82" fmla="*/ 185 w 232"/>
                  <a:gd name="T83" fmla="*/ 89 h 114"/>
                  <a:gd name="T84" fmla="*/ 198 w 232"/>
                  <a:gd name="T85" fmla="*/ 89 h 114"/>
                  <a:gd name="T86" fmla="*/ 206 w 232"/>
                  <a:gd name="T87" fmla="*/ 89 h 114"/>
                  <a:gd name="T88" fmla="*/ 213 w 232"/>
                  <a:gd name="T89" fmla="*/ 86 h 114"/>
                  <a:gd name="T90" fmla="*/ 224 w 232"/>
                  <a:gd name="T91" fmla="*/ 79 h 114"/>
                  <a:gd name="T92" fmla="*/ 231 w 232"/>
                  <a:gd name="T93" fmla="*/ 11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32" h="114">
                    <a:moveTo>
                      <a:pt x="231" y="110"/>
                    </a:moveTo>
                    <a:lnTo>
                      <a:pt x="221" y="113"/>
                    </a:lnTo>
                    <a:lnTo>
                      <a:pt x="213" y="113"/>
                    </a:lnTo>
                    <a:lnTo>
                      <a:pt x="201" y="113"/>
                    </a:lnTo>
                    <a:lnTo>
                      <a:pt x="191" y="113"/>
                    </a:lnTo>
                    <a:lnTo>
                      <a:pt x="183" y="110"/>
                    </a:lnTo>
                    <a:lnTo>
                      <a:pt x="170" y="104"/>
                    </a:lnTo>
                    <a:lnTo>
                      <a:pt x="167" y="102"/>
                    </a:lnTo>
                    <a:lnTo>
                      <a:pt x="158" y="92"/>
                    </a:lnTo>
                    <a:lnTo>
                      <a:pt x="155" y="82"/>
                    </a:lnTo>
                    <a:lnTo>
                      <a:pt x="148" y="77"/>
                    </a:lnTo>
                    <a:lnTo>
                      <a:pt x="145" y="71"/>
                    </a:lnTo>
                    <a:lnTo>
                      <a:pt x="133" y="56"/>
                    </a:lnTo>
                    <a:lnTo>
                      <a:pt x="122" y="43"/>
                    </a:lnTo>
                    <a:lnTo>
                      <a:pt x="112" y="36"/>
                    </a:lnTo>
                    <a:lnTo>
                      <a:pt x="100" y="31"/>
                    </a:lnTo>
                    <a:lnTo>
                      <a:pt x="85" y="25"/>
                    </a:lnTo>
                    <a:lnTo>
                      <a:pt x="76" y="21"/>
                    </a:lnTo>
                    <a:lnTo>
                      <a:pt x="64" y="21"/>
                    </a:lnTo>
                    <a:lnTo>
                      <a:pt x="54" y="21"/>
                    </a:lnTo>
                    <a:lnTo>
                      <a:pt x="39" y="25"/>
                    </a:lnTo>
                    <a:lnTo>
                      <a:pt x="24" y="31"/>
                    </a:lnTo>
                    <a:lnTo>
                      <a:pt x="15" y="36"/>
                    </a:lnTo>
                    <a:lnTo>
                      <a:pt x="9" y="46"/>
                    </a:lnTo>
                    <a:lnTo>
                      <a:pt x="0" y="15"/>
                    </a:lnTo>
                    <a:lnTo>
                      <a:pt x="9" y="10"/>
                    </a:lnTo>
                    <a:lnTo>
                      <a:pt x="21" y="3"/>
                    </a:lnTo>
                    <a:lnTo>
                      <a:pt x="33" y="0"/>
                    </a:lnTo>
                    <a:lnTo>
                      <a:pt x="48" y="0"/>
                    </a:lnTo>
                    <a:lnTo>
                      <a:pt x="64" y="0"/>
                    </a:lnTo>
                    <a:lnTo>
                      <a:pt x="72" y="3"/>
                    </a:lnTo>
                    <a:lnTo>
                      <a:pt x="87" y="10"/>
                    </a:lnTo>
                    <a:lnTo>
                      <a:pt x="100" y="15"/>
                    </a:lnTo>
                    <a:lnTo>
                      <a:pt x="106" y="18"/>
                    </a:lnTo>
                    <a:lnTo>
                      <a:pt x="118" y="31"/>
                    </a:lnTo>
                    <a:lnTo>
                      <a:pt x="130" y="43"/>
                    </a:lnTo>
                    <a:lnTo>
                      <a:pt x="143" y="58"/>
                    </a:lnTo>
                    <a:lnTo>
                      <a:pt x="152" y="67"/>
                    </a:lnTo>
                    <a:lnTo>
                      <a:pt x="158" y="77"/>
                    </a:lnTo>
                    <a:lnTo>
                      <a:pt x="167" y="82"/>
                    </a:lnTo>
                    <a:lnTo>
                      <a:pt x="179" y="86"/>
                    </a:lnTo>
                    <a:lnTo>
                      <a:pt x="185" y="89"/>
                    </a:lnTo>
                    <a:lnTo>
                      <a:pt x="198" y="89"/>
                    </a:lnTo>
                    <a:lnTo>
                      <a:pt x="206" y="89"/>
                    </a:lnTo>
                    <a:lnTo>
                      <a:pt x="213" y="86"/>
                    </a:lnTo>
                    <a:lnTo>
                      <a:pt x="224" y="79"/>
                    </a:lnTo>
                    <a:lnTo>
                      <a:pt x="231" y="11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Freeform 12"/>
              <p:cNvSpPr>
                <a:spLocks/>
              </p:cNvSpPr>
              <p:nvPr/>
            </p:nvSpPr>
            <p:spPr bwMode="ltGray">
              <a:xfrm>
                <a:off x="151" y="121"/>
                <a:ext cx="233" cy="120"/>
              </a:xfrm>
              <a:custGeom>
                <a:avLst/>
                <a:gdLst>
                  <a:gd name="T0" fmla="*/ 232 w 233"/>
                  <a:gd name="T1" fmla="*/ 116 h 120"/>
                  <a:gd name="T2" fmla="*/ 223 w 233"/>
                  <a:gd name="T3" fmla="*/ 116 h 120"/>
                  <a:gd name="T4" fmla="*/ 214 w 233"/>
                  <a:gd name="T5" fmla="*/ 119 h 120"/>
                  <a:gd name="T6" fmla="*/ 204 w 233"/>
                  <a:gd name="T7" fmla="*/ 119 h 120"/>
                  <a:gd name="T8" fmla="*/ 193 w 233"/>
                  <a:gd name="T9" fmla="*/ 116 h 120"/>
                  <a:gd name="T10" fmla="*/ 183 w 233"/>
                  <a:gd name="T11" fmla="*/ 112 h 120"/>
                  <a:gd name="T12" fmla="*/ 174 w 233"/>
                  <a:gd name="T13" fmla="*/ 106 h 120"/>
                  <a:gd name="T14" fmla="*/ 168 w 233"/>
                  <a:gd name="T15" fmla="*/ 103 h 120"/>
                  <a:gd name="T16" fmla="*/ 158 w 233"/>
                  <a:gd name="T17" fmla="*/ 94 h 120"/>
                  <a:gd name="T18" fmla="*/ 156 w 233"/>
                  <a:gd name="T19" fmla="*/ 85 h 120"/>
                  <a:gd name="T20" fmla="*/ 150 w 233"/>
                  <a:gd name="T21" fmla="*/ 78 h 120"/>
                  <a:gd name="T22" fmla="*/ 147 w 233"/>
                  <a:gd name="T23" fmla="*/ 72 h 120"/>
                  <a:gd name="T24" fmla="*/ 137 w 233"/>
                  <a:gd name="T25" fmla="*/ 60 h 120"/>
                  <a:gd name="T26" fmla="*/ 122 w 233"/>
                  <a:gd name="T27" fmla="*/ 44 h 120"/>
                  <a:gd name="T28" fmla="*/ 116 w 233"/>
                  <a:gd name="T29" fmla="*/ 38 h 120"/>
                  <a:gd name="T30" fmla="*/ 101 w 233"/>
                  <a:gd name="T31" fmla="*/ 31 h 120"/>
                  <a:gd name="T32" fmla="*/ 86 w 233"/>
                  <a:gd name="T33" fmla="*/ 25 h 120"/>
                  <a:gd name="T34" fmla="*/ 76 w 233"/>
                  <a:gd name="T35" fmla="*/ 22 h 120"/>
                  <a:gd name="T36" fmla="*/ 67 w 233"/>
                  <a:gd name="T37" fmla="*/ 22 h 120"/>
                  <a:gd name="T38" fmla="*/ 55 w 233"/>
                  <a:gd name="T39" fmla="*/ 22 h 120"/>
                  <a:gd name="T40" fmla="*/ 40 w 233"/>
                  <a:gd name="T41" fmla="*/ 28 h 120"/>
                  <a:gd name="T42" fmla="*/ 25 w 233"/>
                  <a:gd name="T43" fmla="*/ 31 h 120"/>
                  <a:gd name="T44" fmla="*/ 18 w 233"/>
                  <a:gd name="T45" fmla="*/ 41 h 120"/>
                  <a:gd name="T46" fmla="*/ 12 w 233"/>
                  <a:gd name="T47" fmla="*/ 47 h 120"/>
                  <a:gd name="T48" fmla="*/ 0 w 233"/>
                  <a:gd name="T49" fmla="*/ 16 h 120"/>
                  <a:gd name="T50" fmla="*/ 10 w 233"/>
                  <a:gd name="T51" fmla="*/ 10 h 120"/>
                  <a:gd name="T52" fmla="*/ 21 w 233"/>
                  <a:gd name="T53" fmla="*/ 7 h 120"/>
                  <a:gd name="T54" fmla="*/ 36 w 233"/>
                  <a:gd name="T55" fmla="*/ 3 h 120"/>
                  <a:gd name="T56" fmla="*/ 49 w 233"/>
                  <a:gd name="T57" fmla="*/ 0 h 120"/>
                  <a:gd name="T58" fmla="*/ 64 w 233"/>
                  <a:gd name="T59" fmla="*/ 3 h 120"/>
                  <a:gd name="T60" fmla="*/ 76 w 233"/>
                  <a:gd name="T61" fmla="*/ 7 h 120"/>
                  <a:gd name="T62" fmla="*/ 89 w 233"/>
                  <a:gd name="T63" fmla="*/ 13 h 120"/>
                  <a:gd name="T64" fmla="*/ 101 w 233"/>
                  <a:gd name="T65" fmla="*/ 16 h 120"/>
                  <a:gd name="T66" fmla="*/ 107 w 233"/>
                  <a:gd name="T67" fmla="*/ 22 h 120"/>
                  <a:gd name="T68" fmla="*/ 119 w 233"/>
                  <a:gd name="T69" fmla="*/ 31 h 120"/>
                  <a:gd name="T70" fmla="*/ 132 w 233"/>
                  <a:gd name="T71" fmla="*/ 47 h 120"/>
                  <a:gd name="T72" fmla="*/ 143 w 233"/>
                  <a:gd name="T73" fmla="*/ 60 h 120"/>
                  <a:gd name="T74" fmla="*/ 153 w 233"/>
                  <a:gd name="T75" fmla="*/ 72 h 120"/>
                  <a:gd name="T76" fmla="*/ 158 w 233"/>
                  <a:gd name="T77" fmla="*/ 78 h 120"/>
                  <a:gd name="T78" fmla="*/ 171 w 233"/>
                  <a:gd name="T79" fmla="*/ 85 h 120"/>
                  <a:gd name="T80" fmla="*/ 180 w 233"/>
                  <a:gd name="T81" fmla="*/ 91 h 120"/>
                  <a:gd name="T82" fmla="*/ 189 w 233"/>
                  <a:gd name="T83" fmla="*/ 94 h 120"/>
                  <a:gd name="T84" fmla="*/ 199 w 233"/>
                  <a:gd name="T85" fmla="*/ 94 h 120"/>
                  <a:gd name="T86" fmla="*/ 208 w 233"/>
                  <a:gd name="T87" fmla="*/ 91 h 120"/>
                  <a:gd name="T88" fmla="*/ 214 w 233"/>
                  <a:gd name="T89" fmla="*/ 91 h 120"/>
                  <a:gd name="T90" fmla="*/ 226 w 233"/>
                  <a:gd name="T91" fmla="*/ 85 h 120"/>
                  <a:gd name="T92" fmla="*/ 232 w 233"/>
                  <a:gd name="T93" fmla="*/ 11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33" h="120">
                    <a:moveTo>
                      <a:pt x="232" y="116"/>
                    </a:moveTo>
                    <a:lnTo>
                      <a:pt x="223" y="116"/>
                    </a:lnTo>
                    <a:lnTo>
                      <a:pt x="214" y="119"/>
                    </a:lnTo>
                    <a:lnTo>
                      <a:pt x="204" y="119"/>
                    </a:lnTo>
                    <a:lnTo>
                      <a:pt x="193" y="116"/>
                    </a:lnTo>
                    <a:lnTo>
                      <a:pt x="183" y="112"/>
                    </a:lnTo>
                    <a:lnTo>
                      <a:pt x="174" y="106"/>
                    </a:lnTo>
                    <a:lnTo>
                      <a:pt x="168" y="103"/>
                    </a:lnTo>
                    <a:lnTo>
                      <a:pt x="158" y="94"/>
                    </a:lnTo>
                    <a:lnTo>
                      <a:pt x="156" y="85"/>
                    </a:lnTo>
                    <a:lnTo>
                      <a:pt x="150" y="78"/>
                    </a:lnTo>
                    <a:lnTo>
                      <a:pt x="147" y="72"/>
                    </a:lnTo>
                    <a:lnTo>
                      <a:pt x="137" y="60"/>
                    </a:lnTo>
                    <a:lnTo>
                      <a:pt x="122" y="44"/>
                    </a:lnTo>
                    <a:lnTo>
                      <a:pt x="116" y="38"/>
                    </a:lnTo>
                    <a:lnTo>
                      <a:pt x="101" y="31"/>
                    </a:lnTo>
                    <a:lnTo>
                      <a:pt x="86" y="25"/>
                    </a:lnTo>
                    <a:lnTo>
                      <a:pt x="76" y="22"/>
                    </a:lnTo>
                    <a:lnTo>
                      <a:pt x="67" y="22"/>
                    </a:lnTo>
                    <a:lnTo>
                      <a:pt x="55" y="22"/>
                    </a:lnTo>
                    <a:lnTo>
                      <a:pt x="40" y="28"/>
                    </a:lnTo>
                    <a:lnTo>
                      <a:pt x="25" y="31"/>
                    </a:lnTo>
                    <a:lnTo>
                      <a:pt x="18" y="41"/>
                    </a:lnTo>
                    <a:lnTo>
                      <a:pt x="12" y="47"/>
                    </a:lnTo>
                    <a:lnTo>
                      <a:pt x="0" y="16"/>
                    </a:lnTo>
                    <a:lnTo>
                      <a:pt x="10" y="10"/>
                    </a:lnTo>
                    <a:lnTo>
                      <a:pt x="21" y="7"/>
                    </a:lnTo>
                    <a:lnTo>
                      <a:pt x="36" y="3"/>
                    </a:lnTo>
                    <a:lnTo>
                      <a:pt x="49" y="0"/>
                    </a:lnTo>
                    <a:lnTo>
                      <a:pt x="64" y="3"/>
                    </a:lnTo>
                    <a:lnTo>
                      <a:pt x="76" y="7"/>
                    </a:lnTo>
                    <a:lnTo>
                      <a:pt x="89" y="13"/>
                    </a:lnTo>
                    <a:lnTo>
                      <a:pt x="101" y="16"/>
                    </a:lnTo>
                    <a:lnTo>
                      <a:pt x="107" y="22"/>
                    </a:lnTo>
                    <a:lnTo>
                      <a:pt x="119" y="31"/>
                    </a:lnTo>
                    <a:lnTo>
                      <a:pt x="132" y="47"/>
                    </a:lnTo>
                    <a:lnTo>
                      <a:pt x="143" y="60"/>
                    </a:lnTo>
                    <a:lnTo>
                      <a:pt x="153" y="72"/>
                    </a:lnTo>
                    <a:lnTo>
                      <a:pt x="158" y="78"/>
                    </a:lnTo>
                    <a:lnTo>
                      <a:pt x="171" y="85"/>
                    </a:lnTo>
                    <a:lnTo>
                      <a:pt x="180" y="91"/>
                    </a:lnTo>
                    <a:lnTo>
                      <a:pt x="189" y="94"/>
                    </a:lnTo>
                    <a:lnTo>
                      <a:pt x="199" y="94"/>
                    </a:lnTo>
                    <a:lnTo>
                      <a:pt x="208" y="91"/>
                    </a:lnTo>
                    <a:lnTo>
                      <a:pt x="214" y="91"/>
                    </a:lnTo>
                    <a:lnTo>
                      <a:pt x="226" y="85"/>
                    </a:lnTo>
                    <a:lnTo>
                      <a:pt x="232" y="116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" name="Freeform 13"/>
              <p:cNvSpPr>
                <a:spLocks/>
              </p:cNvSpPr>
              <p:nvPr/>
            </p:nvSpPr>
            <p:spPr bwMode="ltGray">
              <a:xfrm>
                <a:off x="1756" y="3890"/>
                <a:ext cx="228" cy="116"/>
              </a:xfrm>
              <a:custGeom>
                <a:avLst/>
                <a:gdLst>
                  <a:gd name="T0" fmla="*/ 227 w 228"/>
                  <a:gd name="T1" fmla="*/ 112 h 116"/>
                  <a:gd name="T2" fmla="*/ 220 w 228"/>
                  <a:gd name="T3" fmla="*/ 115 h 116"/>
                  <a:gd name="T4" fmla="*/ 209 w 228"/>
                  <a:gd name="T5" fmla="*/ 115 h 116"/>
                  <a:gd name="T6" fmla="*/ 200 w 228"/>
                  <a:gd name="T7" fmla="*/ 115 h 116"/>
                  <a:gd name="T8" fmla="*/ 187 w 228"/>
                  <a:gd name="T9" fmla="*/ 112 h 116"/>
                  <a:gd name="T10" fmla="*/ 179 w 228"/>
                  <a:gd name="T11" fmla="*/ 108 h 116"/>
                  <a:gd name="T12" fmla="*/ 169 w 228"/>
                  <a:gd name="T13" fmla="*/ 105 h 116"/>
                  <a:gd name="T14" fmla="*/ 164 w 228"/>
                  <a:gd name="T15" fmla="*/ 100 h 116"/>
                  <a:gd name="T16" fmla="*/ 157 w 228"/>
                  <a:gd name="T17" fmla="*/ 90 h 116"/>
                  <a:gd name="T18" fmla="*/ 151 w 228"/>
                  <a:gd name="T19" fmla="*/ 84 h 116"/>
                  <a:gd name="T20" fmla="*/ 148 w 228"/>
                  <a:gd name="T21" fmla="*/ 77 h 116"/>
                  <a:gd name="T22" fmla="*/ 145 w 228"/>
                  <a:gd name="T23" fmla="*/ 72 h 116"/>
                  <a:gd name="T24" fmla="*/ 133 w 228"/>
                  <a:gd name="T25" fmla="*/ 56 h 116"/>
                  <a:gd name="T26" fmla="*/ 118 w 228"/>
                  <a:gd name="T27" fmla="*/ 41 h 116"/>
                  <a:gd name="T28" fmla="*/ 112 w 228"/>
                  <a:gd name="T29" fmla="*/ 35 h 116"/>
                  <a:gd name="T30" fmla="*/ 96 w 228"/>
                  <a:gd name="T31" fmla="*/ 31 h 116"/>
                  <a:gd name="T32" fmla="*/ 84 w 228"/>
                  <a:gd name="T33" fmla="*/ 25 h 116"/>
                  <a:gd name="T34" fmla="*/ 73 w 228"/>
                  <a:gd name="T35" fmla="*/ 22 h 116"/>
                  <a:gd name="T36" fmla="*/ 63 w 228"/>
                  <a:gd name="T37" fmla="*/ 19 h 116"/>
                  <a:gd name="T38" fmla="*/ 51 w 228"/>
                  <a:gd name="T39" fmla="*/ 22 h 116"/>
                  <a:gd name="T40" fmla="*/ 36 w 228"/>
                  <a:gd name="T41" fmla="*/ 25 h 116"/>
                  <a:gd name="T42" fmla="*/ 21 w 228"/>
                  <a:gd name="T43" fmla="*/ 31 h 116"/>
                  <a:gd name="T44" fmla="*/ 15 w 228"/>
                  <a:gd name="T45" fmla="*/ 38 h 116"/>
                  <a:gd name="T46" fmla="*/ 9 w 228"/>
                  <a:gd name="T47" fmla="*/ 43 h 116"/>
                  <a:gd name="T48" fmla="*/ 0 w 228"/>
                  <a:gd name="T49" fmla="*/ 13 h 116"/>
                  <a:gd name="T50" fmla="*/ 6 w 228"/>
                  <a:gd name="T51" fmla="*/ 10 h 116"/>
                  <a:gd name="T52" fmla="*/ 21 w 228"/>
                  <a:gd name="T53" fmla="*/ 4 h 116"/>
                  <a:gd name="T54" fmla="*/ 33 w 228"/>
                  <a:gd name="T55" fmla="*/ 0 h 116"/>
                  <a:gd name="T56" fmla="*/ 48 w 228"/>
                  <a:gd name="T57" fmla="*/ 0 h 116"/>
                  <a:gd name="T58" fmla="*/ 61 w 228"/>
                  <a:gd name="T59" fmla="*/ 0 h 116"/>
                  <a:gd name="T60" fmla="*/ 73 w 228"/>
                  <a:gd name="T61" fmla="*/ 4 h 116"/>
                  <a:gd name="T62" fmla="*/ 88 w 228"/>
                  <a:gd name="T63" fmla="*/ 10 h 116"/>
                  <a:gd name="T64" fmla="*/ 96 w 228"/>
                  <a:gd name="T65" fmla="*/ 13 h 116"/>
                  <a:gd name="T66" fmla="*/ 103 w 228"/>
                  <a:gd name="T67" fmla="*/ 19 h 116"/>
                  <a:gd name="T68" fmla="*/ 118 w 228"/>
                  <a:gd name="T69" fmla="*/ 31 h 116"/>
                  <a:gd name="T70" fmla="*/ 130 w 228"/>
                  <a:gd name="T71" fmla="*/ 43 h 116"/>
                  <a:gd name="T72" fmla="*/ 139 w 228"/>
                  <a:gd name="T73" fmla="*/ 56 h 116"/>
                  <a:gd name="T74" fmla="*/ 148 w 228"/>
                  <a:gd name="T75" fmla="*/ 69 h 116"/>
                  <a:gd name="T76" fmla="*/ 157 w 228"/>
                  <a:gd name="T77" fmla="*/ 74 h 116"/>
                  <a:gd name="T78" fmla="*/ 166 w 228"/>
                  <a:gd name="T79" fmla="*/ 84 h 116"/>
                  <a:gd name="T80" fmla="*/ 175 w 228"/>
                  <a:gd name="T81" fmla="*/ 87 h 116"/>
                  <a:gd name="T82" fmla="*/ 184 w 228"/>
                  <a:gd name="T83" fmla="*/ 90 h 116"/>
                  <a:gd name="T84" fmla="*/ 194 w 228"/>
                  <a:gd name="T85" fmla="*/ 90 h 116"/>
                  <a:gd name="T86" fmla="*/ 202 w 228"/>
                  <a:gd name="T87" fmla="*/ 90 h 116"/>
                  <a:gd name="T88" fmla="*/ 209 w 228"/>
                  <a:gd name="T89" fmla="*/ 87 h 116"/>
                  <a:gd name="T90" fmla="*/ 220 w 228"/>
                  <a:gd name="T91" fmla="*/ 81 h 116"/>
                  <a:gd name="T92" fmla="*/ 227 w 228"/>
                  <a:gd name="T93" fmla="*/ 112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28" h="116">
                    <a:moveTo>
                      <a:pt x="227" y="112"/>
                    </a:moveTo>
                    <a:lnTo>
                      <a:pt x="220" y="115"/>
                    </a:lnTo>
                    <a:lnTo>
                      <a:pt x="209" y="115"/>
                    </a:lnTo>
                    <a:lnTo>
                      <a:pt x="200" y="115"/>
                    </a:lnTo>
                    <a:lnTo>
                      <a:pt x="187" y="112"/>
                    </a:lnTo>
                    <a:lnTo>
                      <a:pt x="179" y="108"/>
                    </a:lnTo>
                    <a:lnTo>
                      <a:pt x="169" y="105"/>
                    </a:lnTo>
                    <a:lnTo>
                      <a:pt x="164" y="100"/>
                    </a:lnTo>
                    <a:lnTo>
                      <a:pt x="157" y="90"/>
                    </a:lnTo>
                    <a:lnTo>
                      <a:pt x="151" y="84"/>
                    </a:lnTo>
                    <a:lnTo>
                      <a:pt x="148" y="77"/>
                    </a:lnTo>
                    <a:lnTo>
                      <a:pt x="145" y="72"/>
                    </a:lnTo>
                    <a:lnTo>
                      <a:pt x="133" y="56"/>
                    </a:lnTo>
                    <a:lnTo>
                      <a:pt x="118" y="41"/>
                    </a:lnTo>
                    <a:lnTo>
                      <a:pt x="112" y="35"/>
                    </a:lnTo>
                    <a:lnTo>
                      <a:pt x="96" y="31"/>
                    </a:lnTo>
                    <a:lnTo>
                      <a:pt x="84" y="25"/>
                    </a:lnTo>
                    <a:lnTo>
                      <a:pt x="73" y="22"/>
                    </a:lnTo>
                    <a:lnTo>
                      <a:pt x="63" y="19"/>
                    </a:lnTo>
                    <a:lnTo>
                      <a:pt x="51" y="22"/>
                    </a:lnTo>
                    <a:lnTo>
                      <a:pt x="36" y="25"/>
                    </a:lnTo>
                    <a:lnTo>
                      <a:pt x="21" y="31"/>
                    </a:lnTo>
                    <a:lnTo>
                      <a:pt x="15" y="38"/>
                    </a:lnTo>
                    <a:lnTo>
                      <a:pt x="9" y="43"/>
                    </a:lnTo>
                    <a:lnTo>
                      <a:pt x="0" y="13"/>
                    </a:lnTo>
                    <a:lnTo>
                      <a:pt x="6" y="10"/>
                    </a:lnTo>
                    <a:lnTo>
                      <a:pt x="21" y="4"/>
                    </a:lnTo>
                    <a:lnTo>
                      <a:pt x="33" y="0"/>
                    </a:lnTo>
                    <a:lnTo>
                      <a:pt x="48" y="0"/>
                    </a:lnTo>
                    <a:lnTo>
                      <a:pt x="61" y="0"/>
                    </a:lnTo>
                    <a:lnTo>
                      <a:pt x="73" y="4"/>
                    </a:lnTo>
                    <a:lnTo>
                      <a:pt x="88" y="10"/>
                    </a:lnTo>
                    <a:lnTo>
                      <a:pt x="96" y="13"/>
                    </a:lnTo>
                    <a:lnTo>
                      <a:pt x="103" y="19"/>
                    </a:lnTo>
                    <a:lnTo>
                      <a:pt x="118" y="31"/>
                    </a:lnTo>
                    <a:lnTo>
                      <a:pt x="130" y="43"/>
                    </a:lnTo>
                    <a:lnTo>
                      <a:pt x="139" y="56"/>
                    </a:lnTo>
                    <a:lnTo>
                      <a:pt x="148" y="69"/>
                    </a:lnTo>
                    <a:lnTo>
                      <a:pt x="157" y="74"/>
                    </a:lnTo>
                    <a:lnTo>
                      <a:pt x="166" y="84"/>
                    </a:lnTo>
                    <a:lnTo>
                      <a:pt x="175" y="87"/>
                    </a:lnTo>
                    <a:lnTo>
                      <a:pt x="184" y="90"/>
                    </a:lnTo>
                    <a:lnTo>
                      <a:pt x="194" y="90"/>
                    </a:lnTo>
                    <a:lnTo>
                      <a:pt x="202" y="90"/>
                    </a:lnTo>
                    <a:lnTo>
                      <a:pt x="209" y="87"/>
                    </a:lnTo>
                    <a:lnTo>
                      <a:pt x="220" y="81"/>
                    </a:lnTo>
                    <a:lnTo>
                      <a:pt x="227" y="112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Freeform 14"/>
              <p:cNvSpPr>
                <a:spLocks/>
              </p:cNvSpPr>
              <p:nvPr/>
            </p:nvSpPr>
            <p:spPr bwMode="ltGray">
              <a:xfrm>
                <a:off x="5489" y="3411"/>
                <a:ext cx="228" cy="116"/>
              </a:xfrm>
              <a:custGeom>
                <a:avLst/>
                <a:gdLst>
                  <a:gd name="T0" fmla="*/ 227 w 228"/>
                  <a:gd name="T1" fmla="*/ 3 h 116"/>
                  <a:gd name="T2" fmla="*/ 220 w 228"/>
                  <a:gd name="T3" fmla="*/ 3 h 116"/>
                  <a:gd name="T4" fmla="*/ 209 w 228"/>
                  <a:gd name="T5" fmla="*/ 0 h 116"/>
                  <a:gd name="T6" fmla="*/ 200 w 228"/>
                  <a:gd name="T7" fmla="*/ 0 h 116"/>
                  <a:gd name="T8" fmla="*/ 190 w 228"/>
                  <a:gd name="T9" fmla="*/ 3 h 116"/>
                  <a:gd name="T10" fmla="*/ 179 w 228"/>
                  <a:gd name="T11" fmla="*/ 6 h 116"/>
                  <a:gd name="T12" fmla="*/ 169 w 228"/>
                  <a:gd name="T13" fmla="*/ 9 h 116"/>
                  <a:gd name="T14" fmla="*/ 164 w 228"/>
                  <a:gd name="T15" fmla="*/ 16 h 116"/>
                  <a:gd name="T16" fmla="*/ 157 w 228"/>
                  <a:gd name="T17" fmla="*/ 24 h 116"/>
                  <a:gd name="T18" fmla="*/ 151 w 228"/>
                  <a:gd name="T19" fmla="*/ 34 h 116"/>
                  <a:gd name="T20" fmla="*/ 148 w 228"/>
                  <a:gd name="T21" fmla="*/ 40 h 116"/>
                  <a:gd name="T22" fmla="*/ 145 w 228"/>
                  <a:gd name="T23" fmla="*/ 47 h 116"/>
                  <a:gd name="T24" fmla="*/ 133 w 228"/>
                  <a:gd name="T25" fmla="*/ 58 h 116"/>
                  <a:gd name="T26" fmla="*/ 118 w 228"/>
                  <a:gd name="T27" fmla="*/ 74 h 116"/>
                  <a:gd name="T28" fmla="*/ 112 w 228"/>
                  <a:gd name="T29" fmla="*/ 78 h 116"/>
                  <a:gd name="T30" fmla="*/ 96 w 228"/>
                  <a:gd name="T31" fmla="*/ 87 h 116"/>
                  <a:gd name="T32" fmla="*/ 84 w 228"/>
                  <a:gd name="T33" fmla="*/ 90 h 116"/>
                  <a:gd name="T34" fmla="*/ 73 w 228"/>
                  <a:gd name="T35" fmla="*/ 94 h 116"/>
                  <a:gd name="T36" fmla="*/ 63 w 228"/>
                  <a:gd name="T37" fmla="*/ 96 h 116"/>
                  <a:gd name="T38" fmla="*/ 51 w 228"/>
                  <a:gd name="T39" fmla="*/ 94 h 116"/>
                  <a:gd name="T40" fmla="*/ 36 w 228"/>
                  <a:gd name="T41" fmla="*/ 90 h 116"/>
                  <a:gd name="T42" fmla="*/ 21 w 228"/>
                  <a:gd name="T43" fmla="*/ 84 h 116"/>
                  <a:gd name="T44" fmla="*/ 15 w 228"/>
                  <a:gd name="T45" fmla="*/ 78 h 116"/>
                  <a:gd name="T46" fmla="*/ 9 w 228"/>
                  <a:gd name="T47" fmla="*/ 71 h 116"/>
                  <a:gd name="T48" fmla="*/ 0 w 228"/>
                  <a:gd name="T49" fmla="*/ 102 h 116"/>
                  <a:gd name="T50" fmla="*/ 6 w 228"/>
                  <a:gd name="T51" fmla="*/ 109 h 116"/>
                  <a:gd name="T52" fmla="*/ 18 w 228"/>
                  <a:gd name="T53" fmla="*/ 112 h 116"/>
                  <a:gd name="T54" fmla="*/ 33 w 228"/>
                  <a:gd name="T55" fmla="*/ 115 h 116"/>
                  <a:gd name="T56" fmla="*/ 48 w 228"/>
                  <a:gd name="T57" fmla="*/ 115 h 116"/>
                  <a:gd name="T58" fmla="*/ 61 w 228"/>
                  <a:gd name="T59" fmla="*/ 115 h 116"/>
                  <a:gd name="T60" fmla="*/ 73 w 228"/>
                  <a:gd name="T61" fmla="*/ 112 h 116"/>
                  <a:gd name="T62" fmla="*/ 88 w 228"/>
                  <a:gd name="T63" fmla="*/ 109 h 116"/>
                  <a:gd name="T64" fmla="*/ 96 w 228"/>
                  <a:gd name="T65" fmla="*/ 102 h 116"/>
                  <a:gd name="T66" fmla="*/ 103 w 228"/>
                  <a:gd name="T67" fmla="*/ 96 h 116"/>
                  <a:gd name="T68" fmla="*/ 118 w 228"/>
                  <a:gd name="T69" fmla="*/ 84 h 116"/>
                  <a:gd name="T70" fmla="*/ 130 w 228"/>
                  <a:gd name="T71" fmla="*/ 71 h 116"/>
                  <a:gd name="T72" fmla="*/ 139 w 228"/>
                  <a:gd name="T73" fmla="*/ 58 h 116"/>
                  <a:gd name="T74" fmla="*/ 148 w 228"/>
                  <a:gd name="T75" fmla="*/ 47 h 116"/>
                  <a:gd name="T76" fmla="*/ 157 w 228"/>
                  <a:gd name="T77" fmla="*/ 40 h 116"/>
                  <a:gd name="T78" fmla="*/ 166 w 228"/>
                  <a:gd name="T79" fmla="*/ 34 h 116"/>
                  <a:gd name="T80" fmla="*/ 175 w 228"/>
                  <a:gd name="T81" fmla="*/ 27 h 116"/>
                  <a:gd name="T82" fmla="*/ 184 w 228"/>
                  <a:gd name="T83" fmla="*/ 24 h 116"/>
                  <a:gd name="T84" fmla="*/ 194 w 228"/>
                  <a:gd name="T85" fmla="*/ 24 h 116"/>
                  <a:gd name="T86" fmla="*/ 202 w 228"/>
                  <a:gd name="T87" fmla="*/ 24 h 116"/>
                  <a:gd name="T88" fmla="*/ 209 w 228"/>
                  <a:gd name="T89" fmla="*/ 27 h 116"/>
                  <a:gd name="T90" fmla="*/ 220 w 228"/>
                  <a:gd name="T91" fmla="*/ 34 h 116"/>
                  <a:gd name="T92" fmla="*/ 227 w 228"/>
                  <a:gd name="T93" fmla="*/ 3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28" h="116">
                    <a:moveTo>
                      <a:pt x="227" y="3"/>
                    </a:moveTo>
                    <a:lnTo>
                      <a:pt x="220" y="3"/>
                    </a:lnTo>
                    <a:lnTo>
                      <a:pt x="209" y="0"/>
                    </a:lnTo>
                    <a:lnTo>
                      <a:pt x="200" y="0"/>
                    </a:lnTo>
                    <a:lnTo>
                      <a:pt x="190" y="3"/>
                    </a:lnTo>
                    <a:lnTo>
                      <a:pt x="179" y="6"/>
                    </a:lnTo>
                    <a:lnTo>
                      <a:pt x="169" y="9"/>
                    </a:lnTo>
                    <a:lnTo>
                      <a:pt x="164" y="16"/>
                    </a:lnTo>
                    <a:lnTo>
                      <a:pt x="157" y="24"/>
                    </a:lnTo>
                    <a:lnTo>
                      <a:pt x="151" y="34"/>
                    </a:lnTo>
                    <a:lnTo>
                      <a:pt x="148" y="40"/>
                    </a:lnTo>
                    <a:lnTo>
                      <a:pt x="145" y="47"/>
                    </a:lnTo>
                    <a:lnTo>
                      <a:pt x="133" y="58"/>
                    </a:lnTo>
                    <a:lnTo>
                      <a:pt x="118" y="74"/>
                    </a:lnTo>
                    <a:lnTo>
                      <a:pt x="112" y="78"/>
                    </a:lnTo>
                    <a:lnTo>
                      <a:pt x="96" y="87"/>
                    </a:lnTo>
                    <a:lnTo>
                      <a:pt x="84" y="90"/>
                    </a:lnTo>
                    <a:lnTo>
                      <a:pt x="73" y="94"/>
                    </a:lnTo>
                    <a:lnTo>
                      <a:pt x="63" y="96"/>
                    </a:lnTo>
                    <a:lnTo>
                      <a:pt x="51" y="94"/>
                    </a:lnTo>
                    <a:lnTo>
                      <a:pt x="36" y="90"/>
                    </a:lnTo>
                    <a:lnTo>
                      <a:pt x="21" y="84"/>
                    </a:lnTo>
                    <a:lnTo>
                      <a:pt x="15" y="78"/>
                    </a:lnTo>
                    <a:lnTo>
                      <a:pt x="9" y="71"/>
                    </a:lnTo>
                    <a:lnTo>
                      <a:pt x="0" y="102"/>
                    </a:lnTo>
                    <a:lnTo>
                      <a:pt x="6" y="109"/>
                    </a:lnTo>
                    <a:lnTo>
                      <a:pt x="18" y="112"/>
                    </a:lnTo>
                    <a:lnTo>
                      <a:pt x="33" y="115"/>
                    </a:lnTo>
                    <a:lnTo>
                      <a:pt x="48" y="115"/>
                    </a:lnTo>
                    <a:lnTo>
                      <a:pt x="61" y="115"/>
                    </a:lnTo>
                    <a:lnTo>
                      <a:pt x="73" y="112"/>
                    </a:lnTo>
                    <a:lnTo>
                      <a:pt x="88" y="109"/>
                    </a:lnTo>
                    <a:lnTo>
                      <a:pt x="96" y="102"/>
                    </a:lnTo>
                    <a:lnTo>
                      <a:pt x="103" y="96"/>
                    </a:lnTo>
                    <a:lnTo>
                      <a:pt x="118" y="84"/>
                    </a:lnTo>
                    <a:lnTo>
                      <a:pt x="130" y="71"/>
                    </a:lnTo>
                    <a:lnTo>
                      <a:pt x="139" y="58"/>
                    </a:lnTo>
                    <a:lnTo>
                      <a:pt x="148" y="47"/>
                    </a:lnTo>
                    <a:lnTo>
                      <a:pt x="157" y="40"/>
                    </a:lnTo>
                    <a:lnTo>
                      <a:pt x="166" y="34"/>
                    </a:lnTo>
                    <a:lnTo>
                      <a:pt x="175" y="27"/>
                    </a:lnTo>
                    <a:lnTo>
                      <a:pt x="184" y="24"/>
                    </a:lnTo>
                    <a:lnTo>
                      <a:pt x="194" y="24"/>
                    </a:lnTo>
                    <a:lnTo>
                      <a:pt x="202" y="24"/>
                    </a:lnTo>
                    <a:lnTo>
                      <a:pt x="209" y="27"/>
                    </a:lnTo>
                    <a:lnTo>
                      <a:pt x="220" y="34"/>
                    </a:lnTo>
                    <a:lnTo>
                      <a:pt x="227" y="3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15"/>
              <p:cNvSpPr>
                <a:spLocks/>
              </p:cNvSpPr>
              <p:nvPr/>
            </p:nvSpPr>
            <p:spPr bwMode="ltGray">
              <a:xfrm>
                <a:off x="5442" y="2855"/>
                <a:ext cx="66" cy="61"/>
              </a:xfrm>
              <a:custGeom>
                <a:avLst/>
                <a:gdLst>
                  <a:gd name="T0" fmla="*/ 21 w 66"/>
                  <a:gd name="T1" fmla="*/ 0 h 61"/>
                  <a:gd name="T2" fmla="*/ 0 w 66"/>
                  <a:gd name="T3" fmla="*/ 39 h 61"/>
                  <a:gd name="T4" fmla="*/ 41 w 66"/>
                  <a:gd name="T5" fmla="*/ 60 h 61"/>
                  <a:gd name="T6" fmla="*/ 65 w 66"/>
                  <a:gd name="T7" fmla="*/ 20 h 61"/>
                  <a:gd name="T8" fmla="*/ 21 w 66"/>
                  <a:gd name="T9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61">
                    <a:moveTo>
                      <a:pt x="21" y="0"/>
                    </a:moveTo>
                    <a:lnTo>
                      <a:pt x="0" y="39"/>
                    </a:lnTo>
                    <a:lnTo>
                      <a:pt x="41" y="60"/>
                    </a:lnTo>
                    <a:lnTo>
                      <a:pt x="65" y="20"/>
                    </a:lnTo>
                    <a:lnTo>
                      <a:pt x="21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16"/>
              <p:cNvSpPr>
                <a:spLocks/>
              </p:cNvSpPr>
              <p:nvPr/>
            </p:nvSpPr>
            <p:spPr bwMode="ltGray">
              <a:xfrm>
                <a:off x="3764" y="4046"/>
                <a:ext cx="61" cy="65"/>
              </a:xfrm>
              <a:custGeom>
                <a:avLst/>
                <a:gdLst>
                  <a:gd name="T0" fmla="*/ 20 w 61"/>
                  <a:gd name="T1" fmla="*/ 0 h 65"/>
                  <a:gd name="T2" fmla="*/ 0 w 61"/>
                  <a:gd name="T3" fmla="*/ 44 h 65"/>
                  <a:gd name="T4" fmla="*/ 40 w 61"/>
                  <a:gd name="T5" fmla="*/ 64 h 65"/>
                  <a:gd name="T6" fmla="*/ 60 w 61"/>
                  <a:gd name="T7" fmla="*/ 20 h 65"/>
                  <a:gd name="T8" fmla="*/ 20 w 61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" h="65">
                    <a:moveTo>
                      <a:pt x="20" y="0"/>
                    </a:moveTo>
                    <a:lnTo>
                      <a:pt x="0" y="44"/>
                    </a:lnTo>
                    <a:lnTo>
                      <a:pt x="40" y="64"/>
                    </a:lnTo>
                    <a:lnTo>
                      <a:pt x="60" y="20"/>
                    </a:lnTo>
                    <a:lnTo>
                      <a:pt x="2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Freeform 17"/>
              <p:cNvSpPr>
                <a:spLocks/>
              </p:cNvSpPr>
              <p:nvPr/>
            </p:nvSpPr>
            <p:spPr bwMode="ltGray">
              <a:xfrm>
                <a:off x="500" y="541"/>
                <a:ext cx="57" cy="65"/>
              </a:xfrm>
              <a:custGeom>
                <a:avLst/>
                <a:gdLst>
                  <a:gd name="T0" fmla="*/ 18 w 57"/>
                  <a:gd name="T1" fmla="*/ 0 h 65"/>
                  <a:gd name="T2" fmla="*/ 0 w 57"/>
                  <a:gd name="T3" fmla="*/ 44 h 65"/>
                  <a:gd name="T4" fmla="*/ 38 w 57"/>
                  <a:gd name="T5" fmla="*/ 64 h 65"/>
                  <a:gd name="T6" fmla="*/ 56 w 57"/>
                  <a:gd name="T7" fmla="*/ 23 h 65"/>
                  <a:gd name="T8" fmla="*/ 18 w 57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65">
                    <a:moveTo>
                      <a:pt x="18" y="0"/>
                    </a:moveTo>
                    <a:lnTo>
                      <a:pt x="0" y="44"/>
                    </a:lnTo>
                    <a:lnTo>
                      <a:pt x="38" y="64"/>
                    </a:lnTo>
                    <a:lnTo>
                      <a:pt x="56" y="23"/>
                    </a:lnTo>
                    <a:lnTo>
                      <a:pt x="18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Freeform 18"/>
              <p:cNvSpPr>
                <a:spLocks/>
              </p:cNvSpPr>
              <p:nvPr/>
            </p:nvSpPr>
            <p:spPr bwMode="ltGray">
              <a:xfrm>
                <a:off x="2644" y="186"/>
                <a:ext cx="57" cy="102"/>
              </a:xfrm>
              <a:custGeom>
                <a:avLst/>
                <a:gdLst>
                  <a:gd name="T0" fmla="*/ 16 w 57"/>
                  <a:gd name="T1" fmla="*/ 0 h 102"/>
                  <a:gd name="T2" fmla="*/ 0 w 57"/>
                  <a:gd name="T3" fmla="*/ 101 h 102"/>
                  <a:gd name="T4" fmla="*/ 56 w 57"/>
                  <a:gd name="T5" fmla="*/ 49 h 102"/>
                  <a:gd name="T6" fmla="*/ 16 w 57"/>
                  <a:gd name="T7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" h="102">
                    <a:moveTo>
                      <a:pt x="16" y="0"/>
                    </a:moveTo>
                    <a:lnTo>
                      <a:pt x="0" y="101"/>
                    </a:lnTo>
                    <a:lnTo>
                      <a:pt x="56" y="49"/>
                    </a:lnTo>
                    <a:lnTo>
                      <a:pt x="16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Freeform 19"/>
              <p:cNvSpPr>
                <a:spLocks/>
              </p:cNvSpPr>
              <p:nvPr/>
            </p:nvSpPr>
            <p:spPr bwMode="ltGray">
              <a:xfrm>
                <a:off x="5673" y="2034"/>
                <a:ext cx="58" cy="102"/>
              </a:xfrm>
              <a:custGeom>
                <a:avLst/>
                <a:gdLst>
                  <a:gd name="T0" fmla="*/ 16 w 58"/>
                  <a:gd name="T1" fmla="*/ 0 h 102"/>
                  <a:gd name="T2" fmla="*/ 0 w 58"/>
                  <a:gd name="T3" fmla="*/ 101 h 102"/>
                  <a:gd name="T4" fmla="*/ 57 w 58"/>
                  <a:gd name="T5" fmla="*/ 49 h 102"/>
                  <a:gd name="T6" fmla="*/ 16 w 58"/>
                  <a:gd name="T7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" h="102">
                    <a:moveTo>
                      <a:pt x="16" y="0"/>
                    </a:moveTo>
                    <a:lnTo>
                      <a:pt x="0" y="101"/>
                    </a:lnTo>
                    <a:lnTo>
                      <a:pt x="57" y="49"/>
                    </a:lnTo>
                    <a:lnTo>
                      <a:pt x="16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Freeform 20"/>
              <p:cNvSpPr>
                <a:spLocks/>
              </p:cNvSpPr>
              <p:nvPr/>
            </p:nvSpPr>
            <p:spPr bwMode="ltGray">
              <a:xfrm>
                <a:off x="3478" y="3974"/>
                <a:ext cx="59" cy="104"/>
              </a:xfrm>
              <a:custGeom>
                <a:avLst/>
                <a:gdLst>
                  <a:gd name="T0" fmla="*/ 16 w 59"/>
                  <a:gd name="T1" fmla="*/ 0 h 104"/>
                  <a:gd name="T2" fmla="*/ 0 w 59"/>
                  <a:gd name="T3" fmla="*/ 103 h 104"/>
                  <a:gd name="T4" fmla="*/ 58 w 59"/>
                  <a:gd name="T5" fmla="*/ 50 h 104"/>
                  <a:gd name="T6" fmla="*/ 16 w 59"/>
                  <a:gd name="T7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104">
                    <a:moveTo>
                      <a:pt x="16" y="0"/>
                    </a:moveTo>
                    <a:lnTo>
                      <a:pt x="0" y="103"/>
                    </a:lnTo>
                    <a:lnTo>
                      <a:pt x="58" y="50"/>
                    </a:lnTo>
                    <a:lnTo>
                      <a:pt x="16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Freeform 21"/>
              <p:cNvSpPr>
                <a:spLocks/>
              </p:cNvSpPr>
              <p:nvPr/>
            </p:nvSpPr>
            <p:spPr bwMode="ltGray">
              <a:xfrm>
                <a:off x="426" y="4149"/>
                <a:ext cx="56" cy="102"/>
              </a:xfrm>
              <a:custGeom>
                <a:avLst/>
                <a:gdLst>
                  <a:gd name="T0" fmla="*/ 14 w 56"/>
                  <a:gd name="T1" fmla="*/ 0 h 102"/>
                  <a:gd name="T2" fmla="*/ 0 w 56"/>
                  <a:gd name="T3" fmla="*/ 101 h 102"/>
                  <a:gd name="T4" fmla="*/ 55 w 56"/>
                  <a:gd name="T5" fmla="*/ 49 h 102"/>
                  <a:gd name="T6" fmla="*/ 14 w 56"/>
                  <a:gd name="T7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6" h="102">
                    <a:moveTo>
                      <a:pt x="14" y="0"/>
                    </a:moveTo>
                    <a:lnTo>
                      <a:pt x="0" y="101"/>
                    </a:lnTo>
                    <a:lnTo>
                      <a:pt x="55" y="49"/>
                    </a:lnTo>
                    <a:lnTo>
                      <a:pt x="14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Freeform 22"/>
              <p:cNvSpPr>
                <a:spLocks/>
              </p:cNvSpPr>
              <p:nvPr/>
            </p:nvSpPr>
            <p:spPr bwMode="ltGray">
              <a:xfrm>
                <a:off x="1604" y="4043"/>
                <a:ext cx="57" cy="102"/>
              </a:xfrm>
              <a:custGeom>
                <a:avLst/>
                <a:gdLst>
                  <a:gd name="T0" fmla="*/ 16 w 57"/>
                  <a:gd name="T1" fmla="*/ 101 h 102"/>
                  <a:gd name="T2" fmla="*/ 0 w 57"/>
                  <a:gd name="T3" fmla="*/ 0 h 102"/>
                  <a:gd name="T4" fmla="*/ 56 w 57"/>
                  <a:gd name="T5" fmla="*/ 51 h 102"/>
                  <a:gd name="T6" fmla="*/ 16 w 57"/>
                  <a:gd name="T7" fmla="*/ 10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" h="102">
                    <a:moveTo>
                      <a:pt x="16" y="101"/>
                    </a:moveTo>
                    <a:lnTo>
                      <a:pt x="0" y="0"/>
                    </a:lnTo>
                    <a:lnTo>
                      <a:pt x="56" y="51"/>
                    </a:lnTo>
                    <a:lnTo>
                      <a:pt x="16" y="101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Freeform 23"/>
              <p:cNvSpPr>
                <a:spLocks/>
              </p:cNvSpPr>
              <p:nvPr/>
            </p:nvSpPr>
            <p:spPr bwMode="ltGray">
              <a:xfrm>
                <a:off x="5453" y="1573"/>
                <a:ext cx="46" cy="88"/>
              </a:xfrm>
              <a:custGeom>
                <a:avLst/>
                <a:gdLst>
                  <a:gd name="T0" fmla="*/ 27 w 46"/>
                  <a:gd name="T1" fmla="*/ 87 h 88"/>
                  <a:gd name="T2" fmla="*/ 45 w 46"/>
                  <a:gd name="T3" fmla="*/ 46 h 88"/>
                  <a:gd name="T4" fmla="*/ 18 w 46"/>
                  <a:gd name="T5" fmla="*/ 0 h 88"/>
                  <a:gd name="T6" fmla="*/ 0 w 46"/>
                  <a:gd name="T7" fmla="*/ 49 h 88"/>
                  <a:gd name="T8" fmla="*/ 27 w 46"/>
                  <a:gd name="T9" fmla="*/ 87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88">
                    <a:moveTo>
                      <a:pt x="27" y="87"/>
                    </a:moveTo>
                    <a:lnTo>
                      <a:pt x="45" y="46"/>
                    </a:lnTo>
                    <a:lnTo>
                      <a:pt x="18" y="0"/>
                    </a:lnTo>
                    <a:lnTo>
                      <a:pt x="0" y="49"/>
                    </a:lnTo>
                    <a:lnTo>
                      <a:pt x="27" y="87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" name="Freeform 24"/>
              <p:cNvSpPr>
                <a:spLocks/>
              </p:cNvSpPr>
              <p:nvPr/>
            </p:nvSpPr>
            <p:spPr bwMode="ltGray">
              <a:xfrm>
                <a:off x="5571" y="3729"/>
                <a:ext cx="47" cy="85"/>
              </a:xfrm>
              <a:custGeom>
                <a:avLst/>
                <a:gdLst>
                  <a:gd name="T0" fmla="*/ 19 w 47"/>
                  <a:gd name="T1" fmla="*/ 84 h 85"/>
                  <a:gd name="T2" fmla="*/ 0 w 47"/>
                  <a:gd name="T3" fmla="*/ 45 h 85"/>
                  <a:gd name="T4" fmla="*/ 27 w 47"/>
                  <a:gd name="T5" fmla="*/ 0 h 85"/>
                  <a:gd name="T6" fmla="*/ 46 w 47"/>
                  <a:gd name="T7" fmla="*/ 45 h 85"/>
                  <a:gd name="T8" fmla="*/ 19 w 47"/>
                  <a:gd name="T9" fmla="*/ 84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85">
                    <a:moveTo>
                      <a:pt x="19" y="84"/>
                    </a:moveTo>
                    <a:lnTo>
                      <a:pt x="0" y="45"/>
                    </a:lnTo>
                    <a:lnTo>
                      <a:pt x="27" y="0"/>
                    </a:lnTo>
                    <a:lnTo>
                      <a:pt x="46" y="45"/>
                    </a:lnTo>
                    <a:lnTo>
                      <a:pt x="19" y="84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" name="Freeform 25"/>
              <p:cNvSpPr>
                <a:spLocks/>
              </p:cNvSpPr>
              <p:nvPr/>
            </p:nvSpPr>
            <p:spPr bwMode="ltGray">
              <a:xfrm>
                <a:off x="5394" y="746"/>
                <a:ext cx="45" cy="86"/>
              </a:xfrm>
              <a:custGeom>
                <a:avLst/>
                <a:gdLst>
                  <a:gd name="T0" fmla="*/ 18 w 45"/>
                  <a:gd name="T1" fmla="*/ 85 h 86"/>
                  <a:gd name="T2" fmla="*/ 0 w 45"/>
                  <a:gd name="T3" fmla="*/ 45 h 86"/>
                  <a:gd name="T4" fmla="*/ 26 w 45"/>
                  <a:gd name="T5" fmla="*/ 0 h 86"/>
                  <a:gd name="T6" fmla="*/ 44 w 45"/>
                  <a:gd name="T7" fmla="*/ 49 h 86"/>
                  <a:gd name="T8" fmla="*/ 18 w 45"/>
                  <a:gd name="T9" fmla="*/ 85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86">
                    <a:moveTo>
                      <a:pt x="18" y="85"/>
                    </a:moveTo>
                    <a:lnTo>
                      <a:pt x="0" y="45"/>
                    </a:lnTo>
                    <a:lnTo>
                      <a:pt x="26" y="0"/>
                    </a:lnTo>
                    <a:lnTo>
                      <a:pt x="44" y="49"/>
                    </a:lnTo>
                    <a:lnTo>
                      <a:pt x="18" y="85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Freeform 26"/>
              <p:cNvSpPr>
                <a:spLocks/>
              </p:cNvSpPr>
              <p:nvPr/>
            </p:nvSpPr>
            <p:spPr bwMode="ltGray">
              <a:xfrm>
                <a:off x="5394" y="746"/>
                <a:ext cx="45" cy="86"/>
              </a:xfrm>
              <a:custGeom>
                <a:avLst/>
                <a:gdLst>
                  <a:gd name="T0" fmla="*/ 18 w 45"/>
                  <a:gd name="T1" fmla="*/ 85 h 86"/>
                  <a:gd name="T2" fmla="*/ 0 w 45"/>
                  <a:gd name="T3" fmla="*/ 45 h 86"/>
                  <a:gd name="T4" fmla="*/ 26 w 45"/>
                  <a:gd name="T5" fmla="*/ 0 h 86"/>
                  <a:gd name="T6" fmla="*/ 44 w 45"/>
                  <a:gd name="T7" fmla="*/ 49 h 86"/>
                  <a:gd name="T8" fmla="*/ 18 w 45"/>
                  <a:gd name="T9" fmla="*/ 85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86">
                    <a:moveTo>
                      <a:pt x="18" y="85"/>
                    </a:moveTo>
                    <a:lnTo>
                      <a:pt x="0" y="45"/>
                    </a:lnTo>
                    <a:lnTo>
                      <a:pt x="26" y="0"/>
                    </a:lnTo>
                    <a:lnTo>
                      <a:pt x="44" y="49"/>
                    </a:lnTo>
                    <a:lnTo>
                      <a:pt x="18" y="85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Freeform 27"/>
              <p:cNvSpPr>
                <a:spLocks/>
              </p:cNvSpPr>
              <p:nvPr/>
            </p:nvSpPr>
            <p:spPr bwMode="ltGray">
              <a:xfrm>
                <a:off x="4854" y="237"/>
                <a:ext cx="159" cy="72"/>
              </a:xfrm>
              <a:custGeom>
                <a:avLst/>
                <a:gdLst>
                  <a:gd name="T0" fmla="*/ 152 w 159"/>
                  <a:gd name="T1" fmla="*/ 27 h 72"/>
                  <a:gd name="T2" fmla="*/ 143 w 159"/>
                  <a:gd name="T3" fmla="*/ 24 h 72"/>
                  <a:gd name="T4" fmla="*/ 130 w 159"/>
                  <a:gd name="T5" fmla="*/ 24 h 72"/>
                  <a:gd name="T6" fmla="*/ 122 w 159"/>
                  <a:gd name="T7" fmla="*/ 27 h 72"/>
                  <a:gd name="T8" fmla="*/ 115 w 159"/>
                  <a:gd name="T9" fmla="*/ 36 h 72"/>
                  <a:gd name="T10" fmla="*/ 109 w 159"/>
                  <a:gd name="T11" fmla="*/ 44 h 72"/>
                  <a:gd name="T12" fmla="*/ 97 w 159"/>
                  <a:gd name="T13" fmla="*/ 59 h 72"/>
                  <a:gd name="T14" fmla="*/ 89 w 159"/>
                  <a:gd name="T15" fmla="*/ 68 h 72"/>
                  <a:gd name="T16" fmla="*/ 73 w 159"/>
                  <a:gd name="T17" fmla="*/ 71 h 72"/>
                  <a:gd name="T18" fmla="*/ 61 w 159"/>
                  <a:gd name="T19" fmla="*/ 68 h 72"/>
                  <a:gd name="T20" fmla="*/ 51 w 159"/>
                  <a:gd name="T21" fmla="*/ 62 h 72"/>
                  <a:gd name="T22" fmla="*/ 39 w 159"/>
                  <a:gd name="T23" fmla="*/ 56 h 72"/>
                  <a:gd name="T24" fmla="*/ 28 w 159"/>
                  <a:gd name="T25" fmla="*/ 53 h 72"/>
                  <a:gd name="T26" fmla="*/ 15 w 159"/>
                  <a:gd name="T27" fmla="*/ 53 h 72"/>
                  <a:gd name="T28" fmla="*/ 6 w 159"/>
                  <a:gd name="T29" fmla="*/ 56 h 72"/>
                  <a:gd name="T30" fmla="*/ 3 w 159"/>
                  <a:gd name="T31" fmla="*/ 51 h 72"/>
                  <a:gd name="T32" fmla="*/ 9 w 159"/>
                  <a:gd name="T33" fmla="*/ 47 h 72"/>
                  <a:gd name="T34" fmla="*/ 21 w 159"/>
                  <a:gd name="T35" fmla="*/ 44 h 72"/>
                  <a:gd name="T36" fmla="*/ 30 w 159"/>
                  <a:gd name="T37" fmla="*/ 44 h 72"/>
                  <a:gd name="T38" fmla="*/ 43 w 159"/>
                  <a:gd name="T39" fmla="*/ 53 h 72"/>
                  <a:gd name="T40" fmla="*/ 54 w 159"/>
                  <a:gd name="T41" fmla="*/ 56 h 72"/>
                  <a:gd name="T42" fmla="*/ 67 w 159"/>
                  <a:gd name="T43" fmla="*/ 59 h 72"/>
                  <a:gd name="T44" fmla="*/ 79 w 159"/>
                  <a:gd name="T45" fmla="*/ 59 h 72"/>
                  <a:gd name="T46" fmla="*/ 89 w 159"/>
                  <a:gd name="T47" fmla="*/ 56 h 72"/>
                  <a:gd name="T48" fmla="*/ 97 w 159"/>
                  <a:gd name="T49" fmla="*/ 51 h 72"/>
                  <a:gd name="T50" fmla="*/ 107 w 159"/>
                  <a:gd name="T51" fmla="*/ 39 h 72"/>
                  <a:gd name="T52" fmla="*/ 115 w 159"/>
                  <a:gd name="T53" fmla="*/ 21 h 72"/>
                  <a:gd name="T54" fmla="*/ 122 w 159"/>
                  <a:gd name="T55" fmla="*/ 6 h 72"/>
                  <a:gd name="T56" fmla="*/ 130 w 159"/>
                  <a:gd name="T57" fmla="*/ 0 h 72"/>
                  <a:gd name="T58" fmla="*/ 137 w 159"/>
                  <a:gd name="T59" fmla="*/ 0 h 72"/>
                  <a:gd name="T60" fmla="*/ 146 w 159"/>
                  <a:gd name="T61" fmla="*/ 3 h 72"/>
                  <a:gd name="T62" fmla="*/ 158 w 159"/>
                  <a:gd name="T63" fmla="*/ 3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9" h="72">
                    <a:moveTo>
                      <a:pt x="158" y="30"/>
                    </a:moveTo>
                    <a:lnTo>
                      <a:pt x="152" y="27"/>
                    </a:lnTo>
                    <a:lnTo>
                      <a:pt x="146" y="24"/>
                    </a:lnTo>
                    <a:lnTo>
                      <a:pt x="143" y="24"/>
                    </a:lnTo>
                    <a:lnTo>
                      <a:pt x="137" y="24"/>
                    </a:lnTo>
                    <a:lnTo>
                      <a:pt x="130" y="24"/>
                    </a:lnTo>
                    <a:lnTo>
                      <a:pt x="125" y="27"/>
                    </a:lnTo>
                    <a:lnTo>
                      <a:pt x="122" y="27"/>
                    </a:lnTo>
                    <a:lnTo>
                      <a:pt x="119" y="30"/>
                    </a:lnTo>
                    <a:lnTo>
                      <a:pt x="115" y="36"/>
                    </a:lnTo>
                    <a:lnTo>
                      <a:pt x="109" y="41"/>
                    </a:lnTo>
                    <a:lnTo>
                      <a:pt x="109" y="44"/>
                    </a:lnTo>
                    <a:lnTo>
                      <a:pt x="104" y="53"/>
                    </a:lnTo>
                    <a:lnTo>
                      <a:pt x="97" y="59"/>
                    </a:lnTo>
                    <a:lnTo>
                      <a:pt x="94" y="65"/>
                    </a:lnTo>
                    <a:lnTo>
                      <a:pt x="89" y="68"/>
                    </a:lnTo>
                    <a:lnTo>
                      <a:pt x="79" y="71"/>
                    </a:lnTo>
                    <a:lnTo>
                      <a:pt x="73" y="71"/>
                    </a:lnTo>
                    <a:lnTo>
                      <a:pt x="67" y="71"/>
                    </a:lnTo>
                    <a:lnTo>
                      <a:pt x="61" y="68"/>
                    </a:lnTo>
                    <a:lnTo>
                      <a:pt x="54" y="65"/>
                    </a:lnTo>
                    <a:lnTo>
                      <a:pt x="51" y="62"/>
                    </a:lnTo>
                    <a:lnTo>
                      <a:pt x="46" y="59"/>
                    </a:lnTo>
                    <a:lnTo>
                      <a:pt x="39" y="56"/>
                    </a:lnTo>
                    <a:lnTo>
                      <a:pt x="33" y="53"/>
                    </a:lnTo>
                    <a:lnTo>
                      <a:pt x="28" y="53"/>
                    </a:lnTo>
                    <a:lnTo>
                      <a:pt x="21" y="51"/>
                    </a:lnTo>
                    <a:lnTo>
                      <a:pt x="15" y="53"/>
                    </a:lnTo>
                    <a:lnTo>
                      <a:pt x="9" y="53"/>
                    </a:lnTo>
                    <a:lnTo>
                      <a:pt x="6" y="56"/>
                    </a:lnTo>
                    <a:lnTo>
                      <a:pt x="0" y="59"/>
                    </a:lnTo>
                    <a:lnTo>
                      <a:pt x="3" y="51"/>
                    </a:lnTo>
                    <a:lnTo>
                      <a:pt x="6" y="47"/>
                    </a:lnTo>
                    <a:lnTo>
                      <a:pt x="9" y="47"/>
                    </a:lnTo>
                    <a:lnTo>
                      <a:pt x="15" y="44"/>
                    </a:lnTo>
                    <a:lnTo>
                      <a:pt x="21" y="44"/>
                    </a:lnTo>
                    <a:lnTo>
                      <a:pt x="24" y="44"/>
                    </a:lnTo>
                    <a:lnTo>
                      <a:pt x="30" y="44"/>
                    </a:lnTo>
                    <a:lnTo>
                      <a:pt x="33" y="47"/>
                    </a:lnTo>
                    <a:lnTo>
                      <a:pt x="43" y="53"/>
                    </a:lnTo>
                    <a:lnTo>
                      <a:pt x="49" y="56"/>
                    </a:lnTo>
                    <a:lnTo>
                      <a:pt x="54" y="56"/>
                    </a:lnTo>
                    <a:lnTo>
                      <a:pt x="58" y="59"/>
                    </a:lnTo>
                    <a:lnTo>
                      <a:pt x="67" y="59"/>
                    </a:lnTo>
                    <a:lnTo>
                      <a:pt x="76" y="59"/>
                    </a:lnTo>
                    <a:lnTo>
                      <a:pt x="79" y="59"/>
                    </a:lnTo>
                    <a:lnTo>
                      <a:pt x="85" y="59"/>
                    </a:lnTo>
                    <a:lnTo>
                      <a:pt x="89" y="56"/>
                    </a:lnTo>
                    <a:lnTo>
                      <a:pt x="94" y="53"/>
                    </a:lnTo>
                    <a:lnTo>
                      <a:pt x="97" y="51"/>
                    </a:lnTo>
                    <a:lnTo>
                      <a:pt x="100" y="47"/>
                    </a:lnTo>
                    <a:lnTo>
                      <a:pt x="107" y="39"/>
                    </a:lnTo>
                    <a:lnTo>
                      <a:pt x="109" y="32"/>
                    </a:lnTo>
                    <a:lnTo>
                      <a:pt x="115" y="21"/>
                    </a:lnTo>
                    <a:lnTo>
                      <a:pt x="122" y="12"/>
                    </a:lnTo>
                    <a:lnTo>
                      <a:pt x="122" y="6"/>
                    </a:lnTo>
                    <a:lnTo>
                      <a:pt x="128" y="3"/>
                    </a:lnTo>
                    <a:lnTo>
                      <a:pt x="130" y="0"/>
                    </a:lnTo>
                    <a:lnTo>
                      <a:pt x="134" y="0"/>
                    </a:lnTo>
                    <a:lnTo>
                      <a:pt x="137" y="0"/>
                    </a:lnTo>
                    <a:lnTo>
                      <a:pt x="143" y="0"/>
                    </a:lnTo>
                    <a:lnTo>
                      <a:pt x="146" y="3"/>
                    </a:lnTo>
                    <a:lnTo>
                      <a:pt x="152" y="6"/>
                    </a:lnTo>
                    <a:lnTo>
                      <a:pt x="158" y="3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Freeform 28"/>
              <p:cNvSpPr>
                <a:spLocks/>
              </p:cNvSpPr>
              <p:nvPr/>
            </p:nvSpPr>
            <p:spPr bwMode="ltGray">
              <a:xfrm>
                <a:off x="5357" y="3223"/>
                <a:ext cx="154" cy="73"/>
              </a:xfrm>
              <a:custGeom>
                <a:avLst/>
                <a:gdLst>
                  <a:gd name="T0" fmla="*/ 147 w 154"/>
                  <a:gd name="T1" fmla="*/ 27 h 73"/>
                  <a:gd name="T2" fmla="*/ 138 w 154"/>
                  <a:gd name="T3" fmla="*/ 24 h 73"/>
                  <a:gd name="T4" fmla="*/ 127 w 154"/>
                  <a:gd name="T5" fmla="*/ 24 h 73"/>
                  <a:gd name="T6" fmla="*/ 117 w 154"/>
                  <a:gd name="T7" fmla="*/ 27 h 73"/>
                  <a:gd name="T8" fmla="*/ 112 w 154"/>
                  <a:gd name="T9" fmla="*/ 36 h 73"/>
                  <a:gd name="T10" fmla="*/ 105 w 154"/>
                  <a:gd name="T11" fmla="*/ 48 h 73"/>
                  <a:gd name="T12" fmla="*/ 97 w 154"/>
                  <a:gd name="T13" fmla="*/ 60 h 73"/>
                  <a:gd name="T14" fmla="*/ 84 w 154"/>
                  <a:gd name="T15" fmla="*/ 69 h 73"/>
                  <a:gd name="T16" fmla="*/ 69 w 154"/>
                  <a:gd name="T17" fmla="*/ 72 h 73"/>
                  <a:gd name="T18" fmla="*/ 57 w 154"/>
                  <a:gd name="T19" fmla="*/ 69 h 73"/>
                  <a:gd name="T20" fmla="*/ 49 w 154"/>
                  <a:gd name="T21" fmla="*/ 63 h 73"/>
                  <a:gd name="T22" fmla="*/ 37 w 154"/>
                  <a:gd name="T23" fmla="*/ 57 h 73"/>
                  <a:gd name="T24" fmla="*/ 24 w 154"/>
                  <a:gd name="T25" fmla="*/ 54 h 73"/>
                  <a:gd name="T26" fmla="*/ 12 w 154"/>
                  <a:gd name="T27" fmla="*/ 54 h 73"/>
                  <a:gd name="T28" fmla="*/ 4 w 154"/>
                  <a:gd name="T29" fmla="*/ 57 h 73"/>
                  <a:gd name="T30" fmla="*/ 0 w 154"/>
                  <a:gd name="T31" fmla="*/ 54 h 73"/>
                  <a:gd name="T32" fmla="*/ 7 w 154"/>
                  <a:gd name="T33" fmla="*/ 48 h 73"/>
                  <a:gd name="T34" fmla="*/ 19 w 154"/>
                  <a:gd name="T35" fmla="*/ 45 h 73"/>
                  <a:gd name="T36" fmla="*/ 27 w 154"/>
                  <a:gd name="T37" fmla="*/ 48 h 73"/>
                  <a:gd name="T38" fmla="*/ 39 w 154"/>
                  <a:gd name="T39" fmla="*/ 54 h 73"/>
                  <a:gd name="T40" fmla="*/ 52 w 154"/>
                  <a:gd name="T41" fmla="*/ 60 h 73"/>
                  <a:gd name="T42" fmla="*/ 64 w 154"/>
                  <a:gd name="T43" fmla="*/ 60 h 73"/>
                  <a:gd name="T44" fmla="*/ 75 w 154"/>
                  <a:gd name="T45" fmla="*/ 60 h 73"/>
                  <a:gd name="T46" fmla="*/ 84 w 154"/>
                  <a:gd name="T47" fmla="*/ 57 h 73"/>
                  <a:gd name="T48" fmla="*/ 93 w 154"/>
                  <a:gd name="T49" fmla="*/ 51 h 73"/>
                  <a:gd name="T50" fmla="*/ 102 w 154"/>
                  <a:gd name="T51" fmla="*/ 39 h 73"/>
                  <a:gd name="T52" fmla="*/ 112 w 154"/>
                  <a:gd name="T53" fmla="*/ 22 h 73"/>
                  <a:gd name="T54" fmla="*/ 120 w 154"/>
                  <a:gd name="T55" fmla="*/ 7 h 73"/>
                  <a:gd name="T56" fmla="*/ 127 w 154"/>
                  <a:gd name="T57" fmla="*/ 0 h 73"/>
                  <a:gd name="T58" fmla="*/ 135 w 154"/>
                  <a:gd name="T59" fmla="*/ 0 h 73"/>
                  <a:gd name="T60" fmla="*/ 145 w 154"/>
                  <a:gd name="T61" fmla="*/ 3 h 73"/>
                  <a:gd name="T62" fmla="*/ 153 w 154"/>
                  <a:gd name="T63" fmla="*/ 3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4" h="73">
                    <a:moveTo>
                      <a:pt x="153" y="30"/>
                    </a:moveTo>
                    <a:lnTo>
                      <a:pt x="147" y="27"/>
                    </a:lnTo>
                    <a:lnTo>
                      <a:pt x="142" y="24"/>
                    </a:lnTo>
                    <a:lnTo>
                      <a:pt x="138" y="24"/>
                    </a:lnTo>
                    <a:lnTo>
                      <a:pt x="132" y="24"/>
                    </a:lnTo>
                    <a:lnTo>
                      <a:pt x="127" y="24"/>
                    </a:lnTo>
                    <a:lnTo>
                      <a:pt x="123" y="27"/>
                    </a:lnTo>
                    <a:lnTo>
                      <a:pt x="117" y="27"/>
                    </a:lnTo>
                    <a:lnTo>
                      <a:pt x="115" y="30"/>
                    </a:lnTo>
                    <a:lnTo>
                      <a:pt x="112" y="36"/>
                    </a:lnTo>
                    <a:lnTo>
                      <a:pt x="105" y="42"/>
                    </a:lnTo>
                    <a:lnTo>
                      <a:pt x="105" y="48"/>
                    </a:lnTo>
                    <a:lnTo>
                      <a:pt x="99" y="54"/>
                    </a:lnTo>
                    <a:lnTo>
                      <a:pt x="97" y="60"/>
                    </a:lnTo>
                    <a:lnTo>
                      <a:pt x="90" y="66"/>
                    </a:lnTo>
                    <a:lnTo>
                      <a:pt x="84" y="69"/>
                    </a:lnTo>
                    <a:lnTo>
                      <a:pt x="75" y="72"/>
                    </a:lnTo>
                    <a:lnTo>
                      <a:pt x="69" y="72"/>
                    </a:lnTo>
                    <a:lnTo>
                      <a:pt x="64" y="72"/>
                    </a:lnTo>
                    <a:lnTo>
                      <a:pt x="57" y="69"/>
                    </a:lnTo>
                    <a:lnTo>
                      <a:pt x="52" y="66"/>
                    </a:lnTo>
                    <a:lnTo>
                      <a:pt x="49" y="63"/>
                    </a:lnTo>
                    <a:lnTo>
                      <a:pt x="42" y="60"/>
                    </a:lnTo>
                    <a:lnTo>
                      <a:pt x="37" y="57"/>
                    </a:lnTo>
                    <a:lnTo>
                      <a:pt x="30" y="54"/>
                    </a:lnTo>
                    <a:lnTo>
                      <a:pt x="24" y="54"/>
                    </a:lnTo>
                    <a:lnTo>
                      <a:pt x="19" y="51"/>
                    </a:lnTo>
                    <a:lnTo>
                      <a:pt x="12" y="54"/>
                    </a:lnTo>
                    <a:lnTo>
                      <a:pt x="7" y="54"/>
                    </a:lnTo>
                    <a:lnTo>
                      <a:pt x="4" y="57"/>
                    </a:lnTo>
                    <a:lnTo>
                      <a:pt x="0" y="60"/>
                    </a:lnTo>
                    <a:lnTo>
                      <a:pt x="0" y="54"/>
                    </a:lnTo>
                    <a:lnTo>
                      <a:pt x="4" y="51"/>
                    </a:lnTo>
                    <a:lnTo>
                      <a:pt x="7" y="48"/>
                    </a:lnTo>
                    <a:lnTo>
                      <a:pt x="12" y="45"/>
                    </a:lnTo>
                    <a:lnTo>
                      <a:pt x="19" y="45"/>
                    </a:lnTo>
                    <a:lnTo>
                      <a:pt x="22" y="45"/>
                    </a:lnTo>
                    <a:lnTo>
                      <a:pt x="27" y="48"/>
                    </a:lnTo>
                    <a:lnTo>
                      <a:pt x="30" y="48"/>
                    </a:lnTo>
                    <a:lnTo>
                      <a:pt x="39" y="54"/>
                    </a:lnTo>
                    <a:lnTo>
                      <a:pt x="49" y="57"/>
                    </a:lnTo>
                    <a:lnTo>
                      <a:pt x="52" y="60"/>
                    </a:lnTo>
                    <a:lnTo>
                      <a:pt x="57" y="60"/>
                    </a:lnTo>
                    <a:lnTo>
                      <a:pt x="64" y="60"/>
                    </a:lnTo>
                    <a:lnTo>
                      <a:pt x="72" y="60"/>
                    </a:lnTo>
                    <a:lnTo>
                      <a:pt x="75" y="60"/>
                    </a:lnTo>
                    <a:lnTo>
                      <a:pt x="82" y="60"/>
                    </a:lnTo>
                    <a:lnTo>
                      <a:pt x="84" y="57"/>
                    </a:lnTo>
                    <a:lnTo>
                      <a:pt x="90" y="54"/>
                    </a:lnTo>
                    <a:lnTo>
                      <a:pt x="93" y="51"/>
                    </a:lnTo>
                    <a:lnTo>
                      <a:pt x="97" y="48"/>
                    </a:lnTo>
                    <a:lnTo>
                      <a:pt x="102" y="39"/>
                    </a:lnTo>
                    <a:lnTo>
                      <a:pt x="108" y="33"/>
                    </a:lnTo>
                    <a:lnTo>
                      <a:pt x="112" y="22"/>
                    </a:lnTo>
                    <a:lnTo>
                      <a:pt x="117" y="12"/>
                    </a:lnTo>
                    <a:lnTo>
                      <a:pt x="120" y="7"/>
                    </a:lnTo>
                    <a:lnTo>
                      <a:pt x="123" y="3"/>
                    </a:lnTo>
                    <a:lnTo>
                      <a:pt x="127" y="0"/>
                    </a:lnTo>
                    <a:lnTo>
                      <a:pt x="132" y="0"/>
                    </a:lnTo>
                    <a:lnTo>
                      <a:pt x="135" y="0"/>
                    </a:lnTo>
                    <a:lnTo>
                      <a:pt x="138" y="0"/>
                    </a:lnTo>
                    <a:lnTo>
                      <a:pt x="145" y="3"/>
                    </a:lnTo>
                    <a:lnTo>
                      <a:pt x="147" y="7"/>
                    </a:lnTo>
                    <a:lnTo>
                      <a:pt x="153" y="3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Freeform 29"/>
              <p:cNvSpPr>
                <a:spLocks/>
              </p:cNvSpPr>
              <p:nvPr/>
            </p:nvSpPr>
            <p:spPr bwMode="ltGray">
              <a:xfrm>
                <a:off x="224" y="1995"/>
                <a:ext cx="157" cy="74"/>
              </a:xfrm>
              <a:custGeom>
                <a:avLst/>
                <a:gdLst>
                  <a:gd name="T0" fmla="*/ 149 w 157"/>
                  <a:gd name="T1" fmla="*/ 27 h 74"/>
                  <a:gd name="T2" fmla="*/ 141 w 157"/>
                  <a:gd name="T3" fmla="*/ 25 h 74"/>
                  <a:gd name="T4" fmla="*/ 129 w 157"/>
                  <a:gd name="T5" fmla="*/ 25 h 74"/>
                  <a:gd name="T6" fmla="*/ 120 w 157"/>
                  <a:gd name="T7" fmla="*/ 27 h 74"/>
                  <a:gd name="T8" fmla="*/ 114 w 157"/>
                  <a:gd name="T9" fmla="*/ 36 h 74"/>
                  <a:gd name="T10" fmla="*/ 105 w 157"/>
                  <a:gd name="T11" fmla="*/ 48 h 74"/>
                  <a:gd name="T12" fmla="*/ 99 w 157"/>
                  <a:gd name="T13" fmla="*/ 61 h 74"/>
                  <a:gd name="T14" fmla="*/ 84 w 157"/>
                  <a:gd name="T15" fmla="*/ 70 h 74"/>
                  <a:gd name="T16" fmla="*/ 72 w 157"/>
                  <a:gd name="T17" fmla="*/ 73 h 74"/>
                  <a:gd name="T18" fmla="*/ 60 w 157"/>
                  <a:gd name="T19" fmla="*/ 70 h 74"/>
                  <a:gd name="T20" fmla="*/ 51 w 157"/>
                  <a:gd name="T21" fmla="*/ 64 h 74"/>
                  <a:gd name="T22" fmla="*/ 39 w 157"/>
                  <a:gd name="T23" fmla="*/ 58 h 74"/>
                  <a:gd name="T24" fmla="*/ 27 w 157"/>
                  <a:gd name="T25" fmla="*/ 51 h 74"/>
                  <a:gd name="T26" fmla="*/ 15 w 157"/>
                  <a:gd name="T27" fmla="*/ 51 h 74"/>
                  <a:gd name="T28" fmla="*/ 7 w 157"/>
                  <a:gd name="T29" fmla="*/ 58 h 74"/>
                  <a:gd name="T30" fmla="*/ 3 w 157"/>
                  <a:gd name="T31" fmla="*/ 51 h 74"/>
                  <a:gd name="T32" fmla="*/ 9 w 157"/>
                  <a:gd name="T33" fmla="*/ 48 h 74"/>
                  <a:gd name="T34" fmla="*/ 21 w 157"/>
                  <a:gd name="T35" fmla="*/ 46 h 74"/>
                  <a:gd name="T36" fmla="*/ 30 w 157"/>
                  <a:gd name="T37" fmla="*/ 46 h 74"/>
                  <a:gd name="T38" fmla="*/ 42 w 157"/>
                  <a:gd name="T39" fmla="*/ 51 h 74"/>
                  <a:gd name="T40" fmla="*/ 54 w 157"/>
                  <a:gd name="T41" fmla="*/ 58 h 74"/>
                  <a:gd name="T42" fmla="*/ 66 w 157"/>
                  <a:gd name="T43" fmla="*/ 61 h 74"/>
                  <a:gd name="T44" fmla="*/ 78 w 157"/>
                  <a:gd name="T45" fmla="*/ 61 h 74"/>
                  <a:gd name="T46" fmla="*/ 87 w 157"/>
                  <a:gd name="T47" fmla="*/ 58 h 74"/>
                  <a:gd name="T48" fmla="*/ 96 w 157"/>
                  <a:gd name="T49" fmla="*/ 51 h 74"/>
                  <a:gd name="T50" fmla="*/ 105 w 157"/>
                  <a:gd name="T51" fmla="*/ 40 h 74"/>
                  <a:gd name="T52" fmla="*/ 114 w 157"/>
                  <a:gd name="T53" fmla="*/ 21 h 74"/>
                  <a:gd name="T54" fmla="*/ 120 w 157"/>
                  <a:gd name="T55" fmla="*/ 6 h 74"/>
                  <a:gd name="T56" fmla="*/ 129 w 157"/>
                  <a:gd name="T57" fmla="*/ 0 h 74"/>
                  <a:gd name="T58" fmla="*/ 135 w 157"/>
                  <a:gd name="T59" fmla="*/ 0 h 74"/>
                  <a:gd name="T60" fmla="*/ 144 w 157"/>
                  <a:gd name="T61" fmla="*/ 3 h 74"/>
                  <a:gd name="T62" fmla="*/ 156 w 157"/>
                  <a:gd name="T63" fmla="*/ 3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7" h="74">
                    <a:moveTo>
                      <a:pt x="156" y="30"/>
                    </a:moveTo>
                    <a:lnTo>
                      <a:pt x="149" y="27"/>
                    </a:lnTo>
                    <a:lnTo>
                      <a:pt x="144" y="25"/>
                    </a:lnTo>
                    <a:lnTo>
                      <a:pt x="141" y="25"/>
                    </a:lnTo>
                    <a:lnTo>
                      <a:pt x="135" y="25"/>
                    </a:lnTo>
                    <a:lnTo>
                      <a:pt x="129" y="25"/>
                    </a:lnTo>
                    <a:lnTo>
                      <a:pt x="122" y="27"/>
                    </a:lnTo>
                    <a:lnTo>
                      <a:pt x="120" y="27"/>
                    </a:lnTo>
                    <a:lnTo>
                      <a:pt x="117" y="30"/>
                    </a:lnTo>
                    <a:lnTo>
                      <a:pt x="114" y="36"/>
                    </a:lnTo>
                    <a:lnTo>
                      <a:pt x="107" y="43"/>
                    </a:lnTo>
                    <a:lnTo>
                      <a:pt x="105" y="48"/>
                    </a:lnTo>
                    <a:lnTo>
                      <a:pt x="102" y="55"/>
                    </a:lnTo>
                    <a:lnTo>
                      <a:pt x="99" y="61"/>
                    </a:lnTo>
                    <a:lnTo>
                      <a:pt x="92" y="66"/>
                    </a:lnTo>
                    <a:lnTo>
                      <a:pt x="84" y="70"/>
                    </a:lnTo>
                    <a:lnTo>
                      <a:pt x="78" y="73"/>
                    </a:lnTo>
                    <a:lnTo>
                      <a:pt x="72" y="73"/>
                    </a:lnTo>
                    <a:lnTo>
                      <a:pt x="66" y="73"/>
                    </a:lnTo>
                    <a:lnTo>
                      <a:pt x="60" y="70"/>
                    </a:lnTo>
                    <a:lnTo>
                      <a:pt x="54" y="66"/>
                    </a:lnTo>
                    <a:lnTo>
                      <a:pt x="51" y="64"/>
                    </a:lnTo>
                    <a:lnTo>
                      <a:pt x="45" y="61"/>
                    </a:lnTo>
                    <a:lnTo>
                      <a:pt x="39" y="58"/>
                    </a:lnTo>
                    <a:lnTo>
                      <a:pt x="33" y="55"/>
                    </a:lnTo>
                    <a:lnTo>
                      <a:pt x="27" y="51"/>
                    </a:lnTo>
                    <a:lnTo>
                      <a:pt x="21" y="51"/>
                    </a:lnTo>
                    <a:lnTo>
                      <a:pt x="15" y="51"/>
                    </a:lnTo>
                    <a:lnTo>
                      <a:pt x="9" y="55"/>
                    </a:lnTo>
                    <a:lnTo>
                      <a:pt x="7" y="58"/>
                    </a:lnTo>
                    <a:lnTo>
                      <a:pt x="0" y="58"/>
                    </a:lnTo>
                    <a:lnTo>
                      <a:pt x="3" y="51"/>
                    </a:lnTo>
                    <a:lnTo>
                      <a:pt x="7" y="48"/>
                    </a:lnTo>
                    <a:lnTo>
                      <a:pt x="9" y="48"/>
                    </a:lnTo>
                    <a:lnTo>
                      <a:pt x="15" y="46"/>
                    </a:lnTo>
                    <a:lnTo>
                      <a:pt x="21" y="46"/>
                    </a:lnTo>
                    <a:lnTo>
                      <a:pt x="24" y="46"/>
                    </a:lnTo>
                    <a:lnTo>
                      <a:pt x="30" y="46"/>
                    </a:lnTo>
                    <a:lnTo>
                      <a:pt x="33" y="48"/>
                    </a:lnTo>
                    <a:lnTo>
                      <a:pt x="42" y="51"/>
                    </a:lnTo>
                    <a:lnTo>
                      <a:pt x="51" y="58"/>
                    </a:lnTo>
                    <a:lnTo>
                      <a:pt x="54" y="58"/>
                    </a:lnTo>
                    <a:lnTo>
                      <a:pt x="57" y="61"/>
                    </a:lnTo>
                    <a:lnTo>
                      <a:pt x="66" y="61"/>
                    </a:lnTo>
                    <a:lnTo>
                      <a:pt x="72" y="61"/>
                    </a:lnTo>
                    <a:lnTo>
                      <a:pt x="78" y="61"/>
                    </a:lnTo>
                    <a:lnTo>
                      <a:pt x="84" y="58"/>
                    </a:lnTo>
                    <a:lnTo>
                      <a:pt x="87" y="58"/>
                    </a:lnTo>
                    <a:lnTo>
                      <a:pt x="92" y="55"/>
                    </a:lnTo>
                    <a:lnTo>
                      <a:pt x="96" y="51"/>
                    </a:lnTo>
                    <a:lnTo>
                      <a:pt x="99" y="48"/>
                    </a:lnTo>
                    <a:lnTo>
                      <a:pt x="105" y="40"/>
                    </a:lnTo>
                    <a:lnTo>
                      <a:pt x="107" y="30"/>
                    </a:lnTo>
                    <a:lnTo>
                      <a:pt x="114" y="21"/>
                    </a:lnTo>
                    <a:lnTo>
                      <a:pt x="117" y="12"/>
                    </a:lnTo>
                    <a:lnTo>
                      <a:pt x="120" y="6"/>
                    </a:lnTo>
                    <a:lnTo>
                      <a:pt x="126" y="3"/>
                    </a:lnTo>
                    <a:lnTo>
                      <a:pt x="129" y="0"/>
                    </a:lnTo>
                    <a:lnTo>
                      <a:pt x="132" y="0"/>
                    </a:lnTo>
                    <a:lnTo>
                      <a:pt x="135" y="0"/>
                    </a:lnTo>
                    <a:lnTo>
                      <a:pt x="141" y="0"/>
                    </a:lnTo>
                    <a:lnTo>
                      <a:pt x="144" y="3"/>
                    </a:lnTo>
                    <a:lnTo>
                      <a:pt x="149" y="6"/>
                    </a:lnTo>
                    <a:lnTo>
                      <a:pt x="156" y="3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" name="Freeform 30"/>
              <p:cNvSpPr>
                <a:spLocks/>
              </p:cNvSpPr>
              <p:nvPr/>
            </p:nvSpPr>
            <p:spPr bwMode="ltGray">
              <a:xfrm>
                <a:off x="3594" y="91"/>
                <a:ext cx="158" cy="75"/>
              </a:xfrm>
              <a:custGeom>
                <a:avLst/>
                <a:gdLst>
                  <a:gd name="T0" fmla="*/ 4 w 158"/>
                  <a:gd name="T1" fmla="*/ 30 h 75"/>
                  <a:gd name="T2" fmla="*/ 15 w 158"/>
                  <a:gd name="T3" fmla="*/ 27 h 75"/>
                  <a:gd name="T4" fmla="*/ 27 w 158"/>
                  <a:gd name="T5" fmla="*/ 27 h 75"/>
                  <a:gd name="T6" fmla="*/ 37 w 158"/>
                  <a:gd name="T7" fmla="*/ 30 h 75"/>
                  <a:gd name="T8" fmla="*/ 42 w 158"/>
                  <a:gd name="T9" fmla="*/ 36 h 75"/>
                  <a:gd name="T10" fmla="*/ 49 w 158"/>
                  <a:gd name="T11" fmla="*/ 48 h 75"/>
                  <a:gd name="T12" fmla="*/ 57 w 158"/>
                  <a:gd name="T13" fmla="*/ 63 h 75"/>
                  <a:gd name="T14" fmla="*/ 70 w 158"/>
                  <a:gd name="T15" fmla="*/ 71 h 75"/>
                  <a:gd name="T16" fmla="*/ 85 w 158"/>
                  <a:gd name="T17" fmla="*/ 74 h 75"/>
                  <a:gd name="T18" fmla="*/ 97 w 158"/>
                  <a:gd name="T19" fmla="*/ 71 h 75"/>
                  <a:gd name="T20" fmla="*/ 105 w 158"/>
                  <a:gd name="T21" fmla="*/ 63 h 75"/>
                  <a:gd name="T22" fmla="*/ 118 w 158"/>
                  <a:gd name="T23" fmla="*/ 56 h 75"/>
                  <a:gd name="T24" fmla="*/ 130 w 158"/>
                  <a:gd name="T25" fmla="*/ 54 h 75"/>
                  <a:gd name="T26" fmla="*/ 142 w 158"/>
                  <a:gd name="T27" fmla="*/ 54 h 75"/>
                  <a:gd name="T28" fmla="*/ 150 w 158"/>
                  <a:gd name="T29" fmla="*/ 56 h 75"/>
                  <a:gd name="T30" fmla="*/ 154 w 158"/>
                  <a:gd name="T31" fmla="*/ 54 h 75"/>
                  <a:gd name="T32" fmla="*/ 145 w 158"/>
                  <a:gd name="T33" fmla="*/ 48 h 75"/>
                  <a:gd name="T34" fmla="*/ 135 w 158"/>
                  <a:gd name="T35" fmla="*/ 48 h 75"/>
                  <a:gd name="T36" fmla="*/ 127 w 158"/>
                  <a:gd name="T37" fmla="*/ 48 h 75"/>
                  <a:gd name="T38" fmla="*/ 115 w 158"/>
                  <a:gd name="T39" fmla="*/ 54 h 75"/>
                  <a:gd name="T40" fmla="*/ 102 w 158"/>
                  <a:gd name="T41" fmla="*/ 59 h 75"/>
                  <a:gd name="T42" fmla="*/ 87 w 158"/>
                  <a:gd name="T43" fmla="*/ 59 h 75"/>
                  <a:gd name="T44" fmla="*/ 79 w 158"/>
                  <a:gd name="T45" fmla="*/ 59 h 75"/>
                  <a:gd name="T46" fmla="*/ 70 w 158"/>
                  <a:gd name="T47" fmla="*/ 56 h 75"/>
                  <a:gd name="T48" fmla="*/ 60 w 158"/>
                  <a:gd name="T49" fmla="*/ 54 h 75"/>
                  <a:gd name="T50" fmla="*/ 52 w 158"/>
                  <a:gd name="T51" fmla="*/ 42 h 75"/>
                  <a:gd name="T52" fmla="*/ 42 w 158"/>
                  <a:gd name="T53" fmla="*/ 24 h 75"/>
                  <a:gd name="T54" fmla="*/ 34 w 158"/>
                  <a:gd name="T55" fmla="*/ 9 h 75"/>
                  <a:gd name="T56" fmla="*/ 27 w 158"/>
                  <a:gd name="T57" fmla="*/ 4 h 75"/>
                  <a:gd name="T58" fmla="*/ 19 w 158"/>
                  <a:gd name="T59" fmla="*/ 0 h 75"/>
                  <a:gd name="T60" fmla="*/ 9 w 158"/>
                  <a:gd name="T61" fmla="*/ 6 h 75"/>
                  <a:gd name="T62" fmla="*/ 0 w 158"/>
                  <a:gd name="T63" fmla="*/ 3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8" h="75">
                    <a:moveTo>
                      <a:pt x="0" y="33"/>
                    </a:moveTo>
                    <a:lnTo>
                      <a:pt x="4" y="30"/>
                    </a:lnTo>
                    <a:lnTo>
                      <a:pt x="12" y="27"/>
                    </a:lnTo>
                    <a:lnTo>
                      <a:pt x="15" y="27"/>
                    </a:lnTo>
                    <a:lnTo>
                      <a:pt x="22" y="27"/>
                    </a:lnTo>
                    <a:lnTo>
                      <a:pt x="27" y="27"/>
                    </a:lnTo>
                    <a:lnTo>
                      <a:pt x="30" y="27"/>
                    </a:lnTo>
                    <a:lnTo>
                      <a:pt x="37" y="30"/>
                    </a:lnTo>
                    <a:lnTo>
                      <a:pt x="37" y="33"/>
                    </a:lnTo>
                    <a:lnTo>
                      <a:pt x="42" y="36"/>
                    </a:lnTo>
                    <a:lnTo>
                      <a:pt x="45" y="42"/>
                    </a:lnTo>
                    <a:lnTo>
                      <a:pt x="49" y="48"/>
                    </a:lnTo>
                    <a:lnTo>
                      <a:pt x="52" y="54"/>
                    </a:lnTo>
                    <a:lnTo>
                      <a:pt x="57" y="63"/>
                    </a:lnTo>
                    <a:lnTo>
                      <a:pt x="64" y="66"/>
                    </a:lnTo>
                    <a:lnTo>
                      <a:pt x="70" y="71"/>
                    </a:lnTo>
                    <a:lnTo>
                      <a:pt x="75" y="74"/>
                    </a:lnTo>
                    <a:lnTo>
                      <a:pt x="85" y="74"/>
                    </a:lnTo>
                    <a:lnTo>
                      <a:pt x="90" y="74"/>
                    </a:lnTo>
                    <a:lnTo>
                      <a:pt x="97" y="71"/>
                    </a:lnTo>
                    <a:lnTo>
                      <a:pt x="102" y="68"/>
                    </a:lnTo>
                    <a:lnTo>
                      <a:pt x="105" y="63"/>
                    </a:lnTo>
                    <a:lnTo>
                      <a:pt x="112" y="59"/>
                    </a:lnTo>
                    <a:lnTo>
                      <a:pt x="118" y="56"/>
                    </a:lnTo>
                    <a:lnTo>
                      <a:pt x="124" y="54"/>
                    </a:lnTo>
                    <a:lnTo>
                      <a:pt x="130" y="54"/>
                    </a:lnTo>
                    <a:lnTo>
                      <a:pt x="133" y="54"/>
                    </a:lnTo>
                    <a:lnTo>
                      <a:pt x="142" y="54"/>
                    </a:lnTo>
                    <a:lnTo>
                      <a:pt x="148" y="56"/>
                    </a:lnTo>
                    <a:lnTo>
                      <a:pt x="150" y="56"/>
                    </a:lnTo>
                    <a:lnTo>
                      <a:pt x="157" y="59"/>
                    </a:lnTo>
                    <a:lnTo>
                      <a:pt x="154" y="54"/>
                    </a:lnTo>
                    <a:lnTo>
                      <a:pt x="150" y="51"/>
                    </a:lnTo>
                    <a:lnTo>
                      <a:pt x="145" y="48"/>
                    </a:lnTo>
                    <a:lnTo>
                      <a:pt x="142" y="48"/>
                    </a:lnTo>
                    <a:lnTo>
                      <a:pt x="135" y="48"/>
                    </a:lnTo>
                    <a:lnTo>
                      <a:pt x="133" y="48"/>
                    </a:lnTo>
                    <a:lnTo>
                      <a:pt x="127" y="48"/>
                    </a:lnTo>
                    <a:lnTo>
                      <a:pt x="124" y="51"/>
                    </a:lnTo>
                    <a:lnTo>
                      <a:pt x="115" y="54"/>
                    </a:lnTo>
                    <a:lnTo>
                      <a:pt x="105" y="59"/>
                    </a:lnTo>
                    <a:lnTo>
                      <a:pt x="102" y="59"/>
                    </a:lnTo>
                    <a:lnTo>
                      <a:pt x="97" y="59"/>
                    </a:lnTo>
                    <a:lnTo>
                      <a:pt x="87" y="59"/>
                    </a:lnTo>
                    <a:lnTo>
                      <a:pt x="82" y="63"/>
                    </a:lnTo>
                    <a:lnTo>
                      <a:pt x="79" y="59"/>
                    </a:lnTo>
                    <a:lnTo>
                      <a:pt x="72" y="59"/>
                    </a:lnTo>
                    <a:lnTo>
                      <a:pt x="70" y="56"/>
                    </a:lnTo>
                    <a:lnTo>
                      <a:pt x="64" y="56"/>
                    </a:lnTo>
                    <a:lnTo>
                      <a:pt x="60" y="54"/>
                    </a:lnTo>
                    <a:lnTo>
                      <a:pt x="57" y="48"/>
                    </a:lnTo>
                    <a:lnTo>
                      <a:pt x="52" y="42"/>
                    </a:lnTo>
                    <a:lnTo>
                      <a:pt x="45" y="33"/>
                    </a:lnTo>
                    <a:lnTo>
                      <a:pt x="42" y="24"/>
                    </a:lnTo>
                    <a:lnTo>
                      <a:pt x="37" y="12"/>
                    </a:lnTo>
                    <a:lnTo>
                      <a:pt x="34" y="9"/>
                    </a:lnTo>
                    <a:lnTo>
                      <a:pt x="30" y="4"/>
                    </a:lnTo>
                    <a:lnTo>
                      <a:pt x="27" y="4"/>
                    </a:lnTo>
                    <a:lnTo>
                      <a:pt x="24" y="0"/>
                    </a:lnTo>
                    <a:lnTo>
                      <a:pt x="19" y="0"/>
                    </a:lnTo>
                    <a:lnTo>
                      <a:pt x="15" y="4"/>
                    </a:lnTo>
                    <a:lnTo>
                      <a:pt x="9" y="6"/>
                    </a:lnTo>
                    <a:lnTo>
                      <a:pt x="7" y="9"/>
                    </a:lnTo>
                    <a:lnTo>
                      <a:pt x="0" y="33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" name="Freeform 31"/>
              <p:cNvSpPr>
                <a:spLocks/>
              </p:cNvSpPr>
              <p:nvPr/>
            </p:nvSpPr>
            <p:spPr bwMode="ltGray">
              <a:xfrm>
                <a:off x="148" y="3372"/>
                <a:ext cx="160" cy="73"/>
              </a:xfrm>
              <a:custGeom>
                <a:avLst/>
                <a:gdLst>
                  <a:gd name="T0" fmla="*/ 7 w 160"/>
                  <a:gd name="T1" fmla="*/ 27 h 73"/>
                  <a:gd name="T2" fmla="*/ 15 w 160"/>
                  <a:gd name="T3" fmla="*/ 24 h 73"/>
                  <a:gd name="T4" fmla="*/ 28 w 160"/>
                  <a:gd name="T5" fmla="*/ 24 h 73"/>
                  <a:gd name="T6" fmla="*/ 37 w 160"/>
                  <a:gd name="T7" fmla="*/ 30 h 73"/>
                  <a:gd name="T8" fmla="*/ 43 w 160"/>
                  <a:gd name="T9" fmla="*/ 36 h 73"/>
                  <a:gd name="T10" fmla="*/ 50 w 160"/>
                  <a:gd name="T11" fmla="*/ 49 h 73"/>
                  <a:gd name="T12" fmla="*/ 58 w 160"/>
                  <a:gd name="T13" fmla="*/ 60 h 73"/>
                  <a:gd name="T14" fmla="*/ 70 w 160"/>
                  <a:gd name="T15" fmla="*/ 69 h 73"/>
                  <a:gd name="T16" fmla="*/ 86 w 160"/>
                  <a:gd name="T17" fmla="*/ 72 h 73"/>
                  <a:gd name="T18" fmla="*/ 98 w 160"/>
                  <a:gd name="T19" fmla="*/ 72 h 73"/>
                  <a:gd name="T20" fmla="*/ 107 w 160"/>
                  <a:gd name="T21" fmla="*/ 64 h 73"/>
                  <a:gd name="T22" fmla="*/ 119 w 160"/>
                  <a:gd name="T23" fmla="*/ 57 h 73"/>
                  <a:gd name="T24" fmla="*/ 131 w 160"/>
                  <a:gd name="T25" fmla="*/ 54 h 73"/>
                  <a:gd name="T26" fmla="*/ 144 w 160"/>
                  <a:gd name="T27" fmla="*/ 54 h 73"/>
                  <a:gd name="T28" fmla="*/ 152 w 160"/>
                  <a:gd name="T29" fmla="*/ 57 h 73"/>
                  <a:gd name="T30" fmla="*/ 156 w 160"/>
                  <a:gd name="T31" fmla="*/ 54 h 73"/>
                  <a:gd name="T32" fmla="*/ 147 w 160"/>
                  <a:gd name="T33" fmla="*/ 49 h 73"/>
                  <a:gd name="T34" fmla="*/ 137 w 160"/>
                  <a:gd name="T35" fmla="*/ 45 h 73"/>
                  <a:gd name="T36" fmla="*/ 129 w 160"/>
                  <a:gd name="T37" fmla="*/ 49 h 73"/>
                  <a:gd name="T38" fmla="*/ 116 w 160"/>
                  <a:gd name="T39" fmla="*/ 54 h 73"/>
                  <a:gd name="T40" fmla="*/ 104 w 160"/>
                  <a:gd name="T41" fmla="*/ 60 h 73"/>
                  <a:gd name="T42" fmla="*/ 89 w 160"/>
                  <a:gd name="T43" fmla="*/ 60 h 73"/>
                  <a:gd name="T44" fmla="*/ 80 w 160"/>
                  <a:gd name="T45" fmla="*/ 60 h 73"/>
                  <a:gd name="T46" fmla="*/ 70 w 160"/>
                  <a:gd name="T47" fmla="*/ 57 h 73"/>
                  <a:gd name="T48" fmla="*/ 61 w 160"/>
                  <a:gd name="T49" fmla="*/ 51 h 73"/>
                  <a:gd name="T50" fmla="*/ 52 w 160"/>
                  <a:gd name="T51" fmla="*/ 39 h 73"/>
                  <a:gd name="T52" fmla="*/ 43 w 160"/>
                  <a:gd name="T53" fmla="*/ 24 h 73"/>
                  <a:gd name="T54" fmla="*/ 34 w 160"/>
                  <a:gd name="T55" fmla="*/ 7 h 73"/>
                  <a:gd name="T56" fmla="*/ 28 w 160"/>
                  <a:gd name="T57" fmla="*/ 0 h 73"/>
                  <a:gd name="T58" fmla="*/ 22 w 160"/>
                  <a:gd name="T59" fmla="*/ 0 h 73"/>
                  <a:gd name="T60" fmla="*/ 10 w 160"/>
                  <a:gd name="T61" fmla="*/ 4 h 73"/>
                  <a:gd name="T62" fmla="*/ 0 w 160"/>
                  <a:gd name="T63" fmla="*/ 3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0" h="73">
                    <a:moveTo>
                      <a:pt x="0" y="30"/>
                    </a:moveTo>
                    <a:lnTo>
                      <a:pt x="7" y="27"/>
                    </a:lnTo>
                    <a:lnTo>
                      <a:pt x="12" y="24"/>
                    </a:lnTo>
                    <a:lnTo>
                      <a:pt x="15" y="24"/>
                    </a:lnTo>
                    <a:lnTo>
                      <a:pt x="22" y="24"/>
                    </a:lnTo>
                    <a:lnTo>
                      <a:pt x="28" y="24"/>
                    </a:lnTo>
                    <a:lnTo>
                      <a:pt x="30" y="27"/>
                    </a:lnTo>
                    <a:lnTo>
                      <a:pt x="37" y="30"/>
                    </a:lnTo>
                    <a:lnTo>
                      <a:pt x="40" y="30"/>
                    </a:lnTo>
                    <a:lnTo>
                      <a:pt x="43" y="36"/>
                    </a:lnTo>
                    <a:lnTo>
                      <a:pt x="46" y="42"/>
                    </a:lnTo>
                    <a:lnTo>
                      <a:pt x="50" y="49"/>
                    </a:lnTo>
                    <a:lnTo>
                      <a:pt x="55" y="54"/>
                    </a:lnTo>
                    <a:lnTo>
                      <a:pt x="58" y="60"/>
                    </a:lnTo>
                    <a:lnTo>
                      <a:pt x="65" y="66"/>
                    </a:lnTo>
                    <a:lnTo>
                      <a:pt x="70" y="69"/>
                    </a:lnTo>
                    <a:lnTo>
                      <a:pt x="80" y="72"/>
                    </a:lnTo>
                    <a:lnTo>
                      <a:pt x="86" y="72"/>
                    </a:lnTo>
                    <a:lnTo>
                      <a:pt x="91" y="72"/>
                    </a:lnTo>
                    <a:lnTo>
                      <a:pt x="98" y="72"/>
                    </a:lnTo>
                    <a:lnTo>
                      <a:pt x="104" y="66"/>
                    </a:lnTo>
                    <a:lnTo>
                      <a:pt x="107" y="64"/>
                    </a:lnTo>
                    <a:lnTo>
                      <a:pt x="113" y="60"/>
                    </a:lnTo>
                    <a:lnTo>
                      <a:pt x="119" y="57"/>
                    </a:lnTo>
                    <a:lnTo>
                      <a:pt x="126" y="54"/>
                    </a:lnTo>
                    <a:lnTo>
                      <a:pt x="131" y="54"/>
                    </a:lnTo>
                    <a:lnTo>
                      <a:pt x="137" y="54"/>
                    </a:lnTo>
                    <a:lnTo>
                      <a:pt x="144" y="54"/>
                    </a:lnTo>
                    <a:lnTo>
                      <a:pt x="149" y="54"/>
                    </a:lnTo>
                    <a:lnTo>
                      <a:pt x="152" y="57"/>
                    </a:lnTo>
                    <a:lnTo>
                      <a:pt x="159" y="60"/>
                    </a:lnTo>
                    <a:lnTo>
                      <a:pt x="156" y="54"/>
                    </a:lnTo>
                    <a:lnTo>
                      <a:pt x="152" y="51"/>
                    </a:lnTo>
                    <a:lnTo>
                      <a:pt x="147" y="49"/>
                    </a:lnTo>
                    <a:lnTo>
                      <a:pt x="144" y="45"/>
                    </a:lnTo>
                    <a:lnTo>
                      <a:pt x="137" y="45"/>
                    </a:lnTo>
                    <a:lnTo>
                      <a:pt x="134" y="45"/>
                    </a:lnTo>
                    <a:lnTo>
                      <a:pt x="129" y="49"/>
                    </a:lnTo>
                    <a:lnTo>
                      <a:pt x="126" y="49"/>
                    </a:lnTo>
                    <a:lnTo>
                      <a:pt x="116" y="54"/>
                    </a:lnTo>
                    <a:lnTo>
                      <a:pt x="107" y="57"/>
                    </a:lnTo>
                    <a:lnTo>
                      <a:pt x="104" y="60"/>
                    </a:lnTo>
                    <a:lnTo>
                      <a:pt x="98" y="60"/>
                    </a:lnTo>
                    <a:lnTo>
                      <a:pt x="89" y="60"/>
                    </a:lnTo>
                    <a:lnTo>
                      <a:pt x="83" y="60"/>
                    </a:lnTo>
                    <a:lnTo>
                      <a:pt x="80" y="60"/>
                    </a:lnTo>
                    <a:lnTo>
                      <a:pt x="73" y="60"/>
                    </a:lnTo>
                    <a:lnTo>
                      <a:pt x="70" y="57"/>
                    </a:lnTo>
                    <a:lnTo>
                      <a:pt x="65" y="54"/>
                    </a:lnTo>
                    <a:lnTo>
                      <a:pt x="61" y="51"/>
                    </a:lnTo>
                    <a:lnTo>
                      <a:pt x="58" y="49"/>
                    </a:lnTo>
                    <a:lnTo>
                      <a:pt x="52" y="39"/>
                    </a:lnTo>
                    <a:lnTo>
                      <a:pt x="46" y="34"/>
                    </a:lnTo>
                    <a:lnTo>
                      <a:pt x="43" y="24"/>
                    </a:lnTo>
                    <a:lnTo>
                      <a:pt x="37" y="12"/>
                    </a:lnTo>
                    <a:lnTo>
                      <a:pt x="34" y="7"/>
                    </a:lnTo>
                    <a:lnTo>
                      <a:pt x="30" y="4"/>
                    </a:lnTo>
                    <a:lnTo>
                      <a:pt x="28" y="0"/>
                    </a:lnTo>
                    <a:lnTo>
                      <a:pt x="25" y="0"/>
                    </a:lnTo>
                    <a:lnTo>
                      <a:pt x="22" y="0"/>
                    </a:lnTo>
                    <a:lnTo>
                      <a:pt x="15" y="0"/>
                    </a:lnTo>
                    <a:lnTo>
                      <a:pt x="10" y="4"/>
                    </a:lnTo>
                    <a:lnTo>
                      <a:pt x="7" y="7"/>
                    </a:lnTo>
                    <a:lnTo>
                      <a:pt x="0" y="3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Freeform 32"/>
              <p:cNvSpPr>
                <a:spLocks/>
              </p:cNvSpPr>
              <p:nvPr/>
            </p:nvSpPr>
            <p:spPr bwMode="ltGray">
              <a:xfrm>
                <a:off x="4006" y="3905"/>
                <a:ext cx="158" cy="75"/>
              </a:xfrm>
              <a:custGeom>
                <a:avLst/>
                <a:gdLst>
                  <a:gd name="T0" fmla="*/ 6 w 158"/>
                  <a:gd name="T1" fmla="*/ 30 h 75"/>
                  <a:gd name="T2" fmla="*/ 15 w 158"/>
                  <a:gd name="T3" fmla="*/ 27 h 75"/>
                  <a:gd name="T4" fmla="*/ 27 w 158"/>
                  <a:gd name="T5" fmla="*/ 27 h 75"/>
                  <a:gd name="T6" fmla="*/ 36 w 158"/>
                  <a:gd name="T7" fmla="*/ 30 h 75"/>
                  <a:gd name="T8" fmla="*/ 43 w 158"/>
                  <a:gd name="T9" fmla="*/ 35 h 75"/>
                  <a:gd name="T10" fmla="*/ 48 w 158"/>
                  <a:gd name="T11" fmla="*/ 47 h 75"/>
                  <a:gd name="T12" fmla="*/ 58 w 158"/>
                  <a:gd name="T13" fmla="*/ 62 h 75"/>
                  <a:gd name="T14" fmla="*/ 69 w 158"/>
                  <a:gd name="T15" fmla="*/ 71 h 75"/>
                  <a:gd name="T16" fmla="*/ 84 w 158"/>
                  <a:gd name="T17" fmla="*/ 74 h 75"/>
                  <a:gd name="T18" fmla="*/ 96 w 158"/>
                  <a:gd name="T19" fmla="*/ 71 h 75"/>
                  <a:gd name="T20" fmla="*/ 106 w 158"/>
                  <a:gd name="T21" fmla="*/ 62 h 75"/>
                  <a:gd name="T22" fmla="*/ 118 w 158"/>
                  <a:gd name="T23" fmla="*/ 56 h 75"/>
                  <a:gd name="T24" fmla="*/ 130 w 158"/>
                  <a:gd name="T25" fmla="*/ 54 h 75"/>
                  <a:gd name="T26" fmla="*/ 142 w 158"/>
                  <a:gd name="T27" fmla="*/ 54 h 75"/>
                  <a:gd name="T28" fmla="*/ 151 w 158"/>
                  <a:gd name="T29" fmla="*/ 56 h 75"/>
                  <a:gd name="T30" fmla="*/ 154 w 158"/>
                  <a:gd name="T31" fmla="*/ 54 h 75"/>
                  <a:gd name="T32" fmla="*/ 145 w 158"/>
                  <a:gd name="T33" fmla="*/ 47 h 75"/>
                  <a:gd name="T34" fmla="*/ 136 w 158"/>
                  <a:gd name="T35" fmla="*/ 47 h 75"/>
                  <a:gd name="T36" fmla="*/ 127 w 158"/>
                  <a:gd name="T37" fmla="*/ 47 h 75"/>
                  <a:gd name="T38" fmla="*/ 114 w 158"/>
                  <a:gd name="T39" fmla="*/ 54 h 75"/>
                  <a:gd name="T40" fmla="*/ 103 w 158"/>
                  <a:gd name="T41" fmla="*/ 59 h 75"/>
                  <a:gd name="T42" fmla="*/ 91 w 158"/>
                  <a:gd name="T43" fmla="*/ 62 h 75"/>
                  <a:gd name="T44" fmla="*/ 79 w 158"/>
                  <a:gd name="T45" fmla="*/ 62 h 75"/>
                  <a:gd name="T46" fmla="*/ 69 w 158"/>
                  <a:gd name="T47" fmla="*/ 56 h 75"/>
                  <a:gd name="T48" fmla="*/ 61 w 158"/>
                  <a:gd name="T49" fmla="*/ 54 h 75"/>
                  <a:gd name="T50" fmla="*/ 51 w 158"/>
                  <a:gd name="T51" fmla="*/ 42 h 75"/>
                  <a:gd name="T52" fmla="*/ 43 w 158"/>
                  <a:gd name="T53" fmla="*/ 24 h 75"/>
                  <a:gd name="T54" fmla="*/ 36 w 158"/>
                  <a:gd name="T55" fmla="*/ 9 h 75"/>
                  <a:gd name="T56" fmla="*/ 27 w 158"/>
                  <a:gd name="T57" fmla="*/ 3 h 75"/>
                  <a:gd name="T58" fmla="*/ 18 w 158"/>
                  <a:gd name="T59" fmla="*/ 0 h 75"/>
                  <a:gd name="T60" fmla="*/ 9 w 158"/>
                  <a:gd name="T61" fmla="*/ 3 h 75"/>
                  <a:gd name="T62" fmla="*/ 0 w 158"/>
                  <a:gd name="T63" fmla="*/ 3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8" h="75">
                    <a:moveTo>
                      <a:pt x="0" y="32"/>
                    </a:moveTo>
                    <a:lnTo>
                      <a:pt x="6" y="30"/>
                    </a:lnTo>
                    <a:lnTo>
                      <a:pt x="12" y="27"/>
                    </a:lnTo>
                    <a:lnTo>
                      <a:pt x="15" y="27"/>
                    </a:lnTo>
                    <a:lnTo>
                      <a:pt x="21" y="27"/>
                    </a:lnTo>
                    <a:lnTo>
                      <a:pt x="27" y="27"/>
                    </a:lnTo>
                    <a:lnTo>
                      <a:pt x="30" y="27"/>
                    </a:lnTo>
                    <a:lnTo>
                      <a:pt x="36" y="30"/>
                    </a:lnTo>
                    <a:lnTo>
                      <a:pt x="39" y="32"/>
                    </a:lnTo>
                    <a:lnTo>
                      <a:pt x="43" y="35"/>
                    </a:lnTo>
                    <a:lnTo>
                      <a:pt x="48" y="44"/>
                    </a:lnTo>
                    <a:lnTo>
                      <a:pt x="48" y="47"/>
                    </a:lnTo>
                    <a:lnTo>
                      <a:pt x="54" y="54"/>
                    </a:lnTo>
                    <a:lnTo>
                      <a:pt x="58" y="62"/>
                    </a:lnTo>
                    <a:lnTo>
                      <a:pt x="63" y="65"/>
                    </a:lnTo>
                    <a:lnTo>
                      <a:pt x="69" y="71"/>
                    </a:lnTo>
                    <a:lnTo>
                      <a:pt x="76" y="74"/>
                    </a:lnTo>
                    <a:lnTo>
                      <a:pt x="84" y="74"/>
                    </a:lnTo>
                    <a:lnTo>
                      <a:pt x="91" y="74"/>
                    </a:lnTo>
                    <a:lnTo>
                      <a:pt x="96" y="71"/>
                    </a:lnTo>
                    <a:lnTo>
                      <a:pt x="103" y="68"/>
                    </a:lnTo>
                    <a:lnTo>
                      <a:pt x="106" y="62"/>
                    </a:lnTo>
                    <a:lnTo>
                      <a:pt x="112" y="62"/>
                    </a:lnTo>
                    <a:lnTo>
                      <a:pt x="118" y="56"/>
                    </a:lnTo>
                    <a:lnTo>
                      <a:pt x="124" y="54"/>
                    </a:lnTo>
                    <a:lnTo>
                      <a:pt x="130" y="54"/>
                    </a:lnTo>
                    <a:lnTo>
                      <a:pt x="136" y="54"/>
                    </a:lnTo>
                    <a:lnTo>
                      <a:pt x="142" y="54"/>
                    </a:lnTo>
                    <a:lnTo>
                      <a:pt x="148" y="56"/>
                    </a:lnTo>
                    <a:lnTo>
                      <a:pt x="151" y="56"/>
                    </a:lnTo>
                    <a:lnTo>
                      <a:pt x="157" y="59"/>
                    </a:lnTo>
                    <a:lnTo>
                      <a:pt x="154" y="54"/>
                    </a:lnTo>
                    <a:lnTo>
                      <a:pt x="151" y="50"/>
                    </a:lnTo>
                    <a:lnTo>
                      <a:pt x="145" y="47"/>
                    </a:lnTo>
                    <a:lnTo>
                      <a:pt x="142" y="47"/>
                    </a:lnTo>
                    <a:lnTo>
                      <a:pt x="136" y="47"/>
                    </a:lnTo>
                    <a:lnTo>
                      <a:pt x="133" y="47"/>
                    </a:lnTo>
                    <a:lnTo>
                      <a:pt x="127" y="47"/>
                    </a:lnTo>
                    <a:lnTo>
                      <a:pt x="124" y="47"/>
                    </a:lnTo>
                    <a:lnTo>
                      <a:pt x="114" y="54"/>
                    </a:lnTo>
                    <a:lnTo>
                      <a:pt x="106" y="59"/>
                    </a:lnTo>
                    <a:lnTo>
                      <a:pt x="103" y="59"/>
                    </a:lnTo>
                    <a:lnTo>
                      <a:pt x="96" y="59"/>
                    </a:lnTo>
                    <a:lnTo>
                      <a:pt x="91" y="62"/>
                    </a:lnTo>
                    <a:lnTo>
                      <a:pt x="81" y="62"/>
                    </a:lnTo>
                    <a:lnTo>
                      <a:pt x="79" y="62"/>
                    </a:lnTo>
                    <a:lnTo>
                      <a:pt x="73" y="59"/>
                    </a:lnTo>
                    <a:lnTo>
                      <a:pt x="69" y="56"/>
                    </a:lnTo>
                    <a:lnTo>
                      <a:pt x="63" y="56"/>
                    </a:lnTo>
                    <a:lnTo>
                      <a:pt x="61" y="54"/>
                    </a:lnTo>
                    <a:lnTo>
                      <a:pt x="58" y="47"/>
                    </a:lnTo>
                    <a:lnTo>
                      <a:pt x="51" y="42"/>
                    </a:lnTo>
                    <a:lnTo>
                      <a:pt x="45" y="32"/>
                    </a:lnTo>
                    <a:lnTo>
                      <a:pt x="43" y="24"/>
                    </a:lnTo>
                    <a:lnTo>
                      <a:pt x="36" y="12"/>
                    </a:lnTo>
                    <a:lnTo>
                      <a:pt x="36" y="9"/>
                    </a:lnTo>
                    <a:lnTo>
                      <a:pt x="30" y="3"/>
                    </a:lnTo>
                    <a:lnTo>
                      <a:pt x="27" y="3"/>
                    </a:lnTo>
                    <a:lnTo>
                      <a:pt x="24" y="0"/>
                    </a:lnTo>
                    <a:lnTo>
                      <a:pt x="18" y="0"/>
                    </a:lnTo>
                    <a:lnTo>
                      <a:pt x="15" y="3"/>
                    </a:lnTo>
                    <a:lnTo>
                      <a:pt x="9" y="3"/>
                    </a:lnTo>
                    <a:lnTo>
                      <a:pt x="6" y="9"/>
                    </a:lnTo>
                    <a:lnTo>
                      <a:pt x="0" y="32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33"/>
              <p:cNvSpPr>
                <a:spLocks/>
              </p:cNvSpPr>
              <p:nvPr/>
            </p:nvSpPr>
            <p:spPr bwMode="ltGray">
              <a:xfrm>
                <a:off x="954" y="220"/>
                <a:ext cx="158" cy="73"/>
              </a:xfrm>
              <a:custGeom>
                <a:avLst/>
                <a:gdLst>
                  <a:gd name="T0" fmla="*/ 7 w 158"/>
                  <a:gd name="T1" fmla="*/ 27 h 73"/>
                  <a:gd name="T2" fmla="*/ 15 w 158"/>
                  <a:gd name="T3" fmla="*/ 24 h 73"/>
                  <a:gd name="T4" fmla="*/ 27 w 158"/>
                  <a:gd name="T5" fmla="*/ 27 h 73"/>
                  <a:gd name="T6" fmla="*/ 37 w 158"/>
                  <a:gd name="T7" fmla="*/ 30 h 73"/>
                  <a:gd name="T8" fmla="*/ 42 w 158"/>
                  <a:gd name="T9" fmla="*/ 36 h 73"/>
                  <a:gd name="T10" fmla="*/ 48 w 158"/>
                  <a:gd name="T11" fmla="*/ 48 h 73"/>
                  <a:gd name="T12" fmla="*/ 60 w 158"/>
                  <a:gd name="T13" fmla="*/ 63 h 73"/>
                  <a:gd name="T14" fmla="*/ 72 w 158"/>
                  <a:gd name="T15" fmla="*/ 69 h 73"/>
                  <a:gd name="T16" fmla="*/ 85 w 158"/>
                  <a:gd name="T17" fmla="*/ 72 h 73"/>
                  <a:gd name="T18" fmla="*/ 97 w 158"/>
                  <a:gd name="T19" fmla="*/ 72 h 73"/>
                  <a:gd name="T20" fmla="*/ 105 w 158"/>
                  <a:gd name="T21" fmla="*/ 63 h 73"/>
                  <a:gd name="T22" fmla="*/ 118 w 158"/>
                  <a:gd name="T23" fmla="*/ 57 h 73"/>
                  <a:gd name="T24" fmla="*/ 130 w 158"/>
                  <a:gd name="T25" fmla="*/ 54 h 73"/>
                  <a:gd name="T26" fmla="*/ 142 w 158"/>
                  <a:gd name="T27" fmla="*/ 54 h 73"/>
                  <a:gd name="T28" fmla="*/ 150 w 158"/>
                  <a:gd name="T29" fmla="*/ 57 h 73"/>
                  <a:gd name="T30" fmla="*/ 153 w 158"/>
                  <a:gd name="T31" fmla="*/ 54 h 73"/>
                  <a:gd name="T32" fmla="*/ 148 w 158"/>
                  <a:gd name="T33" fmla="*/ 48 h 73"/>
                  <a:gd name="T34" fmla="*/ 138 w 158"/>
                  <a:gd name="T35" fmla="*/ 45 h 73"/>
                  <a:gd name="T36" fmla="*/ 127 w 158"/>
                  <a:gd name="T37" fmla="*/ 48 h 73"/>
                  <a:gd name="T38" fmla="*/ 115 w 158"/>
                  <a:gd name="T39" fmla="*/ 54 h 73"/>
                  <a:gd name="T40" fmla="*/ 102 w 158"/>
                  <a:gd name="T41" fmla="*/ 60 h 73"/>
                  <a:gd name="T42" fmla="*/ 90 w 158"/>
                  <a:gd name="T43" fmla="*/ 60 h 73"/>
                  <a:gd name="T44" fmla="*/ 78 w 158"/>
                  <a:gd name="T45" fmla="*/ 60 h 73"/>
                  <a:gd name="T46" fmla="*/ 70 w 158"/>
                  <a:gd name="T47" fmla="*/ 57 h 73"/>
                  <a:gd name="T48" fmla="*/ 60 w 158"/>
                  <a:gd name="T49" fmla="*/ 51 h 73"/>
                  <a:gd name="T50" fmla="*/ 52 w 158"/>
                  <a:gd name="T51" fmla="*/ 39 h 73"/>
                  <a:gd name="T52" fmla="*/ 42 w 158"/>
                  <a:gd name="T53" fmla="*/ 24 h 73"/>
                  <a:gd name="T54" fmla="*/ 37 w 158"/>
                  <a:gd name="T55" fmla="*/ 7 h 73"/>
                  <a:gd name="T56" fmla="*/ 27 w 158"/>
                  <a:gd name="T57" fmla="*/ 0 h 73"/>
                  <a:gd name="T58" fmla="*/ 22 w 158"/>
                  <a:gd name="T59" fmla="*/ 0 h 73"/>
                  <a:gd name="T60" fmla="*/ 12 w 158"/>
                  <a:gd name="T61" fmla="*/ 3 h 73"/>
                  <a:gd name="T62" fmla="*/ 0 w 158"/>
                  <a:gd name="T63" fmla="*/ 3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8" h="73">
                    <a:moveTo>
                      <a:pt x="0" y="30"/>
                    </a:moveTo>
                    <a:lnTo>
                      <a:pt x="7" y="27"/>
                    </a:lnTo>
                    <a:lnTo>
                      <a:pt x="12" y="24"/>
                    </a:lnTo>
                    <a:lnTo>
                      <a:pt x="15" y="24"/>
                    </a:lnTo>
                    <a:lnTo>
                      <a:pt x="22" y="24"/>
                    </a:lnTo>
                    <a:lnTo>
                      <a:pt x="27" y="27"/>
                    </a:lnTo>
                    <a:lnTo>
                      <a:pt x="33" y="27"/>
                    </a:lnTo>
                    <a:lnTo>
                      <a:pt x="37" y="30"/>
                    </a:lnTo>
                    <a:lnTo>
                      <a:pt x="39" y="30"/>
                    </a:lnTo>
                    <a:lnTo>
                      <a:pt x="42" y="36"/>
                    </a:lnTo>
                    <a:lnTo>
                      <a:pt x="48" y="42"/>
                    </a:lnTo>
                    <a:lnTo>
                      <a:pt x="48" y="48"/>
                    </a:lnTo>
                    <a:lnTo>
                      <a:pt x="55" y="54"/>
                    </a:lnTo>
                    <a:lnTo>
                      <a:pt x="60" y="63"/>
                    </a:lnTo>
                    <a:lnTo>
                      <a:pt x="67" y="66"/>
                    </a:lnTo>
                    <a:lnTo>
                      <a:pt x="72" y="69"/>
                    </a:lnTo>
                    <a:lnTo>
                      <a:pt x="78" y="72"/>
                    </a:lnTo>
                    <a:lnTo>
                      <a:pt x="85" y="72"/>
                    </a:lnTo>
                    <a:lnTo>
                      <a:pt x="90" y="72"/>
                    </a:lnTo>
                    <a:lnTo>
                      <a:pt x="97" y="72"/>
                    </a:lnTo>
                    <a:lnTo>
                      <a:pt x="102" y="66"/>
                    </a:lnTo>
                    <a:lnTo>
                      <a:pt x="105" y="63"/>
                    </a:lnTo>
                    <a:lnTo>
                      <a:pt x="112" y="60"/>
                    </a:lnTo>
                    <a:lnTo>
                      <a:pt x="118" y="57"/>
                    </a:lnTo>
                    <a:lnTo>
                      <a:pt x="123" y="54"/>
                    </a:lnTo>
                    <a:lnTo>
                      <a:pt x="130" y="54"/>
                    </a:lnTo>
                    <a:lnTo>
                      <a:pt x="135" y="54"/>
                    </a:lnTo>
                    <a:lnTo>
                      <a:pt x="142" y="54"/>
                    </a:lnTo>
                    <a:lnTo>
                      <a:pt x="148" y="54"/>
                    </a:lnTo>
                    <a:lnTo>
                      <a:pt x="150" y="57"/>
                    </a:lnTo>
                    <a:lnTo>
                      <a:pt x="157" y="60"/>
                    </a:lnTo>
                    <a:lnTo>
                      <a:pt x="153" y="54"/>
                    </a:lnTo>
                    <a:lnTo>
                      <a:pt x="150" y="51"/>
                    </a:lnTo>
                    <a:lnTo>
                      <a:pt x="148" y="48"/>
                    </a:lnTo>
                    <a:lnTo>
                      <a:pt x="142" y="48"/>
                    </a:lnTo>
                    <a:lnTo>
                      <a:pt x="138" y="45"/>
                    </a:lnTo>
                    <a:lnTo>
                      <a:pt x="133" y="45"/>
                    </a:lnTo>
                    <a:lnTo>
                      <a:pt x="127" y="48"/>
                    </a:lnTo>
                    <a:lnTo>
                      <a:pt x="123" y="48"/>
                    </a:lnTo>
                    <a:lnTo>
                      <a:pt x="115" y="54"/>
                    </a:lnTo>
                    <a:lnTo>
                      <a:pt x="105" y="57"/>
                    </a:lnTo>
                    <a:lnTo>
                      <a:pt x="102" y="60"/>
                    </a:lnTo>
                    <a:lnTo>
                      <a:pt x="100" y="60"/>
                    </a:lnTo>
                    <a:lnTo>
                      <a:pt x="90" y="60"/>
                    </a:lnTo>
                    <a:lnTo>
                      <a:pt x="85" y="60"/>
                    </a:lnTo>
                    <a:lnTo>
                      <a:pt x="78" y="60"/>
                    </a:lnTo>
                    <a:lnTo>
                      <a:pt x="72" y="60"/>
                    </a:lnTo>
                    <a:lnTo>
                      <a:pt x="70" y="57"/>
                    </a:lnTo>
                    <a:lnTo>
                      <a:pt x="63" y="54"/>
                    </a:lnTo>
                    <a:lnTo>
                      <a:pt x="60" y="51"/>
                    </a:lnTo>
                    <a:lnTo>
                      <a:pt x="57" y="48"/>
                    </a:lnTo>
                    <a:lnTo>
                      <a:pt x="52" y="39"/>
                    </a:lnTo>
                    <a:lnTo>
                      <a:pt x="48" y="33"/>
                    </a:lnTo>
                    <a:lnTo>
                      <a:pt x="42" y="24"/>
                    </a:lnTo>
                    <a:lnTo>
                      <a:pt x="39" y="12"/>
                    </a:lnTo>
                    <a:lnTo>
                      <a:pt x="37" y="7"/>
                    </a:lnTo>
                    <a:lnTo>
                      <a:pt x="30" y="3"/>
                    </a:lnTo>
                    <a:lnTo>
                      <a:pt x="27" y="0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15" y="0"/>
                    </a:lnTo>
                    <a:lnTo>
                      <a:pt x="12" y="3"/>
                    </a:lnTo>
                    <a:lnTo>
                      <a:pt x="7" y="7"/>
                    </a:lnTo>
                    <a:lnTo>
                      <a:pt x="0" y="3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34"/>
              <p:cNvSpPr>
                <a:spLocks/>
              </p:cNvSpPr>
              <p:nvPr/>
            </p:nvSpPr>
            <p:spPr bwMode="ltGray">
              <a:xfrm>
                <a:off x="4097" y="136"/>
                <a:ext cx="156" cy="74"/>
              </a:xfrm>
              <a:custGeom>
                <a:avLst/>
                <a:gdLst>
                  <a:gd name="T0" fmla="*/ 0 w 156"/>
                  <a:gd name="T1" fmla="*/ 43 h 74"/>
                  <a:gd name="T2" fmla="*/ 4 w 156"/>
                  <a:gd name="T3" fmla="*/ 46 h 74"/>
                  <a:gd name="T4" fmla="*/ 9 w 156"/>
                  <a:gd name="T5" fmla="*/ 48 h 74"/>
                  <a:gd name="T6" fmla="*/ 15 w 156"/>
                  <a:gd name="T7" fmla="*/ 48 h 74"/>
                  <a:gd name="T8" fmla="*/ 22 w 156"/>
                  <a:gd name="T9" fmla="*/ 48 h 74"/>
                  <a:gd name="T10" fmla="*/ 27 w 156"/>
                  <a:gd name="T11" fmla="*/ 48 h 74"/>
                  <a:gd name="T12" fmla="*/ 30 w 156"/>
                  <a:gd name="T13" fmla="*/ 46 h 74"/>
                  <a:gd name="T14" fmla="*/ 37 w 156"/>
                  <a:gd name="T15" fmla="*/ 43 h 74"/>
                  <a:gd name="T16" fmla="*/ 43 w 156"/>
                  <a:gd name="T17" fmla="*/ 37 h 74"/>
                  <a:gd name="T18" fmla="*/ 45 w 156"/>
                  <a:gd name="T19" fmla="*/ 30 h 74"/>
                  <a:gd name="T20" fmla="*/ 49 w 156"/>
                  <a:gd name="T21" fmla="*/ 25 h 74"/>
                  <a:gd name="T22" fmla="*/ 52 w 156"/>
                  <a:gd name="T23" fmla="*/ 18 h 74"/>
                  <a:gd name="T24" fmla="*/ 58 w 156"/>
                  <a:gd name="T25" fmla="*/ 12 h 74"/>
                  <a:gd name="T26" fmla="*/ 64 w 156"/>
                  <a:gd name="T27" fmla="*/ 7 h 74"/>
                  <a:gd name="T28" fmla="*/ 70 w 156"/>
                  <a:gd name="T29" fmla="*/ 3 h 74"/>
                  <a:gd name="T30" fmla="*/ 76 w 156"/>
                  <a:gd name="T31" fmla="*/ 0 h 74"/>
                  <a:gd name="T32" fmla="*/ 85 w 156"/>
                  <a:gd name="T33" fmla="*/ 0 h 74"/>
                  <a:gd name="T34" fmla="*/ 91 w 156"/>
                  <a:gd name="T35" fmla="*/ 0 h 74"/>
                  <a:gd name="T36" fmla="*/ 95 w 156"/>
                  <a:gd name="T37" fmla="*/ 0 h 74"/>
                  <a:gd name="T38" fmla="*/ 100 w 156"/>
                  <a:gd name="T39" fmla="*/ 7 h 74"/>
                  <a:gd name="T40" fmla="*/ 106 w 156"/>
                  <a:gd name="T41" fmla="*/ 9 h 74"/>
                  <a:gd name="T42" fmla="*/ 110 w 156"/>
                  <a:gd name="T43" fmla="*/ 12 h 74"/>
                  <a:gd name="T44" fmla="*/ 118 w 156"/>
                  <a:gd name="T45" fmla="*/ 15 h 74"/>
                  <a:gd name="T46" fmla="*/ 125 w 156"/>
                  <a:gd name="T47" fmla="*/ 18 h 74"/>
                  <a:gd name="T48" fmla="*/ 130 w 156"/>
                  <a:gd name="T49" fmla="*/ 18 h 74"/>
                  <a:gd name="T50" fmla="*/ 136 w 156"/>
                  <a:gd name="T51" fmla="*/ 18 h 74"/>
                  <a:gd name="T52" fmla="*/ 140 w 156"/>
                  <a:gd name="T53" fmla="*/ 18 h 74"/>
                  <a:gd name="T54" fmla="*/ 146 w 156"/>
                  <a:gd name="T55" fmla="*/ 18 h 74"/>
                  <a:gd name="T56" fmla="*/ 151 w 156"/>
                  <a:gd name="T57" fmla="*/ 15 h 74"/>
                  <a:gd name="T58" fmla="*/ 155 w 156"/>
                  <a:gd name="T59" fmla="*/ 12 h 74"/>
                  <a:gd name="T60" fmla="*/ 155 w 156"/>
                  <a:gd name="T61" fmla="*/ 18 h 74"/>
                  <a:gd name="T62" fmla="*/ 151 w 156"/>
                  <a:gd name="T63" fmla="*/ 22 h 74"/>
                  <a:gd name="T64" fmla="*/ 146 w 156"/>
                  <a:gd name="T65" fmla="*/ 25 h 74"/>
                  <a:gd name="T66" fmla="*/ 143 w 156"/>
                  <a:gd name="T67" fmla="*/ 27 h 74"/>
                  <a:gd name="T68" fmla="*/ 136 w 156"/>
                  <a:gd name="T69" fmla="*/ 27 h 74"/>
                  <a:gd name="T70" fmla="*/ 133 w 156"/>
                  <a:gd name="T71" fmla="*/ 27 h 74"/>
                  <a:gd name="T72" fmla="*/ 128 w 156"/>
                  <a:gd name="T73" fmla="*/ 27 h 74"/>
                  <a:gd name="T74" fmla="*/ 121 w 156"/>
                  <a:gd name="T75" fmla="*/ 25 h 74"/>
                  <a:gd name="T76" fmla="*/ 115 w 156"/>
                  <a:gd name="T77" fmla="*/ 18 h 74"/>
                  <a:gd name="T78" fmla="*/ 106 w 156"/>
                  <a:gd name="T79" fmla="*/ 15 h 74"/>
                  <a:gd name="T80" fmla="*/ 103 w 156"/>
                  <a:gd name="T81" fmla="*/ 12 h 74"/>
                  <a:gd name="T82" fmla="*/ 97 w 156"/>
                  <a:gd name="T83" fmla="*/ 12 h 74"/>
                  <a:gd name="T84" fmla="*/ 88 w 156"/>
                  <a:gd name="T85" fmla="*/ 12 h 74"/>
                  <a:gd name="T86" fmla="*/ 82 w 156"/>
                  <a:gd name="T87" fmla="*/ 12 h 74"/>
                  <a:gd name="T88" fmla="*/ 79 w 156"/>
                  <a:gd name="T89" fmla="*/ 12 h 74"/>
                  <a:gd name="T90" fmla="*/ 73 w 156"/>
                  <a:gd name="T91" fmla="*/ 12 h 74"/>
                  <a:gd name="T92" fmla="*/ 67 w 156"/>
                  <a:gd name="T93" fmla="*/ 15 h 74"/>
                  <a:gd name="T94" fmla="*/ 64 w 156"/>
                  <a:gd name="T95" fmla="*/ 18 h 74"/>
                  <a:gd name="T96" fmla="*/ 58 w 156"/>
                  <a:gd name="T97" fmla="*/ 22 h 74"/>
                  <a:gd name="T98" fmla="*/ 55 w 156"/>
                  <a:gd name="T99" fmla="*/ 25 h 74"/>
                  <a:gd name="T100" fmla="*/ 52 w 156"/>
                  <a:gd name="T101" fmla="*/ 33 h 74"/>
                  <a:gd name="T102" fmla="*/ 45 w 156"/>
                  <a:gd name="T103" fmla="*/ 43 h 74"/>
                  <a:gd name="T104" fmla="*/ 43 w 156"/>
                  <a:gd name="T105" fmla="*/ 48 h 74"/>
                  <a:gd name="T106" fmla="*/ 37 w 156"/>
                  <a:gd name="T107" fmla="*/ 61 h 74"/>
                  <a:gd name="T108" fmla="*/ 34 w 156"/>
                  <a:gd name="T109" fmla="*/ 67 h 74"/>
                  <a:gd name="T110" fmla="*/ 30 w 156"/>
                  <a:gd name="T111" fmla="*/ 70 h 74"/>
                  <a:gd name="T112" fmla="*/ 27 w 156"/>
                  <a:gd name="T113" fmla="*/ 73 h 74"/>
                  <a:gd name="T114" fmla="*/ 22 w 156"/>
                  <a:gd name="T115" fmla="*/ 73 h 74"/>
                  <a:gd name="T116" fmla="*/ 19 w 156"/>
                  <a:gd name="T117" fmla="*/ 73 h 74"/>
                  <a:gd name="T118" fmla="*/ 15 w 156"/>
                  <a:gd name="T119" fmla="*/ 73 h 74"/>
                  <a:gd name="T120" fmla="*/ 9 w 156"/>
                  <a:gd name="T121" fmla="*/ 70 h 74"/>
                  <a:gd name="T122" fmla="*/ 7 w 156"/>
                  <a:gd name="T123" fmla="*/ 67 h 74"/>
                  <a:gd name="T124" fmla="*/ 0 w 156"/>
                  <a:gd name="T125" fmla="*/ 43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56" h="74">
                    <a:moveTo>
                      <a:pt x="0" y="43"/>
                    </a:moveTo>
                    <a:lnTo>
                      <a:pt x="4" y="46"/>
                    </a:lnTo>
                    <a:lnTo>
                      <a:pt x="9" y="48"/>
                    </a:lnTo>
                    <a:lnTo>
                      <a:pt x="15" y="48"/>
                    </a:lnTo>
                    <a:lnTo>
                      <a:pt x="22" y="48"/>
                    </a:lnTo>
                    <a:lnTo>
                      <a:pt x="27" y="48"/>
                    </a:lnTo>
                    <a:lnTo>
                      <a:pt x="30" y="46"/>
                    </a:lnTo>
                    <a:lnTo>
                      <a:pt x="37" y="43"/>
                    </a:lnTo>
                    <a:lnTo>
                      <a:pt x="43" y="37"/>
                    </a:lnTo>
                    <a:lnTo>
                      <a:pt x="45" y="30"/>
                    </a:lnTo>
                    <a:lnTo>
                      <a:pt x="49" y="25"/>
                    </a:lnTo>
                    <a:lnTo>
                      <a:pt x="52" y="18"/>
                    </a:lnTo>
                    <a:lnTo>
                      <a:pt x="58" y="12"/>
                    </a:lnTo>
                    <a:lnTo>
                      <a:pt x="64" y="7"/>
                    </a:lnTo>
                    <a:lnTo>
                      <a:pt x="70" y="3"/>
                    </a:lnTo>
                    <a:lnTo>
                      <a:pt x="76" y="0"/>
                    </a:lnTo>
                    <a:lnTo>
                      <a:pt x="85" y="0"/>
                    </a:lnTo>
                    <a:lnTo>
                      <a:pt x="91" y="0"/>
                    </a:lnTo>
                    <a:lnTo>
                      <a:pt x="95" y="0"/>
                    </a:lnTo>
                    <a:lnTo>
                      <a:pt x="100" y="7"/>
                    </a:lnTo>
                    <a:lnTo>
                      <a:pt x="106" y="9"/>
                    </a:lnTo>
                    <a:lnTo>
                      <a:pt x="110" y="12"/>
                    </a:lnTo>
                    <a:lnTo>
                      <a:pt x="118" y="15"/>
                    </a:lnTo>
                    <a:lnTo>
                      <a:pt x="125" y="18"/>
                    </a:lnTo>
                    <a:lnTo>
                      <a:pt x="130" y="18"/>
                    </a:lnTo>
                    <a:lnTo>
                      <a:pt x="136" y="18"/>
                    </a:lnTo>
                    <a:lnTo>
                      <a:pt x="140" y="18"/>
                    </a:lnTo>
                    <a:lnTo>
                      <a:pt x="146" y="18"/>
                    </a:lnTo>
                    <a:lnTo>
                      <a:pt x="151" y="15"/>
                    </a:lnTo>
                    <a:lnTo>
                      <a:pt x="155" y="12"/>
                    </a:lnTo>
                    <a:lnTo>
                      <a:pt x="155" y="18"/>
                    </a:lnTo>
                    <a:lnTo>
                      <a:pt x="151" y="22"/>
                    </a:lnTo>
                    <a:lnTo>
                      <a:pt x="146" y="25"/>
                    </a:lnTo>
                    <a:lnTo>
                      <a:pt x="143" y="27"/>
                    </a:lnTo>
                    <a:lnTo>
                      <a:pt x="136" y="27"/>
                    </a:lnTo>
                    <a:lnTo>
                      <a:pt x="133" y="27"/>
                    </a:lnTo>
                    <a:lnTo>
                      <a:pt x="128" y="27"/>
                    </a:lnTo>
                    <a:lnTo>
                      <a:pt x="121" y="25"/>
                    </a:lnTo>
                    <a:lnTo>
                      <a:pt x="115" y="18"/>
                    </a:lnTo>
                    <a:lnTo>
                      <a:pt x="106" y="15"/>
                    </a:lnTo>
                    <a:lnTo>
                      <a:pt x="103" y="12"/>
                    </a:lnTo>
                    <a:lnTo>
                      <a:pt x="97" y="12"/>
                    </a:lnTo>
                    <a:lnTo>
                      <a:pt x="88" y="12"/>
                    </a:lnTo>
                    <a:lnTo>
                      <a:pt x="82" y="12"/>
                    </a:lnTo>
                    <a:lnTo>
                      <a:pt x="79" y="12"/>
                    </a:lnTo>
                    <a:lnTo>
                      <a:pt x="73" y="12"/>
                    </a:lnTo>
                    <a:lnTo>
                      <a:pt x="67" y="15"/>
                    </a:lnTo>
                    <a:lnTo>
                      <a:pt x="64" y="18"/>
                    </a:lnTo>
                    <a:lnTo>
                      <a:pt x="58" y="22"/>
                    </a:lnTo>
                    <a:lnTo>
                      <a:pt x="55" y="25"/>
                    </a:lnTo>
                    <a:lnTo>
                      <a:pt x="52" y="33"/>
                    </a:lnTo>
                    <a:lnTo>
                      <a:pt x="45" y="43"/>
                    </a:lnTo>
                    <a:lnTo>
                      <a:pt x="43" y="48"/>
                    </a:lnTo>
                    <a:lnTo>
                      <a:pt x="37" y="61"/>
                    </a:lnTo>
                    <a:lnTo>
                      <a:pt x="34" y="67"/>
                    </a:lnTo>
                    <a:lnTo>
                      <a:pt x="30" y="70"/>
                    </a:lnTo>
                    <a:lnTo>
                      <a:pt x="27" y="73"/>
                    </a:lnTo>
                    <a:lnTo>
                      <a:pt x="22" y="73"/>
                    </a:lnTo>
                    <a:lnTo>
                      <a:pt x="19" y="73"/>
                    </a:lnTo>
                    <a:lnTo>
                      <a:pt x="15" y="73"/>
                    </a:lnTo>
                    <a:lnTo>
                      <a:pt x="9" y="70"/>
                    </a:lnTo>
                    <a:lnTo>
                      <a:pt x="7" y="67"/>
                    </a:lnTo>
                    <a:lnTo>
                      <a:pt x="0" y="43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Freeform 35"/>
              <p:cNvSpPr>
                <a:spLocks/>
              </p:cNvSpPr>
              <p:nvPr/>
            </p:nvSpPr>
            <p:spPr bwMode="ltGray">
              <a:xfrm>
                <a:off x="157" y="510"/>
                <a:ext cx="153" cy="75"/>
              </a:xfrm>
              <a:custGeom>
                <a:avLst/>
                <a:gdLst>
                  <a:gd name="T0" fmla="*/ 3 w 153"/>
                  <a:gd name="T1" fmla="*/ 46 h 75"/>
                  <a:gd name="T2" fmla="*/ 15 w 153"/>
                  <a:gd name="T3" fmla="*/ 49 h 75"/>
                  <a:gd name="T4" fmla="*/ 23 w 153"/>
                  <a:gd name="T5" fmla="*/ 49 h 75"/>
                  <a:gd name="T6" fmla="*/ 33 w 153"/>
                  <a:gd name="T7" fmla="*/ 46 h 75"/>
                  <a:gd name="T8" fmla="*/ 42 w 153"/>
                  <a:gd name="T9" fmla="*/ 37 h 75"/>
                  <a:gd name="T10" fmla="*/ 48 w 153"/>
                  <a:gd name="T11" fmla="*/ 28 h 75"/>
                  <a:gd name="T12" fmla="*/ 57 w 153"/>
                  <a:gd name="T13" fmla="*/ 12 h 75"/>
                  <a:gd name="T14" fmla="*/ 68 w 153"/>
                  <a:gd name="T15" fmla="*/ 3 h 75"/>
                  <a:gd name="T16" fmla="*/ 83 w 153"/>
                  <a:gd name="T17" fmla="*/ 0 h 75"/>
                  <a:gd name="T18" fmla="*/ 92 w 153"/>
                  <a:gd name="T19" fmla="*/ 3 h 75"/>
                  <a:gd name="T20" fmla="*/ 104 w 153"/>
                  <a:gd name="T21" fmla="*/ 10 h 75"/>
                  <a:gd name="T22" fmla="*/ 113 w 153"/>
                  <a:gd name="T23" fmla="*/ 15 h 75"/>
                  <a:gd name="T24" fmla="*/ 125 w 153"/>
                  <a:gd name="T25" fmla="*/ 22 h 75"/>
                  <a:gd name="T26" fmla="*/ 137 w 153"/>
                  <a:gd name="T27" fmla="*/ 22 h 75"/>
                  <a:gd name="T28" fmla="*/ 149 w 153"/>
                  <a:gd name="T29" fmla="*/ 15 h 75"/>
                  <a:gd name="T30" fmla="*/ 152 w 153"/>
                  <a:gd name="T31" fmla="*/ 22 h 75"/>
                  <a:gd name="T32" fmla="*/ 143 w 153"/>
                  <a:gd name="T33" fmla="*/ 25 h 75"/>
                  <a:gd name="T34" fmla="*/ 134 w 153"/>
                  <a:gd name="T35" fmla="*/ 28 h 75"/>
                  <a:gd name="T36" fmla="*/ 122 w 153"/>
                  <a:gd name="T37" fmla="*/ 28 h 75"/>
                  <a:gd name="T38" fmla="*/ 113 w 153"/>
                  <a:gd name="T39" fmla="*/ 22 h 75"/>
                  <a:gd name="T40" fmla="*/ 102 w 153"/>
                  <a:gd name="T41" fmla="*/ 15 h 75"/>
                  <a:gd name="T42" fmla="*/ 87 w 153"/>
                  <a:gd name="T43" fmla="*/ 12 h 75"/>
                  <a:gd name="T44" fmla="*/ 75 w 153"/>
                  <a:gd name="T45" fmla="*/ 12 h 75"/>
                  <a:gd name="T46" fmla="*/ 65 w 153"/>
                  <a:gd name="T47" fmla="*/ 15 h 75"/>
                  <a:gd name="T48" fmla="*/ 57 w 153"/>
                  <a:gd name="T49" fmla="*/ 22 h 75"/>
                  <a:gd name="T50" fmla="*/ 50 w 153"/>
                  <a:gd name="T51" fmla="*/ 34 h 75"/>
                  <a:gd name="T52" fmla="*/ 42 w 153"/>
                  <a:gd name="T53" fmla="*/ 53 h 75"/>
                  <a:gd name="T54" fmla="*/ 33 w 153"/>
                  <a:gd name="T55" fmla="*/ 68 h 75"/>
                  <a:gd name="T56" fmla="*/ 23 w 153"/>
                  <a:gd name="T57" fmla="*/ 74 h 75"/>
                  <a:gd name="T58" fmla="*/ 18 w 153"/>
                  <a:gd name="T59" fmla="*/ 74 h 75"/>
                  <a:gd name="T60" fmla="*/ 8 w 153"/>
                  <a:gd name="T61" fmla="*/ 71 h 75"/>
                  <a:gd name="T62" fmla="*/ 0 w 153"/>
                  <a:gd name="T63" fmla="*/ 4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3" h="75">
                    <a:moveTo>
                      <a:pt x="0" y="43"/>
                    </a:moveTo>
                    <a:lnTo>
                      <a:pt x="3" y="46"/>
                    </a:lnTo>
                    <a:lnTo>
                      <a:pt x="8" y="49"/>
                    </a:lnTo>
                    <a:lnTo>
                      <a:pt x="15" y="49"/>
                    </a:lnTo>
                    <a:lnTo>
                      <a:pt x="21" y="49"/>
                    </a:lnTo>
                    <a:lnTo>
                      <a:pt x="23" y="49"/>
                    </a:lnTo>
                    <a:lnTo>
                      <a:pt x="30" y="49"/>
                    </a:lnTo>
                    <a:lnTo>
                      <a:pt x="33" y="46"/>
                    </a:lnTo>
                    <a:lnTo>
                      <a:pt x="35" y="43"/>
                    </a:lnTo>
                    <a:lnTo>
                      <a:pt x="42" y="37"/>
                    </a:lnTo>
                    <a:lnTo>
                      <a:pt x="45" y="31"/>
                    </a:lnTo>
                    <a:lnTo>
                      <a:pt x="48" y="28"/>
                    </a:lnTo>
                    <a:lnTo>
                      <a:pt x="50" y="18"/>
                    </a:lnTo>
                    <a:lnTo>
                      <a:pt x="57" y="12"/>
                    </a:lnTo>
                    <a:lnTo>
                      <a:pt x="62" y="10"/>
                    </a:lnTo>
                    <a:lnTo>
                      <a:pt x="68" y="3"/>
                    </a:lnTo>
                    <a:lnTo>
                      <a:pt x="75" y="0"/>
                    </a:lnTo>
                    <a:lnTo>
                      <a:pt x="83" y="0"/>
                    </a:lnTo>
                    <a:lnTo>
                      <a:pt x="90" y="0"/>
                    </a:lnTo>
                    <a:lnTo>
                      <a:pt x="92" y="3"/>
                    </a:lnTo>
                    <a:lnTo>
                      <a:pt x="98" y="7"/>
                    </a:lnTo>
                    <a:lnTo>
                      <a:pt x="104" y="10"/>
                    </a:lnTo>
                    <a:lnTo>
                      <a:pt x="107" y="12"/>
                    </a:lnTo>
                    <a:lnTo>
                      <a:pt x="113" y="15"/>
                    </a:lnTo>
                    <a:lnTo>
                      <a:pt x="119" y="18"/>
                    </a:lnTo>
                    <a:lnTo>
                      <a:pt x="125" y="22"/>
                    </a:lnTo>
                    <a:lnTo>
                      <a:pt x="131" y="22"/>
                    </a:lnTo>
                    <a:lnTo>
                      <a:pt x="137" y="22"/>
                    </a:lnTo>
                    <a:lnTo>
                      <a:pt x="143" y="18"/>
                    </a:lnTo>
                    <a:lnTo>
                      <a:pt x="149" y="15"/>
                    </a:lnTo>
                    <a:lnTo>
                      <a:pt x="152" y="15"/>
                    </a:lnTo>
                    <a:lnTo>
                      <a:pt x="152" y="22"/>
                    </a:lnTo>
                    <a:lnTo>
                      <a:pt x="149" y="25"/>
                    </a:lnTo>
                    <a:lnTo>
                      <a:pt x="143" y="25"/>
                    </a:lnTo>
                    <a:lnTo>
                      <a:pt x="137" y="28"/>
                    </a:lnTo>
                    <a:lnTo>
                      <a:pt x="134" y="28"/>
                    </a:lnTo>
                    <a:lnTo>
                      <a:pt x="131" y="28"/>
                    </a:lnTo>
                    <a:lnTo>
                      <a:pt x="122" y="28"/>
                    </a:lnTo>
                    <a:lnTo>
                      <a:pt x="119" y="25"/>
                    </a:lnTo>
                    <a:lnTo>
                      <a:pt x="113" y="22"/>
                    </a:lnTo>
                    <a:lnTo>
                      <a:pt x="104" y="15"/>
                    </a:lnTo>
                    <a:lnTo>
                      <a:pt x="102" y="15"/>
                    </a:lnTo>
                    <a:lnTo>
                      <a:pt x="95" y="15"/>
                    </a:lnTo>
                    <a:lnTo>
                      <a:pt x="87" y="12"/>
                    </a:lnTo>
                    <a:lnTo>
                      <a:pt x="80" y="12"/>
                    </a:lnTo>
                    <a:lnTo>
                      <a:pt x="75" y="12"/>
                    </a:lnTo>
                    <a:lnTo>
                      <a:pt x="72" y="15"/>
                    </a:lnTo>
                    <a:lnTo>
                      <a:pt x="65" y="15"/>
                    </a:lnTo>
                    <a:lnTo>
                      <a:pt x="62" y="18"/>
                    </a:lnTo>
                    <a:lnTo>
                      <a:pt x="57" y="22"/>
                    </a:lnTo>
                    <a:lnTo>
                      <a:pt x="53" y="25"/>
                    </a:lnTo>
                    <a:lnTo>
                      <a:pt x="50" y="34"/>
                    </a:lnTo>
                    <a:lnTo>
                      <a:pt x="45" y="43"/>
                    </a:lnTo>
                    <a:lnTo>
                      <a:pt x="42" y="53"/>
                    </a:lnTo>
                    <a:lnTo>
                      <a:pt x="35" y="64"/>
                    </a:lnTo>
                    <a:lnTo>
                      <a:pt x="33" y="68"/>
                    </a:lnTo>
                    <a:lnTo>
                      <a:pt x="30" y="74"/>
                    </a:lnTo>
                    <a:lnTo>
                      <a:pt x="23" y="74"/>
                    </a:lnTo>
                    <a:lnTo>
                      <a:pt x="21" y="74"/>
                    </a:lnTo>
                    <a:lnTo>
                      <a:pt x="18" y="74"/>
                    </a:lnTo>
                    <a:lnTo>
                      <a:pt x="15" y="74"/>
                    </a:lnTo>
                    <a:lnTo>
                      <a:pt x="8" y="71"/>
                    </a:lnTo>
                    <a:lnTo>
                      <a:pt x="3" y="68"/>
                    </a:lnTo>
                    <a:lnTo>
                      <a:pt x="0" y="43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Freeform 36"/>
              <p:cNvSpPr>
                <a:spLocks/>
              </p:cNvSpPr>
              <p:nvPr/>
            </p:nvSpPr>
            <p:spPr bwMode="ltGray">
              <a:xfrm>
                <a:off x="5581" y="1847"/>
                <a:ext cx="154" cy="72"/>
              </a:xfrm>
              <a:custGeom>
                <a:avLst/>
                <a:gdLst>
                  <a:gd name="T0" fmla="*/ 3 w 154"/>
                  <a:gd name="T1" fmla="*/ 44 h 72"/>
                  <a:gd name="T2" fmla="*/ 15 w 154"/>
                  <a:gd name="T3" fmla="*/ 48 h 72"/>
                  <a:gd name="T4" fmla="*/ 26 w 154"/>
                  <a:gd name="T5" fmla="*/ 48 h 72"/>
                  <a:gd name="T6" fmla="*/ 33 w 154"/>
                  <a:gd name="T7" fmla="*/ 41 h 72"/>
                  <a:gd name="T8" fmla="*/ 41 w 154"/>
                  <a:gd name="T9" fmla="*/ 36 h 72"/>
                  <a:gd name="T10" fmla="*/ 48 w 154"/>
                  <a:gd name="T11" fmla="*/ 24 h 72"/>
                  <a:gd name="T12" fmla="*/ 56 w 154"/>
                  <a:gd name="T13" fmla="*/ 12 h 72"/>
                  <a:gd name="T14" fmla="*/ 69 w 154"/>
                  <a:gd name="T15" fmla="*/ 4 h 72"/>
                  <a:gd name="T16" fmla="*/ 84 w 154"/>
                  <a:gd name="T17" fmla="*/ 0 h 72"/>
                  <a:gd name="T18" fmla="*/ 93 w 154"/>
                  <a:gd name="T19" fmla="*/ 4 h 72"/>
                  <a:gd name="T20" fmla="*/ 105 w 154"/>
                  <a:gd name="T21" fmla="*/ 9 h 72"/>
                  <a:gd name="T22" fmla="*/ 116 w 154"/>
                  <a:gd name="T23" fmla="*/ 15 h 72"/>
                  <a:gd name="T24" fmla="*/ 126 w 154"/>
                  <a:gd name="T25" fmla="*/ 18 h 72"/>
                  <a:gd name="T26" fmla="*/ 138 w 154"/>
                  <a:gd name="T27" fmla="*/ 18 h 72"/>
                  <a:gd name="T28" fmla="*/ 150 w 154"/>
                  <a:gd name="T29" fmla="*/ 15 h 72"/>
                  <a:gd name="T30" fmla="*/ 153 w 154"/>
                  <a:gd name="T31" fmla="*/ 18 h 72"/>
                  <a:gd name="T32" fmla="*/ 144 w 154"/>
                  <a:gd name="T33" fmla="*/ 24 h 72"/>
                  <a:gd name="T34" fmla="*/ 135 w 154"/>
                  <a:gd name="T35" fmla="*/ 27 h 72"/>
                  <a:gd name="T36" fmla="*/ 126 w 154"/>
                  <a:gd name="T37" fmla="*/ 24 h 72"/>
                  <a:gd name="T38" fmla="*/ 114 w 154"/>
                  <a:gd name="T39" fmla="*/ 18 h 72"/>
                  <a:gd name="T40" fmla="*/ 101 w 154"/>
                  <a:gd name="T41" fmla="*/ 12 h 72"/>
                  <a:gd name="T42" fmla="*/ 86 w 154"/>
                  <a:gd name="T43" fmla="*/ 12 h 72"/>
                  <a:gd name="T44" fmla="*/ 78 w 154"/>
                  <a:gd name="T45" fmla="*/ 12 h 72"/>
                  <a:gd name="T46" fmla="*/ 66 w 154"/>
                  <a:gd name="T47" fmla="*/ 15 h 72"/>
                  <a:gd name="T48" fmla="*/ 56 w 154"/>
                  <a:gd name="T49" fmla="*/ 21 h 72"/>
                  <a:gd name="T50" fmla="*/ 51 w 154"/>
                  <a:gd name="T51" fmla="*/ 33 h 72"/>
                  <a:gd name="T52" fmla="*/ 41 w 154"/>
                  <a:gd name="T53" fmla="*/ 51 h 72"/>
                  <a:gd name="T54" fmla="*/ 33 w 154"/>
                  <a:gd name="T55" fmla="*/ 65 h 72"/>
                  <a:gd name="T56" fmla="*/ 26 w 154"/>
                  <a:gd name="T57" fmla="*/ 71 h 72"/>
                  <a:gd name="T58" fmla="*/ 18 w 154"/>
                  <a:gd name="T59" fmla="*/ 71 h 72"/>
                  <a:gd name="T60" fmla="*/ 8 w 154"/>
                  <a:gd name="T61" fmla="*/ 68 h 72"/>
                  <a:gd name="T62" fmla="*/ 0 w 154"/>
                  <a:gd name="T63" fmla="*/ 41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4" h="72">
                    <a:moveTo>
                      <a:pt x="0" y="41"/>
                    </a:moveTo>
                    <a:lnTo>
                      <a:pt x="3" y="44"/>
                    </a:lnTo>
                    <a:lnTo>
                      <a:pt x="8" y="48"/>
                    </a:lnTo>
                    <a:lnTo>
                      <a:pt x="15" y="48"/>
                    </a:lnTo>
                    <a:lnTo>
                      <a:pt x="21" y="48"/>
                    </a:lnTo>
                    <a:lnTo>
                      <a:pt x="26" y="48"/>
                    </a:lnTo>
                    <a:lnTo>
                      <a:pt x="30" y="44"/>
                    </a:lnTo>
                    <a:lnTo>
                      <a:pt x="33" y="41"/>
                    </a:lnTo>
                    <a:lnTo>
                      <a:pt x="36" y="41"/>
                    </a:lnTo>
                    <a:lnTo>
                      <a:pt x="41" y="36"/>
                    </a:lnTo>
                    <a:lnTo>
                      <a:pt x="45" y="30"/>
                    </a:lnTo>
                    <a:lnTo>
                      <a:pt x="48" y="24"/>
                    </a:lnTo>
                    <a:lnTo>
                      <a:pt x="51" y="18"/>
                    </a:lnTo>
                    <a:lnTo>
                      <a:pt x="56" y="12"/>
                    </a:lnTo>
                    <a:lnTo>
                      <a:pt x="63" y="6"/>
                    </a:lnTo>
                    <a:lnTo>
                      <a:pt x="69" y="4"/>
                    </a:lnTo>
                    <a:lnTo>
                      <a:pt x="75" y="0"/>
                    </a:lnTo>
                    <a:lnTo>
                      <a:pt x="84" y="0"/>
                    </a:lnTo>
                    <a:lnTo>
                      <a:pt x="90" y="0"/>
                    </a:lnTo>
                    <a:lnTo>
                      <a:pt x="93" y="4"/>
                    </a:lnTo>
                    <a:lnTo>
                      <a:pt x="99" y="6"/>
                    </a:lnTo>
                    <a:lnTo>
                      <a:pt x="105" y="9"/>
                    </a:lnTo>
                    <a:lnTo>
                      <a:pt x="108" y="12"/>
                    </a:lnTo>
                    <a:lnTo>
                      <a:pt x="116" y="15"/>
                    </a:lnTo>
                    <a:lnTo>
                      <a:pt x="123" y="18"/>
                    </a:lnTo>
                    <a:lnTo>
                      <a:pt x="126" y="18"/>
                    </a:lnTo>
                    <a:lnTo>
                      <a:pt x="131" y="21"/>
                    </a:lnTo>
                    <a:lnTo>
                      <a:pt x="138" y="18"/>
                    </a:lnTo>
                    <a:lnTo>
                      <a:pt x="144" y="18"/>
                    </a:lnTo>
                    <a:lnTo>
                      <a:pt x="150" y="15"/>
                    </a:lnTo>
                    <a:lnTo>
                      <a:pt x="153" y="12"/>
                    </a:lnTo>
                    <a:lnTo>
                      <a:pt x="153" y="18"/>
                    </a:lnTo>
                    <a:lnTo>
                      <a:pt x="150" y="21"/>
                    </a:lnTo>
                    <a:lnTo>
                      <a:pt x="144" y="24"/>
                    </a:lnTo>
                    <a:lnTo>
                      <a:pt x="141" y="27"/>
                    </a:lnTo>
                    <a:lnTo>
                      <a:pt x="135" y="27"/>
                    </a:lnTo>
                    <a:lnTo>
                      <a:pt x="131" y="27"/>
                    </a:lnTo>
                    <a:lnTo>
                      <a:pt x="126" y="24"/>
                    </a:lnTo>
                    <a:lnTo>
                      <a:pt x="120" y="24"/>
                    </a:lnTo>
                    <a:lnTo>
                      <a:pt x="114" y="18"/>
                    </a:lnTo>
                    <a:lnTo>
                      <a:pt x="105" y="15"/>
                    </a:lnTo>
                    <a:lnTo>
                      <a:pt x="101" y="12"/>
                    </a:lnTo>
                    <a:lnTo>
                      <a:pt x="96" y="12"/>
                    </a:lnTo>
                    <a:lnTo>
                      <a:pt x="86" y="12"/>
                    </a:lnTo>
                    <a:lnTo>
                      <a:pt x="81" y="12"/>
                    </a:lnTo>
                    <a:lnTo>
                      <a:pt x="78" y="12"/>
                    </a:lnTo>
                    <a:lnTo>
                      <a:pt x="71" y="12"/>
                    </a:lnTo>
                    <a:lnTo>
                      <a:pt x="66" y="15"/>
                    </a:lnTo>
                    <a:lnTo>
                      <a:pt x="63" y="18"/>
                    </a:lnTo>
                    <a:lnTo>
                      <a:pt x="56" y="21"/>
                    </a:lnTo>
                    <a:lnTo>
                      <a:pt x="54" y="24"/>
                    </a:lnTo>
                    <a:lnTo>
                      <a:pt x="51" y="33"/>
                    </a:lnTo>
                    <a:lnTo>
                      <a:pt x="45" y="39"/>
                    </a:lnTo>
                    <a:lnTo>
                      <a:pt x="41" y="51"/>
                    </a:lnTo>
                    <a:lnTo>
                      <a:pt x="36" y="59"/>
                    </a:lnTo>
                    <a:lnTo>
                      <a:pt x="33" y="65"/>
                    </a:lnTo>
                    <a:lnTo>
                      <a:pt x="30" y="68"/>
                    </a:lnTo>
                    <a:lnTo>
                      <a:pt x="26" y="71"/>
                    </a:lnTo>
                    <a:lnTo>
                      <a:pt x="21" y="71"/>
                    </a:lnTo>
                    <a:lnTo>
                      <a:pt x="18" y="71"/>
                    </a:lnTo>
                    <a:lnTo>
                      <a:pt x="15" y="71"/>
                    </a:lnTo>
                    <a:lnTo>
                      <a:pt x="8" y="68"/>
                    </a:lnTo>
                    <a:lnTo>
                      <a:pt x="6" y="65"/>
                    </a:lnTo>
                    <a:lnTo>
                      <a:pt x="0" y="41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" name="Freeform 37"/>
              <p:cNvSpPr>
                <a:spLocks/>
              </p:cNvSpPr>
              <p:nvPr/>
            </p:nvSpPr>
            <p:spPr bwMode="ltGray">
              <a:xfrm>
                <a:off x="4436" y="4096"/>
                <a:ext cx="57" cy="66"/>
              </a:xfrm>
              <a:custGeom>
                <a:avLst/>
                <a:gdLst>
                  <a:gd name="T0" fmla="*/ 31 w 57"/>
                  <a:gd name="T1" fmla="*/ 0 h 66"/>
                  <a:gd name="T2" fmla="*/ 0 w 57"/>
                  <a:gd name="T3" fmla="*/ 17 h 66"/>
                  <a:gd name="T4" fmla="*/ 17 w 57"/>
                  <a:gd name="T5" fmla="*/ 65 h 66"/>
                  <a:gd name="T6" fmla="*/ 56 w 57"/>
                  <a:gd name="T7" fmla="*/ 41 h 66"/>
                  <a:gd name="T8" fmla="*/ 31 w 57"/>
                  <a:gd name="T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66">
                    <a:moveTo>
                      <a:pt x="31" y="0"/>
                    </a:moveTo>
                    <a:lnTo>
                      <a:pt x="0" y="17"/>
                    </a:lnTo>
                    <a:lnTo>
                      <a:pt x="17" y="65"/>
                    </a:lnTo>
                    <a:lnTo>
                      <a:pt x="56" y="41"/>
                    </a:lnTo>
                    <a:lnTo>
                      <a:pt x="31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Freeform 38"/>
              <p:cNvSpPr>
                <a:spLocks/>
              </p:cNvSpPr>
              <p:nvPr/>
            </p:nvSpPr>
            <p:spPr bwMode="ltGray">
              <a:xfrm>
                <a:off x="107" y="2501"/>
                <a:ext cx="55" cy="65"/>
              </a:xfrm>
              <a:custGeom>
                <a:avLst/>
                <a:gdLst>
                  <a:gd name="T0" fmla="*/ 30 w 55"/>
                  <a:gd name="T1" fmla="*/ 0 h 65"/>
                  <a:gd name="T2" fmla="*/ 0 w 55"/>
                  <a:gd name="T3" fmla="*/ 17 h 65"/>
                  <a:gd name="T4" fmla="*/ 16 w 55"/>
                  <a:gd name="T5" fmla="*/ 64 h 65"/>
                  <a:gd name="T6" fmla="*/ 54 w 55"/>
                  <a:gd name="T7" fmla="*/ 40 h 65"/>
                  <a:gd name="T8" fmla="*/ 30 w 55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65">
                    <a:moveTo>
                      <a:pt x="30" y="0"/>
                    </a:moveTo>
                    <a:lnTo>
                      <a:pt x="0" y="17"/>
                    </a:lnTo>
                    <a:lnTo>
                      <a:pt x="16" y="64"/>
                    </a:lnTo>
                    <a:lnTo>
                      <a:pt x="54" y="40"/>
                    </a:lnTo>
                    <a:lnTo>
                      <a:pt x="3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 39"/>
              <p:cNvSpPr>
                <a:spLocks/>
              </p:cNvSpPr>
              <p:nvPr/>
            </p:nvSpPr>
            <p:spPr bwMode="ltGray">
              <a:xfrm>
                <a:off x="5139" y="1106"/>
                <a:ext cx="56" cy="65"/>
              </a:xfrm>
              <a:custGeom>
                <a:avLst/>
                <a:gdLst>
                  <a:gd name="T0" fmla="*/ 30 w 56"/>
                  <a:gd name="T1" fmla="*/ 0 h 65"/>
                  <a:gd name="T2" fmla="*/ 0 w 56"/>
                  <a:gd name="T3" fmla="*/ 17 h 65"/>
                  <a:gd name="T4" fmla="*/ 16 w 56"/>
                  <a:gd name="T5" fmla="*/ 64 h 65"/>
                  <a:gd name="T6" fmla="*/ 55 w 56"/>
                  <a:gd name="T7" fmla="*/ 41 h 65"/>
                  <a:gd name="T8" fmla="*/ 30 w 56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65">
                    <a:moveTo>
                      <a:pt x="30" y="0"/>
                    </a:moveTo>
                    <a:lnTo>
                      <a:pt x="0" y="17"/>
                    </a:lnTo>
                    <a:lnTo>
                      <a:pt x="16" y="64"/>
                    </a:lnTo>
                    <a:lnTo>
                      <a:pt x="55" y="41"/>
                    </a:lnTo>
                    <a:lnTo>
                      <a:pt x="3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40"/>
              <p:cNvSpPr>
                <a:spLocks/>
              </p:cNvSpPr>
              <p:nvPr/>
            </p:nvSpPr>
            <p:spPr bwMode="ltGray">
              <a:xfrm>
                <a:off x="4703" y="54"/>
                <a:ext cx="60" cy="81"/>
              </a:xfrm>
              <a:custGeom>
                <a:avLst/>
                <a:gdLst>
                  <a:gd name="T0" fmla="*/ 59 w 60"/>
                  <a:gd name="T1" fmla="*/ 0 h 81"/>
                  <a:gd name="T2" fmla="*/ 0 w 60"/>
                  <a:gd name="T3" fmla="*/ 30 h 81"/>
                  <a:gd name="T4" fmla="*/ 45 w 60"/>
                  <a:gd name="T5" fmla="*/ 80 h 81"/>
                  <a:gd name="T6" fmla="*/ 59 w 60"/>
                  <a:gd name="T7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" h="81">
                    <a:moveTo>
                      <a:pt x="59" y="0"/>
                    </a:moveTo>
                    <a:lnTo>
                      <a:pt x="0" y="30"/>
                    </a:lnTo>
                    <a:lnTo>
                      <a:pt x="45" y="80"/>
                    </a:lnTo>
                    <a:lnTo>
                      <a:pt x="59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Freeform 41"/>
              <p:cNvSpPr>
                <a:spLocks/>
              </p:cNvSpPr>
              <p:nvPr/>
            </p:nvSpPr>
            <p:spPr bwMode="ltGray">
              <a:xfrm>
                <a:off x="5601" y="3074"/>
                <a:ext cx="60" cy="80"/>
              </a:xfrm>
              <a:custGeom>
                <a:avLst/>
                <a:gdLst>
                  <a:gd name="T0" fmla="*/ 59 w 60"/>
                  <a:gd name="T1" fmla="*/ 0 h 80"/>
                  <a:gd name="T2" fmla="*/ 0 w 60"/>
                  <a:gd name="T3" fmla="*/ 30 h 80"/>
                  <a:gd name="T4" fmla="*/ 42 w 60"/>
                  <a:gd name="T5" fmla="*/ 79 h 80"/>
                  <a:gd name="T6" fmla="*/ 59 w 60"/>
                  <a:gd name="T7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" h="80">
                    <a:moveTo>
                      <a:pt x="59" y="0"/>
                    </a:moveTo>
                    <a:lnTo>
                      <a:pt x="0" y="30"/>
                    </a:lnTo>
                    <a:lnTo>
                      <a:pt x="42" y="79"/>
                    </a:lnTo>
                    <a:lnTo>
                      <a:pt x="59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Freeform 42"/>
              <p:cNvSpPr>
                <a:spLocks/>
              </p:cNvSpPr>
              <p:nvPr/>
            </p:nvSpPr>
            <p:spPr bwMode="ltGray">
              <a:xfrm>
                <a:off x="2788" y="4005"/>
                <a:ext cx="59" cy="83"/>
              </a:xfrm>
              <a:custGeom>
                <a:avLst/>
                <a:gdLst>
                  <a:gd name="T0" fmla="*/ 58 w 59"/>
                  <a:gd name="T1" fmla="*/ 0 h 83"/>
                  <a:gd name="T2" fmla="*/ 0 w 59"/>
                  <a:gd name="T3" fmla="*/ 31 h 83"/>
                  <a:gd name="T4" fmla="*/ 42 w 59"/>
                  <a:gd name="T5" fmla="*/ 82 h 83"/>
                  <a:gd name="T6" fmla="*/ 58 w 59"/>
                  <a:gd name="T7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83">
                    <a:moveTo>
                      <a:pt x="58" y="0"/>
                    </a:moveTo>
                    <a:lnTo>
                      <a:pt x="0" y="31"/>
                    </a:lnTo>
                    <a:lnTo>
                      <a:pt x="42" y="82"/>
                    </a:lnTo>
                    <a:lnTo>
                      <a:pt x="58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" name="Freeform 43"/>
              <p:cNvSpPr>
                <a:spLocks/>
              </p:cNvSpPr>
              <p:nvPr/>
            </p:nvSpPr>
            <p:spPr bwMode="ltGray">
              <a:xfrm>
                <a:off x="256" y="3041"/>
                <a:ext cx="61" cy="83"/>
              </a:xfrm>
              <a:custGeom>
                <a:avLst/>
                <a:gdLst>
                  <a:gd name="T0" fmla="*/ 60 w 61"/>
                  <a:gd name="T1" fmla="*/ 0 h 83"/>
                  <a:gd name="T2" fmla="*/ 0 w 61"/>
                  <a:gd name="T3" fmla="*/ 31 h 83"/>
                  <a:gd name="T4" fmla="*/ 46 w 61"/>
                  <a:gd name="T5" fmla="*/ 82 h 83"/>
                  <a:gd name="T6" fmla="*/ 60 w 61"/>
                  <a:gd name="T7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1" h="83">
                    <a:moveTo>
                      <a:pt x="60" y="0"/>
                    </a:moveTo>
                    <a:lnTo>
                      <a:pt x="0" y="31"/>
                    </a:lnTo>
                    <a:lnTo>
                      <a:pt x="46" y="82"/>
                    </a:lnTo>
                    <a:lnTo>
                      <a:pt x="6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" name="Freeform 44"/>
              <p:cNvSpPr>
                <a:spLocks/>
              </p:cNvSpPr>
              <p:nvPr/>
            </p:nvSpPr>
            <p:spPr bwMode="ltGray">
              <a:xfrm>
                <a:off x="4707" y="4074"/>
                <a:ext cx="59" cy="78"/>
              </a:xfrm>
              <a:custGeom>
                <a:avLst/>
                <a:gdLst>
                  <a:gd name="T0" fmla="*/ 58 w 59"/>
                  <a:gd name="T1" fmla="*/ 0 h 78"/>
                  <a:gd name="T2" fmla="*/ 0 w 59"/>
                  <a:gd name="T3" fmla="*/ 30 h 78"/>
                  <a:gd name="T4" fmla="*/ 42 w 59"/>
                  <a:gd name="T5" fmla="*/ 77 h 78"/>
                  <a:gd name="T6" fmla="*/ 58 w 59"/>
                  <a:gd name="T7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78">
                    <a:moveTo>
                      <a:pt x="58" y="0"/>
                    </a:moveTo>
                    <a:lnTo>
                      <a:pt x="0" y="30"/>
                    </a:lnTo>
                    <a:lnTo>
                      <a:pt x="42" y="77"/>
                    </a:lnTo>
                    <a:lnTo>
                      <a:pt x="58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Freeform 45"/>
              <p:cNvSpPr>
                <a:spLocks/>
              </p:cNvSpPr>
              <p:nvPr/>
            </p:nvSpPr>
            <p:spPr bwMode="ltGray">
              <a:xfrm>
                <a:off x="234" y="3987"/>
                <a:ext cx="61" cy="81"/>
              </a:xfrm>
              <a:custGeom>
                <a:avLst/>
                <a:gdLst>
                  <a:gd name="T0" fmla="*/ 0 w 61"/>
                  <a:gd name="T1" fmla="*/ 0 h 81"/>
                  <a:gd name="T2" fmla="*/ 60 w 61"/>
                  <a:gd name="T3" fmla="*/ 31 h 81"/>
                  <a:gd name="T4" fmla="*/ 18 w 61"/>
                  <a:gd name="T5" fmla="*/ 80 h 81"/>
                  <a:gd name="T6" fmla="*/ 0 w 61"/>
                  <a:gd name="T7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1" h="81">
                    <a:moveTo>
                      <a:pt x="0" y="0"/>
                    </a:moveTo>
                    <a:lnTo>
                      <a:pt x="60" y="31"/>
                    </a:lnTo>
                    <a:lnTo>
                      <a:pt x="18" y="8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 46"/>
              <p:cNvSpPr>
                <a:spLocks/>
              </p:cNvSpPr>
              <p:nvPr/>
            </p:nvSpPr>
            <p:spPr bwMode="ltGray">
              <a:xfrm>
                <a:off x="2285" y="99"/>
                <a:ext cx="61" cy="82"/>
              </a:xfrm>
              <a:custGeom>
                <a:avLst/>
                <a:gdLst>
                  <a:gd name="T0" fmla="*/ 0 w 61"/>
                  <a:gd name="T1" fmla="*/ 0 h 82"/>
                  <a:gd name="T2" fmla="*/ 60 w 61"/>
                  <a:gd name="T3" fmla="*/ 31 h 82"/>
                  <a:gd name="T4" fmla="*/ 18 w 61"/>
                  <a:gd name="T5" fmla="*/ 81 h 82"/>
                  <a:gd name="T6" fmla="*/ 0 w 61"/>
                  <a:gd name="T7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1" h="82">
                    <a:moveTo>
                      <a:pt x="0" y="0"/>
                    </a:moveTo>
                    <a:lnTo>
                      <a:pt x="60" y="31"/>
                    </a:lnTo>
                    <a:lnTo>
                      <a:pt x="18" y="81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Rectangle 47"/>
              <p:cNvSpPr>
                <a:spLocks noChangeArrowheads="1"/>
              </p:cNvSpPr>
              <p:nvPr/>
            </p:nvSpPr>
            <p:spPr bwMode="ltGray">
              <a:xfrm>
                <a:off x="1629" y="103"/>
                <a:ext cx="53" cy="56"/>
              </a:xfrm>
              <a:prstGeom prst="rect">
                <a:avLst/>
              </a:pr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4" name="Rectangle 48"/>
              <p:cNvSpPr>
                <a:spLocks noChangeArrowheads="1"/>
              </p:cNvSpPr>
              <p:nvPr/>
            </p:nvSpPr>
            <p:spPr bwMode="ltGray">
              <a:xfrm>
                <a:off x="5563" y="129"/>
                <a:ext cx="52" cy="56"/>
              </a:xfrm>
              <a:prstGeom prst="rect">
                <a:avLst/>
              </a:pr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" name="Rectangle 49"/>
              <p:cNvSpPr>
                <a:spLocks noChangeArrowheads="1"/>
              </p:cNvSpPr>
              <p:nvPr/>
            </p:nvSpPr>
            <p:spPr bwMode="ltGray">
              <a:xfrm>
                <a:off x="5039" y="4013"/>
                <a:ext cx="53" cy="57"/>
              </a:xfrm>
              <a:prstGeom prst="rect">
                <a:avLst/>
              </a:pr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" name="Rectangle 50"/>
              <p:cNvSpPr>
                <a:spLocks noChangeArrowheads="1"/>
              </p:cNvSpPr>
              <p:nvPr/>
            </p:nvSpPr>
            <p:spPr bwMode="ltGray">
              <a:xfrm>
                <a:off x="5651" y="782"/>
                <a:ext cx="41" cy="43"/>
              </a:xfrm>
              <a:prstGeom prst="rect">
                <a:avLst/>
              </a:pr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" name="Rectangle 51"/>
              <p:cNvSpPr>
                <a:spLocks noChangeArrowheads="1"/>
              </p:cNvSpPr>
              <p:nvPr/>
            </p:nvSpPr>
            <p:spPr bwMode="ltGray">
              <a:xfrm>
                <a:off x="648" y="202"/>
                <a:ext cx="52" cy="54"/>
              </a:xfrm>
              <a:prstGeom prst="rect">
                <a:avLst/>
              </a:pr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8" name="Freeform 52"/>
              <p:cNvSpPr>
                <a:spLocks/>
              </p:cNvSpPr>
              <p:nvPr/>
            </p:nvSpPr>
            <p:spPr bwMode="ltGray">
              <a:xfrm>
                <a:off x="177" y="1414"/>
                <a:ext cx="229" cy="116"/>
              </a:xfrm>
              <a:custGeom>
                <a:avLst/>
                <a:gdLst>
                  <a:gd name="T0" fmla="*/ 228 w 229"/>
                  <a:gd name="T1" fmla="*/ 4 h 116"/>
                  <a:gd name="T2" fmla="*/ 222 w 229"/>
                  <a:gd name="T3" fmla="*/ 0 h 116"/>
                  <a:gd name="T4" fmla="*/ 210 w 229"/>
                  <a:gd name="T5" fmla="*/ 0 h 116"/>
                  <a:gd name="T6" fmla="*/ 200 w 229"/>
                  <a:gd name="T7" fmla="*/ 0 h 116"/>
                  <a:gd name="T8" fmla="*/ 192 w 229"/>
                  <a:gd name="T9" fmla="*/ 0 h 116"/>
                  <a:gd name="T10" fmla="*/ 180 w 229"/>
                  <a:gd name="T11" fmla="*/ 4 h 116"/>
                  <a:gd name="T12" fmla="*/ 170 w 229"/>
                  <a:gd name="T13" fmla="*/ 10 h 116"/>
                  <a:gd name="T14" fmla="*/ 164 w 229"/>
                  <a:gd name="T15" fmla="*/ 13 h 116"/>
                  <a:gd name="T16" fmla="*/ 159 w 229"/>
                  <a:gd name="T17" fmla="*/ 22 h 116"/>
                  <a:gd name="T18" fmla="*/ 152 w 229"/>
                  <a:gd name="T19" fmla="*/ 31 h 116"/>
                  <a:gd name="T20" fmla="*/ 149 w 229"/>
                  <a:gd name="T21" fmla="*/ 38 h 116"/>
                  <a:gd name="T22" fmla="*/ 146 w 229"/>
                  <a:gd name="T23" fmla="*/ 43 h 116"/>
                  <a:gd name="T24" fmla="*/ 134 w 229"/>
                  <a:gd name="T25" fmla="*/ 59 h 116"/>
                  <a:gd name="T26" fmla="*/ 122 w 229"/>
                  <a:gd name="T27" fmla="*/ 72 h 116"/>
                  <a:gd name="T28" fmla="*/ 113 w 229"/>
                  <a:gd name="T29" fmla="*/ 77 h 116"/>
                  <a:gd name="T30" fmla="*/ 98 w 229"/>
                  <a:gd name="T31" fmla="*/ 84 h 116"/>
                  <a:gd name="T32" fmla="*/ 86 w 229"/>
                  <a:gd name="T33" fmla="*/ 90 h 116"/>
                  <a:gd name="T34" fmla="*/ 73 w 229"/>
                  <a:gd name="T35" fmla="*/ 93 h 116"/>
                  <a:gd name="T36" fmla="*/ 64 w 229"/>
                  <a:gd name="T37" fmla="*/ 93 h 116"/>
                  <a:gd name="T38" fmla="*/ 52 w 229"/>
                  <a:gd name="T39" fmla="*/ 93 h 116"/>
                  <a:gd name="T40" fmla="*/ 37 w 229"/>
                  <a:gd name="T41" fmla="*/ 90 h 116"/>
                  <a:gd name="T42" fmla="*/ 25 w 229"/>
                  <a:gd name="T43" fmla="*/ 84 h 116"/>
                  <a:gd name="T44" fmla="*/ 15 w 229"/>
                  <a:gd name="T45" fmla="*/ 74 h 116"/>
                  <a:gd name="T46" fmla="*/ 10 w 229"/>
                  <a:gd name="T47" fmla="*/ 69 h 116"/>
                  <a:gd name="T48" fmla="*/ 0 w 229"/>
                  <a:gd name="T49" fmla="*/ 100 h 116"/>
                  <a:gd name="T50" fmla="*/ 7 w 229"/>
                  <a:gd name="T51" fmla="*/ 105 h 116"/>
                  <a:gd name="T52" fmla="*/ 22 w 229"/>
                  <a:gd name="T53" fmla="*/ 112 h 116"/>
                  <a:gd name="T54" fmla="*/ 33 w 229"/>
                  <a:gd name="T55" fmla="*/ 112 h 116"/>
                  <a:gd name="T56" fmla="*/ 48 w 229"/>
                  <a:gd name="T57" fmla="*/ 115 h 116"/>
                  <a:gd name="T58" fmla="*/ 61 w 229"/>
                  <a:gd name="T59" fmla="*/ 115 h 116"/>
                  <a:gd name="T60" fmla="*/ 73 w 229"/>
                  <a:gd name="T61" fmla="*/ 112 h 116"/>
                  <a:gd name="T62" fmla="*/ 88 w 229"/>
                  <a:gd name="T63" fmla="*/ 105 h 116"/>
                  <a:gd name="T64" fmla="*/ 98 w 229"/>
                  <a:gd name="T65" fmla="*/ 100 h 116"/>
                  <a:gd name="T66" fmla="*/ 104 w 229"/>
                  <a:gd name="T67" fmla="*/ 97 h 116"/>
                  <a:gd name="T68" fmla="*/ 119 w 229"/>
                  <a:gd name="T69" fmla="*/ 84 h 116"/>
                  <a:gd name="T70" fmla="*/ 131 w 229"/>
                  <a:gd name="T71" fmla="*/ 72 h 116"/>
                  <a:gd name="T72" fmla="*/ 140 w 229"/>
                  <a:gd name="T73" fmla="*/ 56 h 116"/>
                  <a:gd name="T74" fmla="*/ 149 w 229"/>
                  <a:gd name="T75" fmla="*/ 43 h 116"/>
                  <a:gd name="T76" fmla="*/ 159 w 229"/>
                  <a:gd name="T77" fmla="*/ 41 h 116"/>
                  <a:gd name="T78" fmla="*/ 167 w 229"/>
                  <a:gd name="T79" fmla="*/ 31 h 116"/>
                  <a:gd name="T80" fmla="*/ 177 w 229"/>
                  <a:gd name="T81" fmla="*/ 28 h 116"/>
                  <a:gd name="T82" fmla="*/ 185 w 229"/>
                  <a:gd name="T83" fmla="*/ 25 h 116"/>
                  <a:gd name="T84" fmla="*/ 198 w 229"/>
                  <a:gd name="T85" fmla="*/ 25 h 116"/>
                  <a:gd name="T86" fmla="*/ 204 w 229"/>
                  <a:gd name="T87" fmla="*/ 25 h 116"/>
                  <a:gd name="T88" fmla="*/ 210 w 229"/>
                  <a:gd name="T89" fmla="*/ 28 h 116"/>
                  <a:gd name="T90" fmla="*/ 222 w 229"/>
                  <a:gd name="T91" fmla="*/ 35 h 116"/>
                  <a:gd name="T92" fmla="*/ 228 w 229"/>
                  <a:gd name="T93" fmla="*/ 4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29" h="116">
                    <a:moveTo>
                      <a:pt x="228" y="4"/>
                    </a:moveTo>
                    <a:lnTo>
                      <a:pt x="222" y="0"/>
                    </a:lnTo>
                    <a:lnTo>
                      <a:pt x="210" y="0"/>
                    </a:lnTo>
                    <a:lnTo>
                      <a:pt x="200" y="0"/>
                    </a:lnTo>
                    <a:lnTo>
                      <a:pt x="192" y="0"/>
                    </a:lnTo>
                    <a:lnTo>
                      <a:pt x="180" y="4"/>
                    </a:lnTo>
                    <a:lnTo>
                      <a:pt x="170" y="10"/>
                    </a:lnTo>
                    <a:lnTo>
                      <a:pt x="164" y="13"/>
                    </a:lnTo>
                    <a:lnTo>
                      <a:pt x="159" y="22"/>
                    </a:lnTo>
                    <a:lnTo>
                      <a:pt x="152" y="31"/>
                    </a:lnTo>
                    <a:lnTo>
                      <a:pt x="149" y="38"/>
                    </a:lnTo>
                    <a:lnTo>
                      <a:pt x="146" y="43"/>
                    </a:lnTo>
                    <a:lnTo>
                      <a:pt x="134" y="59"/>
                    </a:lnTo>
                    <a:lnTo>
                      <a:pt x="122" y="72"/>
                    </a:lnTo>
                    <a:lnTo>
                      <a:pt x="113" y="77"/>
                    </a:lnTo>
                    <a:lnTo>
                      <a:pt x="98" y="84"/>
                    </a:lnTo>
                    <a:lnTo>
                      <a:pt x="86" y="90"/>
                    </a:lnTo>
                    <a:lnTo>
                      <a:pt x="73" y="93"/>
                    </a:lnTo>
                    <a:lnTo>
                      <a:pt x="64" y="93"/>
                    </a:lnTo>
                    <a:lnTo>
                      <a:pt x="52" y="93"/>
                    </a:lnTo>
                    <a:lnTo>
                      <a:pt x="37" y="90"/>
                    </a:lnTo>
                    <a:lnTo>
                      <a:pt x="25" y="84"/>
                    </a:lnTo>
                    <a:lnTo>
                      <a:pt x="15" y="74"/>
                    </a:lnTo>
                    <a:lnTo>
                      <a:pt x="10" y="69"/>
                    </a:lnTo>
                    <a:lnTo>
                      <a:pt x="0" y="100"/>
                    </a:lnTo>
                    <a:lnTo>
                      <a:pt x="7" y="105"/>
                    </a:lnTo>
                    <a:lnTo>
                      <a:pt x="22" y="112"/>
                    </a:lnTo>
                    <a:lnTo>
                      <a:pt x="33" y="112"/>
                    </a:lnTo>
                    <a:lnTo>
                      <a:pt x="48" y="115"/>
                    </a:lnTo>
                    <a:lnTo>
                      <a:pt x="61" y="115"/>
                    </a:lnTo>
                    <a:lnTo>
                      <a:pt x="73" y="112"/>
                    </a:lnTo>
                    <a:lnTo>
                      <a:pt x="88" y="105"/>
                    </a:lnTo>
                    <a:lnTo>
                      <a:pt x="98" y="100"/>
                    </a:lnTo>
                    <a:lnTo>
                      <a:pt x="104" y="97"/>
                    </a:lnTo>
                    <a:lnTo>
                      <a:pt x="119" y="84"/>
                    </a:lnTo>
                    <a:lnTo>
                      <a:pt x="131" y="72"/>
                    </a:lnTo>
                    <a:lnTo>
                      <a:pt x="140" y="56"/>
                    </a:lnTo>
                    <a:lnTo>
                      <a:pt x="149" y="43"/>
                    </a:lnTo>
                    <a:lnTo>
                      <a:pt x="159" y="41"/>
                    </a:lnTo>
                    <a:lnTo>
                      <a:pt x="167" y="31"/>
                    </a:lnTo>
                    <a:lnTo>
                      <a:pt x="177" y="28"/>
                    </a:lnTo>
                    <a:lnTo>
                      <a:pt x="185" y="25"/>
                    </a:lnTo>
                    <a:lnTo>
                      <a:pt x="198" y="25"/>
                    </a:lnTo>
                    <a:lnTo>
                      <a:pt x="204" y="25"/>
                    </a:lnTo>
                    <a:lnTo>
                      <a:pt x="210" y="28"/>
                    </a:lnTo>
                    <a:lnTo>
                      <a:pt x="222" y="35"/>
                    </a:lnTo>
                    <a:lnTo>
                      <a:pt x="228" y="4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Freeform 53"/>
              <p:cNvSpPr>
                <a:spLocks/>
              </p:cNvSpPr>
              <p:nvPr/>
            </p:nvSpPr>
            <p:spPr bwMode="ltGray">
              <a:xfrm>
                <a:off x="2288" y="4156"/>
                <a:ext cx="231" cy="115"/>
              </a:xfrm>
              <a:custGeom>
                <a:avLst/>
                <a:gdLst>
                  <a:gd name="T0" fmla="*/ 0 w 231"/>
                  <a:gd name="T1" fmla="*/ 111 h 115"/>
                  <a:gd name="T2" fmla="*/ 6 w 231"/>
                  <a:gd name="T3" fmla="*/ 114 h 115"/>
                  <a:gd name="T4" fmla="*/ 18 w 231"/>
                  <a:gd name="T5" fmla="*/ 114 h 115"/>
                  <a:gd name="T6" fmla="*/ 27 w 231"/>
                  <a:gd name="T7" fmla="*/ 114 h 115"/>
                  <a:gd name="T8" fmla="*/ 39 w 231"/>
                  <a:gd name="T9" fmla="*/ 111 h 115"/>
                  <a:gd name="T10" fmla="*/ 48 w 231"/>
                  <a:gd name="T11" fmla="*/ 108 h 115"/>
                  <a:gd name="T12" fmla="*/ 58 w 231"/>
                  <a:gd name="T13" fmla="*/ 104 h 115"/>
                  <a:gd name="T14" fmla="*/ 63 w 231"/>
                  <a:gd name="T15" fmla="*/ 101 h 115"/>
                  <a:gd name="T16" fmla="*/ 73 w 231"/>
                  <a:gd name="T17" fmla="*/ 93 h 115"/>
                  <a:gd name="T18" fmla="*/ 76 w 231"/>
                  <a:gd name="T19" fmla="*/ 83 h 115"/>
                  <a:gd name="T20" fmla="*/ 81 w 231"/>
                  <a:gd name="T21" fmla="*/ 77 h 115"/>
                  <a:gd name="T22" fmla="*/ 84 w 231"/>
                  <a:gd name="T23" fmla="*/ 71 h 115"/>
                  <a:gd name="T24" fmla="*/ 94 w 231"/>
                  <a:gd name="T25" fmla="*/ 55 h 115"/>
                  <a:gd name="T26" fmla="*/ 109 w 231"/>
                  <a:gd name="T27" fmla="*/ 40 h 115"/>
                  <a:gd name="T28" fmla="*/ 115 w 231"/>
                  <a:gd name="T29" fmla="*/ 37 h 115"/>
                  <a:gd name="T30" fmla="*/ 130 w 231"/>
                  <a:gd name="T31" fmla="*/ 31 h 115"/>
                  <a:gd name="T32" fmla="*/ 142 w 231"/>
                  <a:gd name="T33" fmla="*/ 24 h 115"/>
                  <a:gd name="T34" fmla="*/ 154 w 231"/>
                  <a:gd name="T35" fmla="*/ 21 h 115"/>
                  <a:gd name="T36" fmla="*/ 164 w 231"/>
                  <a:gd name="T37" fmla="*/ 18 h 115"/>
                  <a:gd name="T38" fmla="*/ 175 w 231"/>
                  <a:gd name="T39" fmla="*/ 21 h 115"/>
                  <a:gd name="T40" fmla="*/ 190 w 231"/>
                  <a:gd name="T41" fmla="*/ 24 h 115"/>
                  <a:gd name="T42" fmla="*/ 205 w 231"/>
                  <a:gd name="T43" fmla="*/ 31 h 115"/>
                  <a:gd name="T44" fmla="*/ 215 w 231"/>
                  <a:gd name="T45" fmla="*/ 37 h 115"/>
                  <a:gd name="T46" fmla="*/ 218 w 231"/>
                  <a:gd name="T47" fmla="*/ 43 h 115"/>
                  <a:gd name="T48" fmla="*/ 230 w 231"/>
                  <a:gd name="T49" fmla="*/ 12 h 115"/>
                  <a:gd name="T50" fmla="*/ 221 w 231"/>
                  <a:gd name="T51" fmla="*/ 9 h 115"/>
                  <a:gd name="T52" fmla="*/ 209 w 231"/>
                  <a:gd name="T53" fmla="*/ 3 h 115"/>
                  <a:gd name="T54" fmla="*/ 194 w 231"/>
                  <a:gd name="T55" fmla="*/ 0 h 115"/>
                  <a:gd name="T56" fmla="*/ 179 w 231"/>
                  <a:gd name="T57" fmla="*/ 0 h 115"/>
                  <a:gd name="T58" fmla="*/ 167 w 231"/>
                  <a:gd name="T59" fmla="*/ 0 h 115"/>
                  <a:gd name="T60" fmla="*/ 154 w 231"/>
                  <a:gd name="T61" fmla="*/ 3 h 115"/>
                  <a:gd name="T62" fmla="*/ 139 w 231"/>
                  <a:gd name="T63" fmla="*/ 9 h 115"/>
                  <a:gd name="T64" fmla="*/ 130 w 231"/>
                  <a:gd name="T65" fmla="*/ 12 h 115"/>
                  <a:gd name="T66" fmla="*/ 124 w 231"/>
                  <a:gd name="T67" fmla="*/ 18 h 115"/>
                  <a:gd name="T68" fmla="*/ 109 w 231"/>
                  <a:gd name="T69" fmla="*/ 31 h 115"/>
                  <a:gd name="T70" fmla="*/ 97 w 231"/>
                  <a:gd name="T71" fmla="*/ 43 h 115"/>
                  <a:gd name="T72" fmla="*/ 88 w 231"/>
                  <a:gd name="T73" fmla="*/ 55 h 115"/>
                  <a:gd name="T74" fmla="*/ 79 w 231"/>
                  <a:gd name="T75" fmla="*/ 68 h 115"/>
                  <a:gd name="T76" fmla="*/ 73 w 231"/>
                  <a:gd name="T77" fmla="*/ 73 h 115"/>
                  <a:gd name="T78" fmla="*/ 61 w 231"/>
                  <a:gd name="T79" fmla="*/ 83 h 115"/>
                  <a:gd name="T80" fmla="*/ 51 w 231"/>
                  <a:gd name="T81" fmla="*/ 86 h 115"/>
                  <a:gd name="T82" fmla="*/ 43 w 231"/>
                  <a:gd name="T83" fmla="*/ 89 h 115"/>
                  <a:gd name="T84" fmla="*/ 33 w 231"/>
                  <a:gd name="T85" fmla="*/ 89 h 115"/>
                  <a:gd name="T86" fmla="*/ 24 w 231"/>
                  <a:gd name="T87" fmla="*/ 89 h 115"/>
                  <a:gd name="T88" fmla="*/ 18 w 231"/>
                  <a:gd name="T89" fmla="*/ 86 h 115"/>
                  <a:gd name="T90" fmla="*/ 6 w 231"/>
                  <a:gd name="T91" fmla="*/ 80 h 115"/>
                  <a:gd name="T92" fmla="*/ 0 w 231"/>
                  <a:gd name="T93" fmla="*/ 111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31" h="115">
                    <a:moveTo>
                      <a:pt x="0" y="111"/>
                    </a:moveTo>
                    <a:lnTo>
                      <a:pt x="6" y="114"/>
                    </a:lnTo>
                    <a:lnTo>
                      <a:pt x="18" y="114"/>
                    </a:lnTo>
                    <a:lnTo>
                      <a:pt x="27" y="114"/>
                    </a:lnTo>
                    <a:lnTo>
                      <a:pt x="39" y="111"/>
                    </a:lnTo>
                    <a:lnTo>
                      <a:pt x="48" y="108"/>
                    </a:lnTo>
                    <a:lnTo>
                      <a:pt x="58" y="104"/>
                    </a:lnTo>
                    <a:lnTo>
                      <a:pt x="63" y="101"/>
                    </a:lnTo>
                    <a:lnTo>
                      <a:pt x="73" y="93"/>
                    </a:lnTo>
                    <a:lnTo>
                      <a:pt x="76" y="83"/>
                    </a:lnTo>
                    <a:lnTo>
                      <a:pt x="81" y="77"/>
                    </a:lnTo>
                    <a:lnTo>
                      <a:pt x="84" y="71"/>
                    </a:lnTo>
                    <a:lnTo>
                      <a:pt x="94" y="55"/>
                    </a:lnTo>
                    <a:lnTo>
                      <a:pt x="109" y="40"/>
                    </a:lnTo>
                    <a:lnTo>
                      <a:pt x="115" y="37"/>
                    </a:lnTo>
                    <a:lnTo>
                      <a:pt x="130" y="31"/>
                    </a:lnTo>
                    <a:lnTo>
                      <a:pt x="142" y="24"/>
                    </a:lnTo>
                    <a:lnTo>
                      <a:pt x="154" y="21"/>
                    </a:lnTo>
                    <a:lnTo>
                      <a:pt x="164" y="18"/>
                    </a:lnTo>
                    <a:lnTo>
                      <a:pt x="175" y="21"/>
                    </a:lnTo>
                    <a:lnTo>
                      <a:pt x="190" y="24"/>
                    </a:lnTo>
                    <a:lnTo>
                      <a:pt x="205" y="31"/>
                    </a:lnTo>
                    <a:lnTo>
                      <a:pt x="215" y="37"/>
                    </a:lnTo>
                    <a:lnTo>
                      <a:pt x="218" y="43"/>
                    </a:lnTo>
                    <a:lnTo>
                      <a:pt x="230" y="12"/>
                    </a:lnTo>
                    <a:lnTo>
                      <a:pt x="221" y="9"/>
                    </a:lnTo>
                    <a:lnTo>
                      <a:pt x="209" y="3"/>
                    </a:lnTo>
                    <a:lnTo>
                      <a:pt x="194" y="0"/>
                    </a:lnTo>
                    <a:lnTo>
                      <a:pt x="179" y="0"/>
                    </a:lnTo>
                    <a:lnTo>
                      <a:pt x="167" y="0"/>
                    </a:lnTo>
                    <a:lnTo>
                      <a:pt x="154" y="3"/>
                    </a:lnTo>
                    <a:lnTo>
                      <a:pt x="139" y="9"/>
                    </a:lnTo>
                    <a:lnTo>
                      <a:pt x="130" y="12"/>
                    </a:lnTo>
                    <a:lnTo>
                      <a:pt x="124" y="18"/>
                    </a:lnTo>
                    <a:lnTo>
                      <a:pt x="109" y="31"/>
                    </a:lnTo>
                    <a:lnTo>
                      <a:pt x="97" y="43"/>
                    </a:lnTo>
                    <a:lnTo>
                      <a:pt x="88" y="55"/>
                    </a:lnTo>
                    <a:lnTo>
                      <a:pt x="79" y="68"/>
                    </a:lnTo>
                    <a:lnTo>
                      <a:pt x="73" y="73"/>
                    </a:lnTo>
                    <a:lnTo>
                      <a:pt x="61" y="83"/>
                    </a:lnTo>
                    <a:lnTo>
                      <a:pt x="51" y="86"/>
                    </a:lnTo>
                    <a:lnTo>
                      <a:pt x="43" y="89"/>
                    </a:lnTo>
                    <a:lnTo>
                      <a:pt x="33" y="89"/>
                    </a:lnTo>
                    <a:lnTo>
                      <a:pt x="24" y="89"/>
                    </a:lnTo>
                    <a:lnTo>
                      <a:pt x="18" y="86"/>
                    </a:lnTo>
                    <a:lnTo>
                      <a:pt x="6" y="80"/>
                    </a:lnTo>
                    <a:lnTo>
                      <a:pt x="0" y="111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Freeform 54"/>
              <p:cNvSpPr>
                <a:spLocks/>
              </p:cNvSpPr>
              <p:nvPr/>
            </p:nvSpPr>
            <p:spPr bwMode="ltGray">
              <a:xfrm>
                <a:off x="5310" y="388"/>
                <a:ext cx="234" cy="115"/>
              </a:xfrm>
              <a:custGeom>
                <a:avLst/>
                <a:gdLst>
                  <a:gd name="T0" fmla="*/ 233 w 234"/>
                  <a:gd name="T1" fmla="*/ 3 h 115"/>
                  <a:gd name="T2" fmla="*/ 223 w 234"/>
                  <a:gd name="T3" fmla="*/ 0 h 115"/>
                  <a:gd name="T4" fmla="*/ 214 w 234"/>
                  <a:gd name="T5" fmla="*/ 0 h 115"/>
                  <a:gd name="T6" fmla="*/ 202 w 234"/>
                  <a:gd name="T7" fmla="*/ 0 h 115"/>
                  <a:gd name="T8" fmla="*/ 193 w 234"/>
                  <a:gd name="T9" fmla="*/ 0 h 115"/>
                  <a:gd name="T10" fmla="*/ 183 w 234"/>
                  <a:gd name="T11" fmla="*/ 3 h 115"/>
                  <a:gd name="T12" fmla="*/ 172 w 234"/>
                  <a:gd name="T13" fmla="*/ 10 h 115"/>
                  <a:gd name="T14" fmla="*/ 168 w 234"/>
                  <a:gd name="T15" fmla="*/ 13 h 115"/>
                  <a:gd name="T16" fmla="*/ 159 w 234"/>
                  <a:gd name="T17" fmla="*/ 21 h 115"/>
                  <a:gd name="T18" fmla="*/ 153 w 234"/>
                  <a:gd name="T19" fmla="*/ 31 h 115"/>
                  <a:gd name="T20" fmla="*/ 150 w 234"/>
                  <a:gd name="T21" fmla="*/ 37 h 115"/>
                  <a:gd name="T22" fmla="*/ 147 w 234"/>
                  <a:gd name="T23" fmla="*/ 43 h 115"/>
                  <a:gd name="T24" fmla="*/ 138 w 234"/>
                  <a:gd name="T25" fmla="*/ 59 h 115"/>
                  <a:gd name="T26" fmla="*/ 122 w 234"/>
                  <a:gd name="T27" fmla="*/ 71 h 115"/>
                  <a:gd name="T28" fmla="*/ 114 w 234"/>
                  <a:gd name="T29" fmla="*/ 77 h 115"/>
                  <a:gd name="T30" fmla="*/ 101 w 234"/>
                  <a:gd name="T31" fmla="*/ 83 h 115"/>
                  <a:gd name="T32" fmla="*/ 86 w 234"/>
                  <a:gd name="T33" fmla="*/ 90 h 115"/>
                  <a:gd name="T34" fmla="*/ 76 w 234"/>
                  <a:gd name="T35" fmla="*/ 93 h 115"/>
                  <a:gd name="T36" fmla="*/ 65 w 234"/>
                  <a:gd name="T37" fmla="*/ 93 h 115"/>
                  <a:gd name="T38" fmla="*/ 55 w 234"/>
                  <a:gd name="T39" fmla="*/ 93 h 115"/>
                  <a:gd name="T40" fmla="*/ 40 w 234"/>
                  <a:gd name="T41" fmla="*/ 87 h 115"/>
                  <a:gd name="T42" fmla="*/ 25 w 234"/>
                  <a:gd name="T43" fmla="*/ 83 h 115"/>
                  <a:gd name="T44" fmla="*/ 15 w 234"/>
                  <a:gd name="T45" fmla="*/ 74 h 115"/>
                  <a:gd name="T46" fmla="*/ 10 w 234"/>
                  <a:gd name="T47" fmla="*/ 68 h 115"/>
                  <a:gd name="T48" fmla="*/ 0 w 234"/>
                  <a:gd name="T49" fmla="*/ 99 h 115"/>
                  <a:gd name="T50" fmla="*/ 10 w 234"/>
                  <a:gd name="T51" fmla="*/ 105 h 115"/>
                  <a:gd name="T52" fmla="*/ 22 w 234"/>
                  <a:gd name="T53" fmla="*/ 111 h 115"/>
                  <a:gd name="T54" fmla="*/ 34 w 234"/>
                  <a:gd name="T55" fmla="*/ 111 h 115"/>
                  <a:gd name="T56" fmla="*/ 50 w 234"/>
                  <a:gd name="T57" fmla="*/ 114 h 115"/>
                  <a:gd name="T58" fmla="*/ 61 w 234"/>
                  <a:gd name="T59" fmla="*/ 114 h 115"/>
                  <a:gd name="T60" fmla="*/ 74 w 234"/>
                  <a:gd name="T61" fmla="*/ 111 h 115"/>
                  <a:gd name="T62" fmla="*/ 89 w 234"/>
                  <a:gd name="T63" fmla="*/ 105 h 115"/>
                  <a:gd name="T64" fmla="*/ 101 w 234"/>
                  <a:gd name="T65" fmla="*/ 99 h 115"/>
                  <a:gd name="T66" fmla="*/ 107 w 234"/>
                  <a:gd name="T67" fmla="*/ 96 h 115"/>
                  <a:gd name="T68" fmla="*/ 119 w 234"/>
                  <a:gd name="T69" fmla="*/ 83 h 115"/>
                  <a:gd name="T70" fmla="*/ 132 w 234"/>
                  <a:gd name="T71" fmla="*/ 71 h 115"/>
                  <a:gd name="T72" fmla="*/ 144 w 234"/>
                  <a:gd name="T73" fmla="*/ 56 h 115"/>
                  <a:gd name="T74" fmla="*/ 153 w 234"/>
                  <a:gd name="T75" fmla="*/ 46 h 115"/>
                  <a:gd name="T76" fmla="*/ 159 w 234"/>
                  <a:gd name="T77" fmla="*/ 37 h 115"/>
                  <a:gd name="T78" fmla="*/ 172 w 234"/>
                  <a:gd name="T79" fmla="*/ 31 h 115"/>
                  <a:gd name="T80" fmla="*/ 180 w 234"/>
                  <a:gd name="T81" fmla="*/ 25 h 115"/>
                  <a:gd name="T82" fmla="*/ 190 w 234"/>
                  <a:gd name="T83" fmla="*/ 21 h 115"/>
                  <a:gd name="T84" fmla="*/ 199 w 234"/>
                  <a:gd name="T85" fmla="*/ 21 h 115"/>
                  <a:gd name="T86" fmla="*/ 208 w 234"/>
                  <a:gd name="T87" fmla="*/ 25 h 115"/>
                  <a:gd name="T88" fmla="*/ 214 w 234"/>
                  <a:gd name="T89" fmla="*/ 25 h 115"/>
                  <a:gd name="T90" fmla="*/ 226 w 234"/>
                  <a:gd name="T91" fmla="*/ 34 h 115"/>
                  <a:gd name="T92" fmla="*/ 233 w 234"/>
                  <a:gd name="T93" fmla="*/ 3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34" h="115">
                    <a:moveTo>
                      <a:pt x="233" y="3"/>
                    </a:moveTo>
                    <a:lnTo>
                      <a:pt x="223" y="0"/>
                    </a:lnTo>
                    <a:lnTo>
                      <a:pt x="214" y="0"/>
                    </a:lnTo>
                    <a:lnTo>
                      <a:pt x="202" y="0"/>
                    </a:lnTo>
                    <a:lnTo>
                      <a:pt x="193" y="0"/>
                    </a:lnTo>
                    <a:lnTo>
                      <a:pt x="183" y="3"/>
                    </a:lnTo>
                    <a:lnTo>
                      <a:pt x="172" y="10"/>
                    </a:lnTo>
                    <a:lnTo>
                      <a:pt x="168" y="13"/>
                    </a:lnTo>
                    <a:lnTo>
                      <a:pt x="159" y="21"/>
                    </a:lnTo>
                    <a:lnTo>
                      <a:pt x="153" y="31"/>
                    </a:lnTo>
                    <a:lnTo>
                      <a:pt x="150" y="37"/>
                    </a:lnTo>
                    <a:lnTo>
                      <a:pt x="147" y="43"/>
                    </a:lnTo>
                    <a:lnTo>
                      <a:pt x="138" y="59"/>
                    </a:lnTo>
                    <a:lnTo>
                      <a:pt x="122" y="71"/>
                    </a:lnTo>
                    <a:lnTo>
                      <a:pt x="114" y="77"/>
                    </a:lnTo>
                    <a:lnTo>
                      <a:pt x="101" y="83"/>
                    </a:lnTo>
                    <a:lnTo>
                      <a:pt x="86" y="90"/>
                    </a:lnTo>
                    <a:lnTo>
                      <a:pt x="76" y="93"/>
                    </a:lnTo>
                    <a:lnTo>
                      <a:pt x="65" y="93"/>
                    </a:lnTo>
                    <a:lnTo>
                      <a:pt x="55" y="93"/>
                    </a:lnTo>
                    <a:lnTo>
                      <a:pt x="40" y="87"/>
                    </a:lnTo>
                    <a:lnTo>
                      <a:pt x="25" y="83"/>
                    </a:lnTo>
                    <a:lnTo>
                      <a:pt x="15" y="74"/>
                    </a:lnTo>
                    <a:lnTo>
                      <a:pt x="10" y="68"/>
                    </a:lnTo>
                    <a:lnTo>
                      <a:pt x="0" y="99"/>
                    </a:lnTo>
                    <a:lnTo>
                      <a:pt x="10" y="105"/>
                    </a:lnTo>
                    <a:lnTo>
                      <a:pt x="22" y="111"/>
                    </a:lnTo>
                    <a:lnTo>
                      <a:pt x="34" y="111"/>
                    </a:lnTo>
                    <a:lnTo>
                      <a:pt x="50" y="114"/>
                    </a:lnTo>
                    <a:lnTo>
                      <a:pt x="61" y="114"/>
                    </a:lnTo>
                    <a:lnTo>
                      <a:pt x="74" y="111"/>
                    </a:lnTo>
                    <a:lnTo>
                      <a:pt x="89" y="105"/>
                    </a:lnTo>
                    <a:lnTo>
                      <a:pt x="101" y="99"/>
                    </a:lnTo>
                    <a:lnTo>
                      <a:pt x="107" y="96"/>
                    </a:lnTo>
                    <a:lnTo>
                      <a:pt x="119" y="83"/>
                    </a:lnTo>
                    <a:lnTo>
                      <a:pt x="132" y="71"/>
                    </a:lnTo>
                    <a:lnTo>
                      <a:pt x="144" y="56"/>
                    </a:lnTo>
                    <a:lnTo>
                      <a:pt x="153" y="46"/>
                    </a:lnTo>
                    <a:lnTo>
                      <a:pt x="159" y="37"/>
                    </a:lnTo>
                    <a:lnTo>
                      <a:pt x="172" y="31"/>
                    </a:lnTo>
                    <a:lnTo>
                      <a:pt x="180" y="25"/>
                    </a:lnTo>
                    <a:lnTo>
                      <a:pt x="190" y="21"/>
                    </a:lnTo>
                    <a:lnTo>
                      <a:pt x="199" y="21"/>
                    </a:lnTo>
                    <a:lnTo>
                      <a:pt x="208" y="25"/>
                    </a:lnTo>
                    <a:lnTo>
                      <a:pt x="214" y="25"/>
                    </a:lnTo>
                    <a:lnTo>
                      <a:pt x="226" y="34"/>
                    </a:lnTo>
                    <a:lnTo>
                      <a:pt x="233" y="3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" name="Freeform 55"/>
              <p:cNvSpPr>
                <a:spLocks/>
              </p:cNvSpPr>
              <p:nvPr/>
            </p:nvSpPr>
            <p:spPr bwMode="ltGray">
              <a:xfrm>
                <a:off x="3135" y="4006"/>
                <a:ext cx="102" cy="307"/>
              </a:xfrm>
              <a:custGeom>
                <a:avLst/>
                <a:gdLst>
                  <a:gd name="T0" fmla="*/ 50 w 102"/>
                  <a:gd name="T1" fmla="*/ 3 h 307"/>
                  <a:gd name="T2" fmla="*/ 47 w 102"/>
                  <a:gd name="T3" fmla="*/ 13 h 307"/>
                  <a:gd name="T4" fmla="*/ 44 w 102"/>
                  <a:gd name="T5" fmla="*/ 16 h 307"/>
                  <a:gd name="T6" fmla="*/ 44 w 102"/>
                  <a:gd name="T7" fmla="*/ 23 h 307"/>
                  <a:gd name="T8" fmla="*/ 39 w 102"/>
                  <a:gd name="T9" fmla="*/ 39 h 307"/>
                  <a:gd name="T10" fmla="*/ 30 w 102"/>
                  <a:gd name="T11" fmla="*/ 61 h 307"/>
                  <a:gd name="T12" fmla="*/ 27 w 102"/>
                  <a:gd name="T13" fmla="*/ 78 h 307"/>
                  <a:gd name="T14" fmla="*/ 20 w 102"/>
                  <a:gd name="T15" fmla="*/ 94 h 307"/>
                  <a:gd name="T16" fmla="*/ 20 w 102"/>
                  <a:gd name="T17" fmla="*/ 107 h 307"/>
                  <a:gd name="T18" fmla="*/ 20 w 102"/>
                  <a:gd name="T19" fmla="*/ 120 h 307"/>
                  <a:gd name="T20" fmla="*/ 24 w 102"/>
                  <a:gd name="T21" fmla="*/ 129 h 307"/>
                  <a:gd name="T22" fmla="*/ 27 w 102"/>
                  <a:gd name="T23" fmla="*/ 136 h 307"/>
                  <a:gd name="T24" fmla="*/ 35 w 102"/>
                  <a:gd name="T25" fmla="*/ 148 h 307"/>
                  <a:gd name="T26" fmla="*/ 47 w 102"/>
                  <a:gd name="T27" fmla="*/ 161 h 307"/>
                  <a:gd name="T28" fmla="*/ 57 w 102"/>
                  <a:gd name="T29" fmla="*/ 174 h 307"/>
                  <a:gd name="T30" fmla="*/ 77 w 102"/>
                  <a:gd name="T31" fmla="*/ 196 h 307"/>
                  <a:gd name="T32" fmla="*/ 89 w 102"/>
                  <a:gd name="T33" fmla="*/ 216 h 307"/>
                  <a:gd name="T34" fmla="*/ 95 w 102"/>
                  <a:gd name="T35" fmla="*/ 225 h 307"/>
                  <a:gd name="T36" fmla="*/ 98 w 102"/>
                  <a:gd name="T37" fmla="*/ 236 h 307"/>
                  <a:gd name="T38" fmla="*/ 101 w 102"/>
                  <a:gd name="T39" fmla="*/ 252 h 307"/>
                  <a:gd name="T40" fmla="*/ 101 w 102"/>
                  <a:gd name="T41" fmla="*/ 265 h 307"/>
                  <a:gd name="T42" fmla="*/ 101 w 102"/>
                  <a:gd name="T43" fmla="*/ 274 h 307"/>
                  <a:gd name="T44" fmla="*/ 95 w 102"/>
                  <a:gd name="T45" fmla="*/ 293 h 307"/>
                  <a:gd name="T46" fmla="*/ 92 w 102"/>
                  <a:gd name="T47" fmla="*/ 306 h 307"/>
                  <a:gd name="T48" fmla="*/ 69 w 102"/>
                  <a:gd name="T49" fmla="*/ 287 h 307"/>
                  <a:gd name="T50" fmla="*/ 74 w 102"/>
                  <a:gd name="T51" fmla="*/ 274 h 307"/>
                  <a:gd name="T52" fmla="*/ 77 w 102"/>
                  <a:gd name="T53" fmla="*/ 261 h 307"/>
                  <a:gd name="T54" fmla="*/ 80 w 102"/>
                  <a:gd name="T55" fmla="*/ 249 h 307"/>
                  <a:gd name="T56" fmla="*/ 83 w 102"/>
                  <a:gd name="T57" fmla="*/ 236 h 307"/>
                  <a:gd name="T58" fmla="*/ 80 w 102"/>
                  <a:gd name="T59" fmla="*/ 222 h 307"/>
                  <a:gd name="T60" fmla="*/ 77 w 102"/>
                  <a:gd name="T61" fmla="*/ 209 h 307"/>
                  <a:gd name="T62" fmla="*/ 71 w 102"/>
                  <a:gd name="T63" fmla="*/ 196 h 307"/>
                  <a:gd name="T64" fmla="*/ 65 w 102"/>
                  <a:gd name="T65" fmla="*/ 190 h 307"/>
                  <a:gd name="T66" fmla="*/ 54 w 102"/>
                  <a:gd name="T67" fmla="*/ 180 h 307"/>
                  <a:gd name="T68" fmla="*/ 42 w 102"/>
                  <a:gd name="T69" fmla="*/ 168 h 307"/>
                  <a:gd name="T70" fmla="*/ 30 w 102"/>
                  <a:gd name="T71" fmla="*/ 155 h 307"/>
                  <a:gd name="T72" fmla="*/ 20 w 102"/>
                  <a:gd name="T73" fmla="*/ 142 h 307"/>
                  <a:gd name="T74" fmla="*/ 12 w 102"/>
                  <a:gd name="T75" fmla="*/ 123 h 307"/>
                  <a:gd name="T76" fmla="*/ 3 w 102"/>
                  <a:gd name="T77" fmla="*/ 110 h 307"/>
                  <a:gd name="T78" fmla="*/ 0 w 102"/>
                  <a:gd name="T79" fmla="*/ 100 h 307"/>
                  <a:gd name="T80" fmla="*/ 0 w 102"/>
                  <a:gd name="T81" fmla="*/ 84 h 307"/>
                  <a:gd name="T82" fmla="*/ 0 w 102"/>
                  <a:gd name="T83" fmla="*/ 61 h 307"/>
                  <a:gd name="T84" fmla="*/ 0 w 102"/>
                  <a:gd name="T85" fmla="*/ 48 h 307"/>
                  <a:gd name="T86" fmla="*/ 3 w 102"/>
                  <a:gd name="T87" fmla="*/ 32 h 307"/>
                  <a:gd name="T88" fmla="*/ 6 w 102"/>
                  <a:gd name="T89" fmla="*/ 19 h 307"/>
                  <a:gd name="T90" fmla="*/ 6 w 102"/>
                  <a:gd name="T91" fmla="*/ 10 h 307"/>
                  <a:gd name="T92" fmla="*/ 12 w 102"/>
                  <a:gd name="T93" fmla="*/ 0 h 307"/>
                  <a:gd name="T94" fmla="*/ 50 w 102"/>
                  <a:gd name="T95" fmla="*/ 3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2" h="307">
                    <a:moveTo>
                      <a:pt x="50" y="3"/>
                    </a:moveTo>
                    <a:lnTo>
                      <a:pt x="47" y="13"/>
                    </a:lnTo>
                    <a:lnTo>
                      <a:pt x="44" y="16"/>
                    </a:lnTo>
                    <a:lnTo>
                      <a:pt x="44" y="23"/>
                    </a:lnTo>
                    <a:lnTo>
                      <a:pt x="39" y="39"/>
                    </a:lnTo>
                    <a:lnTo>
                      <a:pt x="30" y="61"/>
                    </a:lnTo>
                    <a:lnTo>
                      <a:pt x="27" y="78"/>
                    </a:lnTo>
                    <a:lnTo>
                      <a:pt x="20" y="94"/>
                    </a:lnTo>
                    <a:lnTo>
                      <a:pt x="20" y="107"/>
                    </a:lnTo>
                    <a:lnTo>
                      <a:pt x="20" y="120"/>
                    </a:lnTo>
                    <a:lnTo>
                      <a:pt x="24" y="129"/>
                    </a:lnTo>
                    <a:lnTo>
                      <a:pt x="27" y="136"/>
                    </a:lnTo>
                    <a:lnTo>
                      <a:pt x="35" y="148"/>
                    </a:lnTo>
                    <a:lnTo>
                      <a:pt x="47" y="161"/>
                    </a:lnTo>
                    <a:lnTo>
                      <a:pt x="57" y="174"/>
                    </a:lnTo>
                    <a:lnTo>
                      <a:pt x="77" y="196"/>
                    </a:lnTo>
                    <a:lnTo>
                      <a:pt x="89" y="216"/>
                    </a:lnTo>
                    <a:lnTo>
                      <a:pt x="95" y="225"/>
                    </a:lnTo>
                    <a:lnTo>
                      <a:pt x="98" y="236"/>
                    </a:lnTo>
                    <a:lnTo>
                      <a:pt x="101" y="252"/>
                    </a:lnTo>
                    <a:lnTo>
                      <a:pt x="101" y="265"/>
                    </a:lnTo>
                    <a:lnTo>
                      <a:pt x="101" y="274"/>
                    </a:lnTo>
                    <a:lnTo>
                      <a:pt x="95" y="293"/>
                    </a:lnTo>
                    <a:lnTo>
                      <a:pt x="92" y="306"/>
                    </a:lnTo>
                    <a:lnTo>
                      <a:pt x="69" y="287"/>
                    </a:lnTo>
                    <a:lnTo>
                      <a:pt x="74" y="274"/>
                    </a:lnTo>
                    <a:lnTo>
                      <a:pt x="77" y="261"/>
                    </a:lnTo>
                    <a:lnTo>
                      <a:pt x="80" y="249"/>
                    </a:lnTo>
                    <a:lnTo>
                      <a:pt x="83" y="236"/>
                    </a:lnTo>
                    <a:lnTo>
                      <a:pt x="80" y="222"/>
                    </a:lnTo>
                    <a:lnTo>
                      <a:pt x="77" y="209"/>
                    </a:lnTo>
                    <a:lnTo>
                      <a:pt x="71" y="196"/>
                    </a:lnTo>
                    <a:lnTo>
                      <a:pt x="65" y="190"/>
                    </a:lnTo>
                    <a:lnTo>
                      <a:pt x="54" y="180"/>
                    </a:lnTo>
                    <a:lnTo>
                      <a:pt x="42" y="168"/>
                    </a:lnTo>
                    <a:lnTo>
                      <a:pt x="30" y="155"/>
                    </a:lnTo>
                    <a:lnTo>
                      <a:pt x="20" y="142"/>
                    </a:lnTo>
                    <a:lnTo>
                      <a:pt x="12" y="123"/>
                    </a:lnTo>
                    <a:lnTo>
                      <a:pt x="3" y="110"/>
                    </a:lnTo>
                    <a:lnTo>
                      <a:pt x="0" y="100"/>
                    </a:lnTo>
                    <a:lnTo>
                      <a:pt x="0" y="84"/>
                    </a:lnTo>
                    <a:lnTo>
                      <a:pt x="0" y="61"/>
                    </a:lnTo>
                    <a:lnTo>
                      <a:pt x="0" y="48"/>
                    </a:lnTo>
                    <a:lnTo>
                      <a:pt x="3" y="32"/>
                    </a:lnTo>
                    <a:lnTo>
                      <a:pt x="6" y="19"/>
                    </a:lnTo>
                    <a:lnTo>
                      <a:pt x="6" y="10"/>
                    </a:lnTo>
                    <a:lnTo>
                      <a:pt x="12" y="0"/>
                    </a:lnTo>
                    <a:lnTo>
                      <a:pt x="50" y="3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Freeform 56"/>
              <p:cNvSpPr>
                <a:spLocks/>
              </p:cNvSpPr>
              <p:nvPr/>
            </p:nvSpPr>
            <p:spPr bwMode="ltGray">
              <a:xfrm>
                <a:off x="5643" y="2518"/>
                <a:ext cx="102" cy="312"/>
              </a:xfrm>
              <a:custGeom>
                <a:avLst/>
                <a:gdLst>
                  <a:gd name="T0" fmla="*/ 51 w 102"/>
                  <a:gd name="T1" fmla="*/ 6 h 312"/>
                  <a:gd name="T2" fmla="*/ 47 w 102"/>
                  <a:gd name="T3" fmla="*/ 16 h 312"/>
                  <a:gd name="T4" fmla="*/ 44 w 102"/>
                  <a:gd name="T5" fmla="*/ 19 h 312"/>
                  <a:gd name="T6" fmla="*/ 44 w 102"/>
                  <a:gd name="T7" fmla="*/ 26 h 312"/>
                  <a:gd name="T8" fmla="*/ 39 w 102"/>
                  <a:gd name="T9" fmla="*/ 43 h 312"/>
                  <a:gd name="T10" fmla="*/ 30 w 102"/>
                  <a:gd name="T11" fmla="*/ 65 h 312"/>
                  <a:gd name="T12" fmla="*/ 24 w 102"/>
                  <a:gd name="T13" fmla="*/ 81 h 312"/>
                  <a:gd name="T14" fmla="*/ 21 w 102"/>
                  <a:gd name="T15" fmla="*/ 97 h 312"/>
                  <a:gd name="T16" fmla="*/ 21 w 102"/>
                  <a:gd name="T17" fmla="*/ 110 h 312"/>
                  <a:gd name="T18" fmla="*/ 21 w 102"/>
                  <a:gd name="T19" fmla="*/ 120 h 312"/>
                  <a:gd name="T20" fmla="*/ 24 w 102"/>
                  <a:gd name="T21" fmla="*/ 133 h 312"/>
                  <a:gd name="T22" fmla="*/ 27 w 102"/>
                  <a:gd name="T23" fmla="*/ 140 h 312"/>
                  <a:gd name="T24" fmla="*/ 36 w 102"/>
                  <a:gd name="T25" fmla="*/ 152 h 312"/>
                  <a:gd name="T26" fmla="*/ 44 w 102"/>
                  <a:gd name="T27" fmla="*/ 165 h 312"/>
                  <a:gd name="T28" fmla="*/ 57 w 102"/>
                  <a:gd name="T29" fmla="*/ 178 h 312"/>
                  <a:gd name="T30" fmla="*/ 77 w 102"/>
                  <a:gd name="T31" fmla="*/ 201 h 312"/>
                  <a:gd name="T32" fmla="*/ 89 w 102"/>
                  <a:gd name="T33" fmla="*/ 221 h 312"/>
                  <a:gd name="T34" fmla="*/ 95 w 102"/>
                  <a:gd name="T35" fmla="*/ 230 h 312"/>
                  <a:gd name="T36" fmla="*/ 98 w 102"/>
                  <a:gd name="T37" fmla="*/ 240 h 312"/>
                  <a:gd name="T38" fmla="*/ 101 w 102"/>
                  <a:gd name="T39" fmla="*/ 256 h 312"/>
                  <a:gd name="T40" fmla="*/ 101 w 102"/>
                  <a:gd name="T41" fmla="*/ 269 h 312"/>
                  <a:gd name="T42" fmla="*/ 98 w 102"/>
                  <a:gd name="T43" fmla="*/ 279 h 312"/>
                  <a:gd name="T44" fmla="*/ 95 w 102"/>
                  <a:gd name="T45" fmla="*/ 298 h 312"/>
                  <a:gd name="T46" fmla="*/ 89 w 102"/>
                  <a:gd name="T47" fmla="*/ 311 h 312"/>
                  <a:gd name="T48" fmla="*/ 69 w 102"/>
                  <a:gd name="T49" fmla="*/ 292 h 312"/>
                  <a:gd name="T50" fmla="*/ 74 w 102"/>
                  <a:gd name="T51" fmla="*/ 279 h 312"/>
                  <a:gd name="T52" fmla="*/ 77 w 102"/>
                  <a:gd name="T53" fmla="*/ 265 h 312"/>
                  <a:gd name="T54" fmla="*/ 81 w 102"/>
                  <a:gd name="T55" fmla="*/ 253 h 312"/>
                  <a:gd name="T56" fmla="*/ 81 w 102"/>
                  <a:gd name="T57" fmla="*/ 240 h 312"/>
                  <a:gd name="T58" fmla="*/ 81 w 102"/>
                  <a:gd name="T59" fmla="*/ 227 h 312"/>
                  <a:gd name="T60" fmla="*/ 74 w 102"/>
                  <a:gd name="T61" fmla="*/ 211 h 312"/>
                  <a:gd name="T62" fmla="*/ 71 w 102"/>
                  <a:gd name="T63" fmla="*/ 201 h 312"/>
                  <a:gd name="T64" fmla="*/ 66 w 102"/>
                  <a:gd name="T65" fmla="*/ 195 h 312"/>
                  <a:gd name="T66" fmla="*/ 54 w 102"/>
                  <a:gd name="T67" fmla="*/ 184 h 312"/>
                  <a:gd name="T68" fmla="*/ 39 w 102"/>
                  <a:gd name="T69" fmla="*/ 168 h 312"/>
                  <a:gd name="T70" fmla="*/ 27 w 102"/>
                  <a:gd name="T71" fmla="*/ 156 h 312"/>
                  <a:gd name="T72" fmla="*/ 21 w 102"/>
                  <a:gd name="T73" fmla="*/ 146 h 312"/>
                  <a:gd name="T74" fmla="*/ 12 w 102"/>
                  <a:gd name="T75" fmla="*/ 127 h 312"/>
                  <a:gd name="T76" fmla="*/ 3 w 102"/>
                  <a:gd name="T77" fmla="*/ 113 h 312"/>
                  <a:gd name="T78" fmla="*/ 0 w 102"/>
                  <a:gd name="T79" fmla="*/ 103 h 312"/>
                  <a:gd name="T80" fmla="*/ 0 w 102"/>
                  <a:gd name="T81" fmla="*/ 84 h 312"/>
                  <a:gd name="T82" fmla="*/ 0 w 102"/>
                  <a:gd name="T83" fmla="*/ 65 h 312"/>
                  <a:gd name="T84" fmla="*/ 0 w 102"/>
                  <a:gd name="T85" fmla="*/ 52 h 312"/>
                  <a:gd name="T86" fmla="*/ 3 w 102"/>
                  <a:gd name="T87" fmla="*/ 35 h 312"/>
                  <a:gd name="T88" fmla="*/ 6 w 102"/>
                  <a:gd name="T89" fmla="*/ 22 h 312"/>
                  <a:gd name="T90" fmla="*/ 6 w 102"/>
                  <a:gd name="T91" fmla="*/ 10 h 312"/>
                  <a:gd name="T92" fmla="*/ 12 w 102"/>
                  <a:gd name="T93" fmla="*/ 0 h 312"/>
                  <a:gd name="T94" fmla="*/ 51 w 102"/>
                  <a:gd name="T95" fmla="*/ 6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2" h="312">
                    <a:moveTo>
                      <a:pt x="51" y="6"/>
                    </a:moveTo>
                    <a:lnTo>
                      <a:pt x="47" y="16"/>
                    </a:lnTo>
                    <a:lnTo>
                      <a:pt x="44" y="19"/>
                    </a:lnTo>
                    <a:lnTo>
                      <a:pt x="44" y="26"/>
                    </a:lnTo>
                    <a:lnTo>
                      <a:pt x="39" y="43"/>
                    </a:lnTo>
                    <a:lnTo>
                      <a:pt x="30" y="65"/>
                    </a:lnTo>
                    <a:lnTo>
                      <a:pt x="24" y="81"/>
                    </a:lnTo>
                    <a:lnTo>
                      <a:pt x="21" y="97"/>
                    </a:lnTo>
                    <a:lnTo>
                      <a:pt x="21" y="110"/>
                    </a:lnTo>
                    <a:lnTo>
                      <a:pt x="21" y="120"/>
                    </a:lnTo>
                    <a:lnTo>
                      <a:pt x="24" y="133"/>
                    </a:lnTo>
                    <a:lnTo>
                      <a:pt x="27" y="140"/>
                    </a:lnTo>
                    <a:lnTo>
                      <a:pt x="36" y="152"/>
                    </a:lnTo>
                    <a:lnTo>
                      <a:pt x="44" y="165"/>
                    </a:lnTo>
                    <a:lnTo>
                      <a:pt x="57" y="178"/>
                    </a:lnTo>
                    <a:lnTo>
                      <a:pt x="77" y="201"/>
                    </a:lnTo>
                    <a:lnTo>
                      <a:pt x="89" y="221"/>
                    </a:lnTo>
                    <a:lnTo>
                      <a:pt x="95" y="230"/>
                    </a:lnTo>
                    <a:lnTo>
                      <a:pt x="98" y="240"/>
                    </a:lnTo>
                    <a:lnTo>
                      <a:pt x="101" y="256"/>
                    </a:lnTo>
                    <a:lnTo>
                      <a:pt x="101" y="269"/>
                    </a:lnTo>
                    <a:lnTo>
                      <a:pt x="98" y="279"/>
                    </a:lnTo>
                    <a:lnTo>
                      <a:pt x="95" y="298"/>
                    </a:lnTo>
                    <a:lnTo>
                      <a:pt x="89" y="311"/>
                    </a:lnTo>
                    <a:lnTo>
                      <a:pt x="69" y="292"/>
                    </a:lnTo>
                    <a:lnTo>
                      <a:pt x="74" y="279"/>
                    </a:lnTo>
                    <a:lnTo>
                      <a:pt x="77" y="265"/>
                    </a:lnTo>
                    <a:lnTo>
                      <a:pt x="81" y="253"/>
                    </a:lnTo>
                    <a:lnTo>
                      <a:pt x="81" y="240"/>
                    </a:lnTo>
                    <a:lnTo>
                      <a:pt x="81" y="227"/>
                    </a:lnTo>
                    <a:lnTo>
                      <a:pt x="74" y="211"/>
                    </a:lnTo>
                    <a:lnTo>
                      <a:pt x="71" y="201"/>
                    </a:lnTo>
                    <a:lnTo>
                      <a:pt x="66" y="195"/>
                    </a:lnTo>
                    <a:lnTo>
                      <a:pt x="54" y="184"/>
                    </a:lnTo>
                    <a:lnTo>
                      <a:pt x="39" y="168"/>
                    </a:lnTo>
                    <a:lnTo>
                      <a:pt x="27" y="156"/>
                    </a:lnTo>
                    <a:lnTo>
                      <a:pt x="21" y="146"/>
                    </a:lnTo>
                    <a:lnTo>
                      <a:pt x="12" y="127"/>
                    </a:lnTo>
                    <a:lnTo>
                      <a:pt x="3" y="113"/>
                    </a:lnTo>
                    <a:lnTo>
                      <a:pt x="0" y="103"/>
                    </a:lnTo>
                    <a:lnTo>
                      <a:pt x="0" y="84"/>
                    </a:lnTo>
                    <a:lnTo>
                      <a:pt x="0" y="65"/>
                    </a:lnTo>
                    <a:lnTo>
                      <a:pt x="0" y="52"/>
                    </a:lnTo>
                    <a:lnTo>
                      <a:pt x="3" y="35"/>
                    </a:lnTo>
                    <a:lnTo>
                      <a:pt x="6" y="22"/>
                    </a:lnTo>
                    <a:lnTo>
                      <a:pt x="6" y="10"/>
                    </a:lnTo>
                    <a:lnTo>
                      <a:pt x="12" y="0"/>
                    </a:lnTo>
                    <a:lnTo>
                      <a:pt x="51" y="6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 57"/>
              <p:cNvSpPr>
                <a:spLocks/>
              </p:cNvSpPr>
              <p:nvPr/>
            </p:nvSpPr>
            <p:spPr bwMode="ltGray">
              <a:xfrm>
                <a:off x="5449" y="3971"/>
                <a:ext cx="103" cy="313"/>
              </a:xfrm>
              <a:custGeom>
                <a:avLst/>
                <a:gdLst>
                  <a:gd name="T0" fmla="*/ 52 w 103"/>
                  <a:gd name="T1" fmla="*/ 7 h 313"/>
                  <a:gd name="T2" fmla="*/ 46 w 103"/>
                  <a:gd name="T3" fmla="*/ 16 h 313"/>
                  <a:gd name="T4" fmla="*/ 44 w 103"/>
                  <a:gd name="T5" fmla="*/ 26 h 313"/>
                  <a:gd name="T6" fmla="*/ 37 w 103"/>
                  <a:gd name="T7" fmla="*/ 43 h 313"/>
                  <a:gd name="T8" fmla="*/ 29 w 103"/>
                  <a:gd name="T9" fmla="*/ 65 h 313"/>
                  <a:gd name="T10" fmla="*/ 26 w 103"/>
                  <a:gd name="T11" fmla="*/ 78 h 313"/>
                  <a:gd name="T12" fmla="*/ 23 w 103"/>
                  <a:gd name="T13" fmla="*/ 97 h 313"/>
                  <a:gd name="T14" fmla="*/ 23 w 103"/>
                  <a:gd name="T15" fmla="*/ 110 h 313"/>
                  <a:gd name="T16" fmla="*/ 23 w 103"/>
                  <a:gd name="T17" fmla="*/ 121 h 313"/>
                  <a:gd name="T18" fmla="*/ 23 w 103"/>
                  <a:gd name="T19" fmla="*/ 134 h 313"/>
                  <a:gd name="T20" fmla="*/ 29 w 103"/>
                  <a:gd name="T21" fmla="*/ 140 h 313"/>
                  <a:gd name="T22" fmla="*/ 37 w 103"/>
                  <a:gd name="T23" fmla="*/ 153 h 313"/>
                  <a:gd name="T24" fmla="*/ 46 w 103"/>
                  <a:gd name="T25" fmla="*/ 166 h 313"/>
                  <a:gd name="T26" fmla="*/ 58 w 103"/>
                  <a:gd name="T27" fmla="*/ 178 h 313"/>
                  <a:gd name="T28" fmla="*/ 78 w 103"/>
                  <a:gd name="T29" fmla="*/ 202 h 313"/>
                  <a:gd name="T30" fmla="*/ 90 w 103"/>
                  <a:gd name="T31" fmla="*/ 218 h 313"/>
                  <a:gd name="T32" fmla="*/ 96 w 103"/>
                  <a:gd name="T33" fmla="*/ 231 h 313"/>
                  <a:gd name="T34" fmla="*/ 98 w 103"/>
                  <a:gd name="T35" fmla="*/ 240 h 313"/>
                  <a:gd name="T36" fmla="*/ 98 w 103"/>
                  <a:gd name="T37" fmla="*/ 256 h 313"/>
                  <a:gd name="T38" fmla="*/ 102 w 103"/>
                  <a:gd name="T39" fmla="*/ 266 h 313"/>
                  <a:gd name="T40" fmla="*/ 98 w 103"/>
                  <a:gd name="T41" fmla="*/ 280 h 313"/>
                  <a:gd name="T42" fmla="*/ 96 w 103"/>
                  <a:gd name="T43" fmla="*/ 299 h 313"/>
                  <a:gd name="T44" fmla="*/ 90 w 103"/>
                  <a:gd name="T45" fmla="*/ 312 h 313"/>
                  <a:gd name="T46" fmla="*/ 69 w 103"/>
                  <a:gd name="T47" fmla="*/ 292 h 313"/>
                  <a:gd name="T48" fmla="*/ 76 w 103"/>
                  <a:gd name="T49" fmla="*/ 280 h 313"/>
                  <a:gd name="T50" fmla="*/ 78 w 103"/>
                  <a:gd name="T51" fmla="*/ 266 h 313"/>
                  <a:gd name="T52" fmla="*/ 81 w 103"/>
                  <a:gd name="T53" fmla="*/ 253 h 313"/>
                  <a:gd name="T54" fmla="*/ 81 w 103"/>
                  <a:gd name="T55" fmla="*/ 240 h 313"/>
                  <a:gd name="T56" fmla="*/ 81 w 103"/>
                  <a:gd name="T57" fmla="*/ 227 h 313"/>
                  <a:gd name="T58" fmla="*/ 76 w 103"/>
                  <a:gd name="T59" fmla="*/ 211 h 313"/>
                  <a:gd name="T60" fmla="*/ 73 w 103"/>
                  <a:gd name="T61" fmla="*/ 202 h 313"/>
                  <a:gd name="T62" fmla="*/ 64 w 103"/>
                  <a:gd name="T63" fmla="*/ 194 h 313"/>
                  <a:gd name="T64" fmla="*/ 55 w 103"/>
                  <a:gd name="T65" fmla="*/ 185 h 313"/>
                  <a:gd name="T66" fmla="*/ 40 w 103"/>
                  <a:gd name="T67" fmla="*/ 169 h 313"/>
                  <a:gd name="T68" fmla="*/ 29 w 103"/>
                  <a:gd name="T69" fmla="*/ 156 h 313"/>
                  <a:gd name="T70" fmla="*/ 23 w 103"/>
                  <a:gd name="T71" fmla="*/ 146 h 313"/>
                  <a:gd name="T72" fmla="*/ 11 w 103"/>
                  <a:gd name="T73" fmla="*/ 127 h 313"/>
                  <a:gd name="T74" fmla="*/ 5 w 103"/>
                  <a:gd name="T75" fmla="*/ 110 h 313"/>
                  <a:gd name="T76" fmla="*/ 3 w 103"/>
                  <a:gd name="T77" fmla="*/ 104 h 313"/>
                  <a:gd name="T78" fmla="*/ 0 w 103"/>
                  <a:gd name="T79" fmla="*/ 85 h 313"/>
                  <a:gd name="T80" fmla="*/ 0 w 103"/>
                  <a:gd name="T81" fmla="*/ 65 h 313"/>
                  <a:gd name="T82" fmla="*/ 3 w 103"/>
                  <a:gd name="T83" fmla="*/ 49 h 313"/>
                  <a:gd name="T84" fmla="*/ 3 w 103"/>
                  <a:gd name="T85" fmla="*/ 36 h 313"/>
                  <a:gd name="T86" fmla="*/ 5 w 103"/>
                  <a:gd name="T87" fmla="*/ 23 h 313"/>
                  <a:gd name="T88" fmla="*/ 8 w 103"/>
                  <a:gd name="T89" fmla="*/ 10 h 313"/>
                  <a:gd name="T90" fmla="*/ 11 w 103"/>
                  <a:gd name="T91" fmla="*/ 0 h 313"/>
                  <a:gd name="T92" fmla="*/ 52 w 103"/>
                  <a:gd name="T93" fmla="*/ 7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03" h="313">
                    <a:moveTo>
                      <a:pt x="52" y="7"/>
                    </a:moveTo>
                    <a:lnTo>
                      <a:pt x="46" y="16"/>
                    </a:lnTo>
                    <a:lnTo>
                      <a:pt x="44" y="26"/>
                    </a:lnTo>
                    <a:lnTo>
                      <a:pt x="37" y="43"/>
                    </a:lnTo>
                    <a:lnTo>
                      <a:pt x="29" y="65"/>
                    </a:lnTo>
                    <a:lnTo>
                      <a:pt x="26" y="78"/>
                    </a:lnTo>
                    <a:lnTo>
                      <a:pt x="23" y="97"/>
                    </a:lnTo>
                    <a:lnTo>
                      <a:pt x="23" y="110"/>
                    </a:lnTo>
                    <a:lnTo>
                      <a:pt x="23" y="121"/>
                    </a:lnTo>
                    <a:lnTo>
                      <a:pt x="23" y="134"/>
                    </a:lnTo>
                    <a:lnTo>
                      <a:pt x="29" y="140"/>
                    </a:lnTo>
                    <a:lnTo>
                      <a:pt x="37" y="153"/>
                    </a:lnTo>
                    <a:lnTo>
                      <a:pt x="46" y="166"/>
                    </a:lnTo>
                    <a:lnTo>
                      <a:pt x="58" y="178"/>
                    </a:lnTo>
                    <a:lnTo>
                      <a:pt x="78" y="202"/>
                    </a:lnTo>
                    <a:lnTo>
                      <a:pt x="90" y="218"/>
                    </a:lnTo>
                    <a:lnTo>
                      <a:pt x="96" y="231"/>
                    </a:lnTo>
                    <a:lnTo>
                      <a:pt x="98" y="240"/>
                    </a:lnTo>
                    <a:lnTo>
                      <a:pt x="98" y="256"/>
                    </a:lnTo>
                    <a:lnTo>
                      <a:pt x="102" y="266"/>
                    </a:lnTo>
                    <a:lnTo>
                      <a:pt x="98" y="280"/>
                    </a:lnTo>
                    <a:lnTo>
                      <a:pt x="96" y="299"/>
                    </a:lnTo>
                    <a:lnTo>
                      <a:pt x="90" y="312"/>
                    </a:lnTo>
                    <a:lnTo>
                      <a:pt x="69" y="292"/>
                    </a:lnTo>
                    <a:lnTo>
                      <a:pt x="76" y="280"/>
                    </a:lnTo>
                    <a:lnTo>
                      <a:pt x="78" y="266"/>
                    </a:lnTo>
                    <a:lnTo>
                      <a:pt x="81" y="253"/>
                    </a:lnTo>
                    <a:lnTo>
                      <a:pt x="81" y="240"/>
                    </a:lnTo>
                    <a:lnTo>
                      <a:pt x="81" y="227"/>
                    </a:lnTo>
                    <a:lnTo>
                      <a:pt x="76" y="211"/>
                    </a:lnTo>
                    <a:lnTo>
                      <a:pt x="73" y="202"/>
                    </a:lnTo>
                    <a:lnTo>
                      <a:pt x="64" y="194"/>
                    </a:lnTo>
                    <a:lnTo>
                      <a:pt x="55" y="185"/>
                    </a:lnTo>
                    <a:lnTo>
                      <a:pt x="40" y="169"/>
                    </a:lnTo>
                    <a:lnTo>
                      <a:pt x="29" y="156"/>
                    </a:lnTo>
                    <a:lnTo>
                      <a:pt x="23" y="146"/>
                    </a:lnTo>
                    <a:lnTo>
                      <a:pt x="11" y="127"/>
                    </a:lnTo>
                    <a:lnTo>
                      <a:pt x="5" y="110"/>
                    </a:lnTo>
                    <a:lnTo>
                      <a:pt x="3" y="104"/>
                    </a:lnTo>
                    <a:lnTo>
                      <a:pt x="0" y="85"/>
                    </a:lnTo>
                    <a:lnTo>
                      <a:pt x="0" y="65"/>
                    </a:lnTo>
                    <a:lnTo>
                      <a:pt x="3" y="49"/>
                    </a:lnTo>
                    <a:lnTo>
                      <a:pt x="3" y="36"/>
                    </a:lnTo>
                    <a:lnTo>
                      <a:pt x="5" y="23"/>
                    </a:lnTo>
                    <a:lnTo>
                      <a:pt x="8" y="10"/>
                    </a:lnTo>
                    <a:lnTo>
                      <a:pt x="11" y="0"/>
                    </a:lnTo>
                    <a:lnTo>
                      <a:pt x="52" y="7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58"/>
              <p:cNvSpPr>
                <a:spLocks/>
              </p:cNvSpPr>
              <p:nvPr/>
            </p:nvSpPr>
            <p:spPr bwMode="ltGray">
              <a:xfrm>
                <a:off x="1045" y="3906"/>
                <a:ext cx="104" cy="309"/>
              </a:xfrm>
              <a:custGeom>
                <a:avLst/>
                <a:gdLst>
                  <a:gd name="T0" fmla="*/ 53 w 104"/>
                  <a:gd name="T1" fmla="*/ 6 h 309"/>
                  <a:gd name="T2" fmla="*/ 51 w 104"/>
                  <a:gd name="T3" fmla="*/ 16 h 309"/>
                  <a:gd name="T4" fmla="*/ 47 w 104"/>
                  <a:gd name="T5" fmla="*/ 16 h 309"/>
                  <a:gd name="T6" fmla="*/ 44 w 104"/>
                  <a:gd name="T7" fmla="*/ 22 h 309"/>
                  <a:gd name="T8" fmla="*/ 39 w 104"/>
                  <a:gd name="T9" fmla="*/ 42 h 309"/>
                  <a:gd name="T10" fmla="*/ 29 w 104"/>
                  <a:gd name="T11" fmla="*/ 65 h 309"/>
                  <a:gd name="T12" fmla="*/ 27 w 104"/>
                  <a:gd name="T13" fmla="*/ 77 h 309"/>
                  <a:gd name="T14" fmla="*/ 24 w 104"/>
                  <a:gd name="T15" fmla="*/ 97 h 309"/>
                  <a:gd name="T16" fmla="*/ 24 w 104"/>
                  <a:gd name="T17" fmla="*/ 106 h 309"/>
                  <a:gd name="T18" fmla="*/ 24 w 104"/>
                  <a:gd name="T19" fmla="*/ 120 h 309"/>
                  <a:gd name="T20" fmla="*/ 27 w 104"/>
                  <a:gd name="T21" fmla="*/ 130 h 309"/>
                  <a:gd name="T22" fmla="*/ 29 w 104"/>
                  <a:gd name="T23" fmla="*/ 139 h 309"/>
                  <a:gd name="T24" fmla="*/ 39 w 104"/>
                  <a:gd name="T25" fmla="*/ 149 h 309"/>
                  <a:gd name="T26" fmla="*/ 47 w 104"/>
                  <a:gd name="T27" fmla="*/ 162 h 309"/>
                  <a:gd name="T28" fmla="*/ 59 w 104"/>
                  <a:gd name="T29" fmla="*/ 178 h 309"/>
                  <a:gd name="T30" fmla="*/ 80 w 104"/>
                  <a:gd name="T31" fmla="*/ 201 h 309"/>
                  <a:gd name="T32" fmla="*/ 91 w 104"/>
                  <a:gd name="T33" fmla="*/ 217 h 309"/>
                  <a:gd name="T34" fmla="*/ 97 w 104"/>
                  <a:gd name="T35" fmla="*/ 227 h 309"/>
                  <a:gd name="T36" fmla="*/ 100 w 104"/>
                  <a:gd name="T37" fmla="*/ 239 h 309"/>
                  <a:gd name="T38" fmla="*/ 103 w 104"/>
                  <a:gd name="T39" fmla="*/ 252 h 309"/>
                  <a:gd name="T40" fmla="*/ 103 w 104"/>
                  <a:gd name="T41" fmla="*/ 265 h 309"/>
                  <a:gd name="T42" fmla="*/ 100 w 104"/>
                  <a:gd name="T43" fmla="*/ 279 h 309"/>
                  <a:gd name="T44" fmla="*/ 97 w 104"/>
                  <a:gd name="T45" fmla="*/ 295 h 309"/>
                  <a:gd name="T46" fmla="*/ 91 w 104"/>
                  <a:gd name="T47" fmla="*/ 308 h 309"/>
                  <a:gd name="T48" fmla="*/ 71 w 104"/>
                  <a:gd name="T49" fmla="*/ 288 h 309"/>
                  <a:gd name="T50" fmla="*/ 76 w 104"/>
                  <a:gd name="T51" fmla="*/ 279 h 309"/>
                  <a:gd name="T52" fmla="*/ 80 w 104"/>
                  <a:gd name="T53" fmla="*/ 262 h 309"/>
                  <a:gd name="T54" fmla="*/ 83 w 104"/>
                  <a:gd name="T55" fmla="*/ 252 h 309"/>
                  <a:gd name="T56" fmla="*/ 83 w 104"/>
                  <a:gd name="T57" fmla="*/ 236 h 309"/>
                  <a:gd name="T58" fmla="*/ 83 w 104"/>
                  <a:gd name="T59" fmla="*/ 227 h 309"/>
                  <a:gd name="T60" fmla="*/ 76 w 104"/>
                  <a:gd name="T61" fmla="*/ 211 h 309"/>
                  <a:gd name="T62" fmla="*/ 74 w 104"/>
                  <a:gd name="T63" fmla="*/ 201 h 309"/>
                  <a:gd name="T64" fmla="*/ 68 w 104"/>
                  <a:gd name="T65" fmla="*/ 190 h 309"/>
                  <a:gd name="T66" fmla="*/ 56 w 104"/>
                  <a:gd name="T67" fmla="*/ 181 h 309"/>
                  <a:gd name="T68" fmla="*/ 41 w 104"/>
                  <a:gd name="T69" fmla="*/ 168 h 309"/>
                  <a:gd name="T70" fmla="*/ 29 w 104"/>
                  <a:gd name="T71" fmla="*/ 155 h 309"/>
                  <a:gd name="T72" fmla="*/ 24 w 104"/>
                  <a:gd name="T73" fmla="*/ 146 h 309"/>
                  <a:gd name="T74" fmla="*/ 12 w 104"/>
                  <a:gd name="T75" fmla="*/ 126 h 309"/>
                  <a:gd name="T76" fmla="*/ 6 w 104"/>
                  <a:gd name="T77" fmla="*/ 109 h 309"/>
                  <a:gd name="T78" fmla="*/ 3 w 104"/>
                  <a:gd name="T79" fmla="*/ 100 h 309"/>
                  <a:gd name="T80" fmla="*/ 0 w 104"/>
                  <a:gd name="T81" fmla="*/ 84 h 309"/>
                  <a:gd name="T82" fmla="*/ 0 w 104"/>
                  <a:gd name="T83" fmla="*/ 61 h 309"/>
                  <a:gd name="T84" fmla="*/ 3 w 104"/>
                  <a:gd name="T85" fmla="*/ 49 h 309"/>
                  <a:gd name="T86" fmla="*/ 6 w 104"/>
                  <a:gd name="T87" fmla="*/ 35 h 309"/>
                  <a:gd name="T88" fmla="*/ 6 w 104"/>
                  <a:gd name="T89" fmla="*/ 22 h 309"/>
                  <a:gd name="T90" fmla="*/ 9 w 104"/>
                  <a:gd name="T91" fmla="*/ 9 h 309"/>
                  <a:gd name="T92" fmla="*/ 15 w 104"/>
                  <a:gd name="T93" fmla="*/ 0 h 309"/>
                  <a:gd name="T94" fmla="*/ 53 w 104"/>
                  <a:gd name="T95" fmla="*/ 6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4" h="309">
                    <a:moveTo>
                      <a:pt x="53" y="6"/>
                    </a:moveTo>
                    <a:lnTo>
                      <a:pt x="51" y="16"/>
                    </a:lnTo>
                    <a:lnTo>
                      <a:pt x="47" y="16"/>
                    </a:lnTo>
                    <a:lnTo>
                      <a:pt x="44" y="22"/>
                    </a:lnTo>
                    <a:lnTo>
                      <a:pt x="39" y="42"/>
                    </a:lnTo>
                    <a:lnTo>
                      <a:pt x="29" y="65"/>
                    </a:lnTo>
                    <a:lnTo>
                      <a:pt x="27" y="77"/>
                    </a:lnTo>
                    <a:lnTo>
                      <a:pt x="24" y="97"/>
                    </a:lnTo>
                    <a:lnTo>
                      <a:pt x="24" y="106"/>
                    </a:lnTo>
                    <a:lnTo>
                      <a:pt x="24" y="120"/>
                    </a:lnTo>
                    <a:lnTo>
                      <a:pt x="27" y="130"/>
                    </a:lnTo>
                    <a:lnTo>
                      <a:pt x="29" y="139"/>
                    </a:lnTo>
                    <a:lnTo>
                      <a:pt x="39" y="149"/>
                    </a:lnTo>
                    <a:lnTo>
                      <a:pt x="47" y="162"/>
                    </a:lnTo>
                    <a:lnTo>
                      <a:pt x="59" y="178"/>
                    </a:lnTo>
                    <a:lnTo>
                      <a:pt x="80" y="201"/>
                    </a:lnTo>
                    <a:lnTo>
                      <a:pt x="91" y="217"/>
                    </a:lnTo>
                    <a:lnTo>
                      <a:pt x="97" y="227"/>
                    </a:lnTo>
                    <a:lnTo>
                      <a:pt x="100" y="239"/>
                    </a:lnTo>
                    <a:lnTo>
                      <a:pt x="103" y="252"/>
                    </a:lnTo>
                    <a:lnTo>
                      <a:pt x="103" y="265"/>
                    </a:lnTo>
                    <a:lnTo>
                      <a:pt x="100" y="279"/>
                    </a:lnTo>
                    <a:lnTo>
                      <a:pt x="97" y="295"/>
                    </a:lnTo>
                    <a:lnTo>
                      <a:pt x="91" y="308"/>
                    </a:lnTo>
                    <a:lnTo>
                      <a:pt x="71" y="288"/>
                    </a:lnTo>
                    <a:lnTo>
                      <a:pt x="76" y="279"/>
                    </a:lnTo>
                    <a:lnTo>
                      <a:pt x="80" y="262"/>
                    </a:lnTo>
                    <a:lnTo>
                      <a:pt x="83" y="252"/>
                    </a:lnTo>
                    <a:lnTo>
                      <a:pt x="83" y="236"/>
                    </a:lnTo>
                    <a:lnTo>
                      <a:pt x="83" y="227"/>
                    </a:lnTo>
                    <a:lnTo>
                      <a:pt x="76" y="211"/>
                    </a:lnTo>
                    <a:lnTo>
                      <a:pt x="74" y="201"/>
                    </a:lnTo>
                    <a:lnTo>
                      <a:pt x="68" y="190"/>
                    </a:lnTo>
                    <a:lnTo>
                      <a:pt x="56" y="181"/>
                    </a:lnTo>
                    <a:lnTo>
                      <a:pt x="41" y="168"/>
                    </a:lnTo>
                    <a:lnTo>
                      <a:pt x="29" y="155"/>
                    </a:lnTo>
                    <a:lnTo>
                      <a:pt x="24" y="146"/>
                    </a:lnTo>
                    <a:lnTo>
                      <a:pt x="12" y="126"/>
                    </a:lnTo>
                    <a:lnTo>
                      <a:pt x="6" y="109"/>
                    </a:lnTo>
                    <a:lnTo>
                      <a:pt x="3" y="100"/>
                    </a:lnTo>
                    <a:lnTo>
                      <a:pt x="0" y="84"/>
                    </a:lnTo>
                    <a:lnTo>
                      <a:pt x="0" y="61"/>
                    </a:lnTo>
                    <a:lnTo>
                      <a:pt x="3" y="49"/>
                    </a:lnTo>
                    <a:lnTo>
                      <a:pt x="6" y="35"/>
                    </a:lnTo>
                    <a:lnTo>
                      <a:pt x="6" y="22"/>
                    </a:lnTo>
                    <a:lnTo>
                      <a:pt x="9" y="9"/>
                    </a:lnTo>
                    <a:lnTo>
                      <a:pt x="15" y="0"/>
                    </a:lnTo>
                    <a:lnTo>
                      <a:pt x="53" y="6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Freeform 59"/>
              <p:cNvSpPr>
                <a:spLocks/>
              </p:cNvSpPr>
              <p:nvPr/>
            </p:nvSpPr>
            <p:spPr bwMode="ltGray">
              <a:xfrm>
                <a:off x="3307" y="0"/>
                <a:ext cx="102" cy="312"/>
              </a:xfrm>
              <a:custGeom>
                <a:avLst/>
                <a:gdLst>
                  <a:gd name="T0" fmla="*/ 52 w 102"/>
                  <a:gd name="T1" fmla="*/ 7 h 312"/>
                  <a:gd name="T2" fmla="*/ 50 w 102"/>
                  <a:gd name="T3" fmla="*/ 16 h 312"/>
                  <a:gd name="T4" fmla="*/ 46 w 102"/>
                  <a:gd name="T5" fmla="*/ 16 h 312"/>
                  <a:gd name="T6" fmla="*/ 46 w 102"/>
                  <a:gd name="T7" fmla="*/ 26 h 312"/>
                  <a:gd name="T8" fmla="*/ 38 w 102"/>
                  <a:gd name="T9" fmla="*/ 43 h 312"/>
                  <a:gd name="T10" fmla="*/ 32 w 102"/>
                  <a:gd name="T11" fmla="*/ 65 h 312"/>
                  <a:gd name="T12" fmla="*/ 26 w 102"/>
                  <a:gd name="T13" fmla="*/ 78 h 312"/>
                  <a:gd name="T14" fmla="*/ 23 w 102"/>
                  <a:gd name="T15" fmla="*/ 97 h 312"/>
                  <a:gd name="T16" fmla="*/ 23 w 102"/>
                  <a:gd name="T17" fmla="*/ 110 h 312"/>
                  <a:gd name="T18" fmla="*/ 23 w 102"/>
                  <a:gd name="T19" fmla="*/ 121 h 312"/>
                  <a:gd name="T20" fmla="*/ 26 w 102"/>
                  <a:gd name="T21" fmla="*/ 130 h 312"/>
                  <a:gd name="T22" fmla="*/ 29 w 102"/>
                  <a:gd name="T23" fmla="*/ 140 h 312"/>
                  <a:gd name="T24" fmla="*/ 38 w 102"/>
                  <a:gd name="T25" fmla="*/ 153 h 312"/>
                  <a:gd name="T26" fmla="*/ 46 w 102"/>
                  <a:gd name="T27" fmla="*/ 162 h 312"/>
                  <a:gd name="T28" fmla="*/ 58 w 102"/>
                  <a:gd name="T29" fmla="*/ 178 h 312"/>
                  <a:gd name="T30" fmla="*/ 78 w 102"/>
                  <a:gd name="T31" fmla="*/ 202 h 312"/>
                  <a:gd name="T32" fmla="*/ 89 w 102"/>
                  <a:gd name="T33" fmla="*/ 218 h 312"/>
                  <a:gd name="T34" fmla="*/ 96 w 102"/>
                  <a:gd name="T35" fmla="*/ 227 h 312"/>
                  <a:gd name="T36" fmla="*/ 98 w 102"/>
                  <a:gd name="T37" fmla="*/ 240 h 312"/>
                  <a:gd name="T38" fmla="*/ 101 w 102"/>
                  <a:gd name="T39" fmla="*/ 253 h 312"/>
                  <a:gd name="T40" fmla="*/ 101 w 102"/>
                  <a:gd name="T41" fmla="*/ 269 h 312"/>
                  <a:gd name="T42" fmla="*/ 98 w 102"/>
                  <a:gd name="T43" fmla="*/ 279 h 312"/>
                  <a:gd name="T44" fmla="*/ 96 w 102"/>
                  <a:gd name="T45" fmla="*/ 295 h 312"/>
                  <a:gd name="T46" fmla="*/ 89 w 102"/>
                  <a:gd name="T47" fmla="*/ 311 h 312"/>
                  <a:gd name="T48" fmla="*/ 69 w 102"/>
                  <a:gd name="T49" fmla="*/ 292 h 312"/>
                  <a:gd name="T50" fmla="*/ 75 w 102"/>
                  <a:gd name="T51" fmla="*/ 279 h 312"/>
                  <a:gd name="T52" fmla="*/ 78 w 102"/>
                  <a:gd name="T53" fmla="*/ 266 h 312"/>
                  <a:gd name="T54" fmla="*/ 81 w 102"/>
                  <a:gd name="T55" fmla="*/ 253 h 312"/>
                  <a:gd name="T56" fmla="*/ 81 w 102"/>
                  <a:gd name="T57" fmla="*/ 237 h 312"/>
                  <a:gd name="T58" fmla="*/ 81 w 102"/>
                  <a:gd name="T59" fmla="*/ 227 h 312"/>
                  <a:gd name="T60" fmla="*/ 75 w 102"/>
                  <a:gd name="T61" fmla="*/ 211 h 312"/>
                  <a:gd name="T62" fmla="*/ 72 w 102"/>
                  <a:gd name="T63" fmla="*/ 202 h 312"/>
                  <a:gd name="T64" fmla="*/ 67 w 102"/>
                  <a:gd name="T65" fmla="*/ 191 h 312"/>
                  <a:gd name="T66" fmla="*/ 55 w 102"/>
                  <a:gd name="T67" fmla="*/ 181 h 312"/>
                  <a:gd name="T68" fmla="*/ 41 w 102"/>
                  <a:gd name="T69" fmla="*/ 169 h 312"/>
                  <a:gd name="T70" fmla="*/ 29 w 102"/>
                  <a:gd name="T71" fmla="*/ 156 h 312"/>
                  <a:gd name="T72" fmla="*/ 23 w 102"/>
                  <a:gd name="T73" fmla="*/ 146 h 312"/>
                  <a:gd name="T74" fmla="*/ 14 w 102"/>
                  <a:gd name="T75" fmla="*/ 127 h 312"/>
                  <a:gd name="T76" fmla="*/ 6 w 102"/>
                  <a:gd name="T77" fmla="*/ 110 h 312"/>
                  <a:gd name="T78" fmla="*/ 3 w 102"/>
                  <a:gd name="T79" fmla="*/ 104 h 312"/>
                  <a:gd name="T80" fmla="*/ 0 w 102"/>
                  <a:gd name="T81" fmla="*/ 84 h 312"/>
                  <a:gd name="T82" fmla="*/ 0 w 102"/>
                  <a:gd name="T83" fmla="*/ 62 h 312"/>
                  <a:gd name="T84" fmla="*/ 3 w 102"/>
                  <a:gd name="T85" fmla="*/ 49 h 312"/>
                  <a:gd name="T86" fmla="*/ 6 w 102"/>
                  <a:gd name="T87" fmla="*/ 35 h 312"/>
                  <a:gd name="T88" fmla="*/ 6 w 102"/>
                  <a:gd name="T89" fmla="*/ 23 h 312"/>
                  <a:gd name="T90" fmla="*/ 9 w 102"/>
                  <a:gd name="T91" fmla="*/ 10 h 312"/>
                  <a:gd name="T92" fmla="*/ 14 w 102"/>
                  <a:gd name="T93" fmla="*/ 0 h 312"/>
                  <a:gd name="T94" fmla="*/ 52 w 102"/>
                  <a:gd name="T95" fmla="*/ 7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2" h="312">
                    <a:moveTo>
                      <a:pt x="52" y="7"/>
                    </a:moveTo>
                    <a:lnTo>
                      <a:pt x="50" y="16"/>
                    </a:lnTo>
                    <a:lnTo>
                      <a:pt x="46" y="16"/>
                    </a:lnTo>
                    <a:lnTo>
                      <a:pt x="46" y="26"/>
                    </a:lnTo>
                    <a:lnTo>
                      <a:pt x="38" y="43"/>
                    </a:lnTo>
                    <a:lnTo>
                      <a:pt x="32" y="65"/>
                    </a:lnTo>
                    <a:lnTo>
                      <a:pt x="26" y="78"/>
                    </a:lnTo>
                    <a:lnTo>
                      <a:pt x="23" y="97"/>
                    </a:lnTo>
                    <a:lnTo>
                      <a:pt x="23" y="110"/>
                    </a:lnTo>
                    <a:lnTo>
                      <a:pt x="23" y="121"/>
                    </a:lnTo>
                    <a:lnTo>
                      <a:pt x="26" y="130"/>
                    </a:lnTo>
                    <a:lnTo>
                      <a:pt x="29" y="140"/>
                    </a:lnTo>
                    <a:lnTo>
                      <a:pt x="38" y="153"/>
                    </a:lnTo>
                    <a:lnTo>
                      <a:pt x="46" y="162"/>
                    </a:lnTo>
                    <a:lnTo>
                      <a:pt x="58" y="178"/>
                    </a:lnTo>
                    <a:lnTo>
                      <a:pt x="78" y="202"/>
                    </a:lnTo>
                    <a:lnTo>
                      <a:pt x="89" y="218"/>
                    </a:lnTo>
                    <a:lnTo>
                      <a:pt x="96" y="227"/>
                    </a:lnTo>
                    <a:lnTo>
                      <a:pt x="98" y="240"/>
                    </a:lnTo>
                    <a:lnTo>
                      <a:pt x="101" y="253"/>
                    </a:lnTo>
                    <a:lnTo>
                      <a:pt x="101" y="269"/>
                    </a:lnTo>
                    <a:lnTo>
                      <a:pt x="98" y="279"/>
                    </a:lnTo>
                    <a:lnTo>
                      <a:pt x="96" y="295"/>
                    </a:lnTo>
                    <a:lnTo>
                      <a:pt x="89" y="311"/>
                    </a:lnTo>
                    <a:lnTo>
                      <a:pt x="69" y="292"/>
                    </a:lnTo>
                    <a:lnTo>
                      <a:pt x="75" y="279"/>
                    </a:lnTo>
                    <a:lnTo>
                      <a:pt x="78" y="266"/>
                    </a:lnTo>
                    <a:lnTo>
                      <a:pt x="81" y="253"/>
                    </a:lnTo>
                    <a:lnTo>
                      <a:pt x="81" y="237"/>
                    </a:lnTo>
                    <a:lnTo>
                      <a:pt x="81" y="227"/>
                    </a:lnTo>
                    <a:lnTo>
                      <a:pt x="75" y="211"/>
                    </a:lnTo>
                    <a:lnTo>
                      <a:pt x="72" y="202"/>
                    </a:lnTo>
                    <a:lnTo>
                      <a:pt x="67" y="191"/>
                    </a:lnTo>
                    <a:lnTo>
                      <a:pt x="55" y="181"/>
                    </a:lnTo>
                    <a:lnTo>
                      <a:pt x="41" y="169"/>
                    </a:lnTo>
                    <a:lnTo>
                      <a:pt x="29" y="156"/>
                    </a:lnTo>
                    <a:lnTo>
                      <a:pt x="23" y="146"/>
                    </a:lnTo>
                    <a:lnTo>
                      <a:pt x="14" y="127"/>
                    </a:lnTo>
                    <a:lnTo>
                      <a:pt x="6" y="110"/>
                    </a:lnTo>
                    <a:lnTo>
                      <a:pt x="3" y="104"/>
                    </a:lnTo>
                    <a:lnTo>
                      <a:pt x="0" y="84"/>
                    </a:lnTo>
                    <a:lnTo>
                      <a:pt x="0" y="62"/>
                    </a:lnTo>
                    <a:lnTo>
                      <a:pt x="3" y="49"/>
                    </a:lnTo>
                    <a:lnTo>
                      <a:pt x="6" y="35"/>
                    </a:lnTo>
                    <a:lnTo>
                      <a:pt x="6" y="23"/>
                    </a:lnTo>
                    <a:lnTo>
                      <a:pt x="9" y="10"/>
                    </a:lnTo>
                    <a:lnTo>
                      <a:pt x="14" y="0"/>
                    </a:lnTo>
                    <a:lnTo>
                      <a:pt x="52" y="7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Freeform 60"/>
              <p:cNvSpPr>
                <a:spLocks/>
              </p:cNvSpPr>
              <p:nvPr/>
            </p:nvSpPr>
            <p:spPr bwMode="ltGray">
              <a:xfrm>
                <a:off x="2412" y="3901"/>
                <a:ext cx="58" cy="102"/>
              </a:xfrm>
              <a:custGeom>
                <a:avLst/>
                <a:gdLst>
                  <a:gd name="T0" fmla="*/ 16 w 58"/>
                  <a:gd name="T1" fmla="*/ 101 h 102"/>
                  <a:gd name="T2" fmla="*/ 0 w 58"/>
                  <a:gd name="T3" fmla="*/ 0 h 102"/>
                  <a:gd name="T4" fmla="*/ 57 w 58"/>
                  <a:gd name="T5" fmla="*/ 52 h 102"/>
                  <a:gd name="T6" fmla="*/ 16 w 58"/>
                  <a:gd name="T7" fmla="*/ 10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" h="102">
                    <a:moveTo>
                      <a:pt x="16" y="101"/>
                    </a:moveTo>
                    <a:lnTo>
                      <a:pt x="0" y="0"/>
                    </a:lnTo>
                    <a:lnTo>
                      <a:pt x="57" y="52"/>
                    </a:lnTo>
                    <a:lnTo>
                      <a:pt x="16" y="101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" name="Freeform 61"/>
              <p:cNvSpPr>
                <a:spLocks/>
              </p:cNvSpPr>
              <p:nvPr/>
            </p:nvSpPr>
            <p:spPr bwMode="ltGray">
              <a:xfrm>
                <a:off x="2972" y="63"/>
                <a:ext cx="56" cy="102"/>
              </a:xfrm>
              <a:custGeom>
                <a:avLst/>
                <a:gdLst>
                  <a:gd name="T0" fmla="*/ 14 w 56"/>
                  <a:gd name="T1" fmla="*/ 101 h 102"/>
                  <a:gd name="T2" fmla="*/ 0 w 56"/>
                  <a:gd name="T3" fmla="*/ 0 h 102"/>
                  <a:gd name="T4" fmla="*/ 55 w 56"/>
                  <a:gd name="T5" fmla="*/ 51 h 102"/>
                  <a:gd name="T6" fmla="*/ 14 w 56"/>
                  <a:gd name="T7" fmla="*/ 10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6" h="102">
                    <a:moveTo>
                      <a:pt x="14" y="101"/>
                    </a:moveTo>
                    <a:lnTo>
                      <a:pt x="0" y="0"/>
                    </a:lnTo>
                    <a:lnTo>
                      <a:pt x="55" y="51"/>
                    </a:lnTo>
                    <a:lnTo>
                      <a:pt x="14" y="101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Freeform 62"/>
              <p:cNvSpPr>
                <a:spLocks/>
              </p:cNvSpPr>
              <p:nvPr/>
            </p:nvSpPr>
            <p:spPr bwMode="ltGray">
              <a:xfrm>
                <a:off x="212" y="884"/>
                <a:ext cx="59" cy="101"/>
              </a:xfrm>
              <a:custGeom>
                <a:avLst/>
                <a:gdLst>
                  <a:gd name="T0" fmla="*/ 16 w 59"/>
                  <a:gd name="T1" fmla="*/ 100 h 101"/>
                  <a:gd name="T2" fmla="*/ 0 w 59"/>
                  <a:gd name="T3" fmla="*/ 0 h 101"/>
                  <a:gd name="T4" fmla="*/ 58 w 59"/>
                  <a:gd name="T5" fmla="*/ 51 h 101"/>
                  <a:gd name="T6" fmla="*/ 16 w 59"/>
                  <a:gd name="T7" fmla="*/ 10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101">
                    <a:moveTo>
                      <a:pt x="16" y="100"/>
                    </a:moveTo>
                    <a:lnTo>
                      <a:pt x="0" y="0"/>
                    </a:lnTo>
                    <a:lnTo>
                      <a:pt x="58" y="51"/>
                    </a:lnTo>
                    <a:lnTo>
                      <a:pt x="16" y="10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63"/>
              <p:cNvSpPr>
                <a:spLocks/>
              </p:cNvSpPr>
              <p:nvPr/>
            </p:nvSpPr>
            <p:spPr bwMode="ltGray">
              <a:xfrm>
                <a:off x="1452" y="115"/>
                <a:ext cx="53" cy="68"/>
              </a:xfrm>
              <a:custGeom>
                <a:avLst/>
                <a:gdLst>
                  <a:gd name="T0" fmla="*/ 30 w 53"/>
                  <a:gd name="T1" fmla="*/ 0 h 68"/>
                  <a:gd name="T2" fmla="*/ 0 w 53"/>
                  <a:gd name="T3" fmla="*/ 18 h 68"/>
                  <a:gd name="T4" fmla="*/ 14 w 53"/>
                  <a:gd name="T5" fmla="*/ 67 h 68"/>
                  <a:gd name="T6" fmla="*/ 52 w 53"/>
                  <a:gd name="T7" fmla="*/ 42 h 68"/>
                  <a:gd name="T8" fmla="*/ 30 w 53"/>
                  <a:gd name="T9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" h="68">
                    <a:moveTo>
                      <a:pt x="30" y="0"/>
                    </a:moveTo>
                    <a:lnTo>
                      <a:pt x="0" y="18"/>
                    </a:lnTo>
                    <a:lnTo>
                      <a:pt x="14" y="67"/>
                    </a:lnTo>
                    <a:lnTo>
                      <a:pt x="52" y="42"/>
                    </a:lnTo>
                    <a:lnTo>
                      <a:pt x="3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64"/>
              <p:cNvSpPr>
                <a:spLocks/>
              </p:cNvSpPr>
              <p:nvPr/>
            </p:nvSpPr>
            <p:spPr bwMode="ltGray">
              <a:xfrm>
                <a:off x="4571" y="216"/>
                <a:ext cx="55" cy="66"/>
              </a:xfrm>
              <a:custGeom>
                <a:avLst/>
                <a:gdLst>
                  <a:gd name="T0" fmla="*/ 30 w 55"/>
                  <a:gd name="T1" fmla="*/ 0 h 66"/>
                  <a:gd name="T2" fmla="*/ 0 w 55"/>
                  <a:gd name="T3" fmla="*/ 18 h 66"/>
                  <a:gd name="T4" fmla="*/ 16 w 55"/>
                  <a:gd name="T5" fmla="*/ 65 h 66"/>
                  <a:gd name="T6" fmla="*/ 54 w 55"/>
                  <a:gd name="T7" fmla="*/ 42 h 66"/>
                  <a:gd name="T8" fmla="*/ 30 w 55"/>
                  <a:gd name="T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66">
                    <a:moveTo>
                      <a:pt x="30" y="0"/>
                    </a:moveTo>
                    <a:lnTo>
                      <a:pt x="0" y="18"/>
                    </a:lnTo>
                    <a:lnTo>
                      <a:pt x="16" y="65"/>
                    </a:lnTo>
                    <a:lnTo>
                      <a:pt x="54" y="42"/>
                    </a:lnTo>
                    <a:lnTo>
                      <a:pt x="30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Freeform 65"/>
              <p:cNvSpPr>
                <a:spLocks/>
              </p:cNvSpPr>
              <p:nvPr/>
            </p:nvSpPr>
            <p:spPr bwMode="ltGray">
              <a:xfrm>
                <a:off x="5490" y="2335"/>
                <a:ext cx="57" cy="69"/>
              </a:xfrm>
              <a:custGeom>
                <a:avLst/>
                <a:gdLst>
                  <a:gd name="T0" fmla="*/ 31 w 57"/>
                  <a:gd name="T1" fmla="*/ 0 h 69"/>
                  <a:gd name="T2" fmla="*/ 0 w 57"/>
                  <a:gd name="T3" fmla="*/ 21 h 69"/>
                  <a:gd name="T4" fmla="*/ 17 w 57"/>
                  <a:gd name="T5" fmla="*/ 68 h 69"/>
                  <a:gd name="T6" fmla="*/ 56 w 57"/>
                  <a:gd name="T7" fmla="*/ 44 h 69"/>
                  <a:gd name="T8" fmla="*/ 31 w 57"/>
                  <a:gd name="T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69">
                    <a:moveTo>
                      <a:pt x="31" y="0"/>
                    </a:moveTo>
                    <a:lnTo>
                      <a:pt x="0" y="21"/>
                    </a:lnTo>
                    <a:lnTo>
                      <a:pt x="17" y="68"/>
                    </a:lnTo>
                    <a:lnTo>
                      <a:pt x="56" y="44"/>
                    </a:lnTo>
                    <a:lnTo>
                      <a:pt x="31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Freeform 66"/>
              <p:cNvSpPr>
                <a:spLocks/>
              </p:cNvSpPr>
              <p:nvPr/>
            </p:nvSpPr>
            <p:spPr bwMode="ltGray">
              <a:xfrm>
                <a:off x="5631" y="1402"/>
                <a:ext cx="58" cy="65"/>
              </a:xfrm>
              <a:custGeom>
                <a:avLst/>
                <a:gdLst>
                  <a:gd name="T0" fmla="*/ 31 w 58"/>
                  <a:gd name="T1" fmla="*/ 0 h 65"/>
                  <a:gd name="T2" fmla="*/ 0 w 58"/>
                  <a:gd name="T3" fmla="*/ 17 h 65"/>
                  <a:gd name="T4" fmla="*/ 17 w 58"/>
                  <a:gd name="T5" fmla="*/ 64 h 65"/>
                  <a:gd name="T6" fmla="*/ 57 w 58"/>
                  <a:gd name="T7" fmla="*/ 41 h 65"/>
                  <a:gd name="T8" fmla="*/ 31 w 58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65">
                    <a:moveTo>
                      <a:pt x="31" y="0"/>
                    </a:moveTo>
                    <a:lnTo>
                      <a:pt x="0" y="17"/>
                    </a:lnTo>
                    <a:lnTo>
                      <a:pt x="17" y="64"/>
                    </a:lnTo>
                    <a:lnTo>
                      <a:pt x="57" y="41"/>
                    </a:lnTo>
                    <a:lnTo>
                      <a:pt x="31" y="0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Freeform 67"/>
              <p:cNvSpPr>
                <a:spLocks/>
              </p:cNvSpPr>
              <p:nvPr/>
            </p:nvSpPr>
            <p:spPr bwMode="ltGray">
              <a:xfrm>
                <a:off x="0" y="1366"/>
                <a:ext cx="60" cy="102"/>
              </a:xfrm>
              <a:custGeom>
                <a:avLst/>
                <a:gdLst>
                  <a:gd name="T0" fmla="*/ 17 w 60"/>
                  <a:gd name="T1" fmla="*/ 101 h 102"/>
                  <a:gd name="T2" fmla="*/ 0 w 60"/>
                  <a:gd name="T3" fmla="*/ 0 h 102"/>
                  <a:gd name="T4" fmla="*/ 59 w 60"/>
                  <a:gd name="T5" fmla="*/ 52 h 102"/>
                  <a:gd name="T6" fmla="*/ 17 w 60"/>
                  <a:gd name="T7" fmla="*/ 10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" h="102">
                    <a:moveTo>
                      <a:pt x="17" y="101"/>
                    </a:moveTo>
                    <a:lnTo>
                      <a:pt x="0" y="0"/>
                    </a:lnTo>
                    <a:lnTo>
                      <a:pt x="59" y="52"/>
                    </a:lnTo>
                    <a:lnTo>
                      <a:pt x="17" y="101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" name="Freeform 68"/>
              <p:cNvSpPr>
                <a:spLocks/>
              </p:cNvSpPr>
              <p:nvPr/>
            </p:nvSpPr>
            <p:spPr bwMode="ltGray">
              <a:xfrm>
                <a:off x="196" y="1205"/>
                <a:ext cx="59" cy="105"/>
              </a:xfrm>
              <a:custGeom>
                <a:avLst/>
                <a:gdLst>
                  <a:gd name="T0" fmla="*/ 17 w 59"/>
                  <a:gd name="T1" fmla="*/ 104 h 105"/>
                  <a:gd name="T2" fmla="*/ 0 w 59"/>
                  <a:gd name="T3" fmla="*/ 0 h 105"/>
                  <a:gd name="T4" fmla="*/ 58 w 59"/>
                  <a:gd name="T5" fmla="*/ 54 h 105"/>
                  <a:gd name="T6" fmla="*/ 17 w 59"/>
                  <a:gd name="T7" fmla="*/ 104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105">
                    <a:moveTo>
                      <a:pt x="17" y="104"/>
                    </a:moveTo>
                    <a:lnTo>
                      <a:pt x="0" y="0"/>
                    </a:lnTo>
                    <a:lnTo>
                      <a:pt x="58" y="54"/>
                    </a:lnTo>
                    <a:lnTo>
                      <a:pt x="17" y="104"/>
                    </a:lnTo>
                  </a:path>
                </a:pathLst>
              </a:custGeom>
              <a:grpFill/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4" name="Freeform 70"/>
            <p:cNvSpPr>
              <a:spLocks/>
            </p:cNvSpPr>
            <p:nvPr/>
          </p:nvSpPr>
          <p:spPr bwMode="ltGray">
            <a:xfrm>
              <a:off x="373" y="786"/>
              <a:ext cx="104" cy="309"/>
            </a:xfrm>
            <a:custGeom>
              <a:avLst/>
              <a:gdLst>
                <a:gd name="T0" fmla="*/ 53 w 104"/>
                <a:gd name="T1" fmla="*/ 6 h 309"/>
                <a:gd name="T2" fmla="*/ 51 w 104"/>
                <a:gd name="T3" fmla="*/ 16 h 309"/>
                <a:gd name="T4" fmla="*/ 47 w 104"/>
                <a:gd name="T5" fmla="*/ 16 h 309"/>
                <a:gd name="T6" fmla="*/ 44 w 104"/>
                <a:gd name="T7" fmla="*/ 22 h 309"/>
                <a:gd name="T8" fmla="*/ 39 w 104"/>
                <a:gd name="T9" fmla="*/ 42 h 309"/>
                <a:gd name="T10" fmla="*/ 29 w 104"/>
                <a:gd name="T11" fmla="*/ 65 h 309"/>
                <a:gd name="T12" fmla="*/ 27 w 104"/>
                <a:gd name="T13" fmla="*/ 77 h 309"/>
                <a:gd name="T14" fmla="*/ 24 w 104"/>
                <a:gd name="T15" fmla="*/ 97 h 309"/>
                <a:gd name="T16" fmla="*/ 24 w 104"/>
                <a:gd name="T17" fmla="*/ 106 h 309"/>
                <a:gd name="T18" fmla="*/ 24 w 104"/>
                <a:gd name="T19" fmla="*/ 120 h 309"/>
                <a:gd name="T20" fmla="*/ 27 w 104"/>
                <a:gd name="T21" fmla="*/ 130 h 309"/>
                <a:gd name="T22" fmla="*/ 29 w 104"/>
                <a:gd name="T23" fmla="*/ 139 h 309"/>
                <a:gd name="T24" fmla="*/ 39 w 104"/>
                <a:gd name="T25" fmla="*/ 149 h 309"/>
                <a:gd name="T26" fmla="*/ 47 w 104"/>
                <a:gd name="T27" fmla="*/ 162 h 309"/>
                <a:gd name="T28" fmla="*/ 59 w 104"/>
                <a:gd name="T29" fmla="*/ 178 h 309"/>
                <a:gd name="T30" fmla="*/ 80 w 104"/>
                <a:gd name="T31" fmla="*/ 201 h 309"/>
                <a:gd name="T32" fmla="*/ 91 w 104"/>
                <a:gd name="T33" fmla="*/ 217 h 309"/>
                <a:gd name="T34" fmla="*/ 97 w 104"/>
                <a:gd name="T35" fmla="*/ 227 h 309"/>
                <a:gd name="T36" fmla="*/ 100 w 104"/>
                <a:gd name="T37" fmla="*/ 239 h 309"/>
                <a:gd name="T38" fmla="*/ 103 w 104"/>
                <a:gd name="T39" fmla="*/ 252 h 309"/>
                <a:gd name="T40" fmla="*/ 103 w 104"/>
                <a:gd name="T41" fmla="*/ 265 h 309"/>
                <a:gd name="T42" fmla="*/ 100 w 104"/>
                <a:gd name="T43" fmla="*/ 279 h 309"/>
                <a:gd name="T44" fmla="*/ 97 w 104"/>
                <a:gd name="T45" fmla="*/ 295 h 309"/>
                <a:gd name="T46" fmla="*/ 91 w 104"/>
                <a:gd name="T47" fmla="*/ 308 h 309"/>
                <a:gd name="T48" fmla="*/ 71 w 104"/>
                <a:gd name="T49" fmla="*/ 288 h 309"/>
                <a:gd name="T50" fmla="*/ 76 w 104"/>
                <a:gd name="T51" fmla="*/ 279 h 309"/>
                <a:gd name="T52" fmla="*/ 80 w 104"/>
                <a:gd name="T53" fmla="*/ 262 h 309"/>
                <a:gd name="T54" fmla="*/ 83 w 104"/>
                <a:gd name="T55" fmla="*/ 252 h 309"/>
                <a:gd name="T56" fmla="*/ 83 w 104"/>
                <a:gd name="T57" fmla="*/ 236 h 309"/>
                <a:gd name="T58" fmla="*/ 83 w 104"/>
                <a:gd name="T59" fmla="*/ 227 h 309"/>
                <a:gd name="T60" fmla="*/ 76 w 104"/>
                <a:gd name="T61" fmla="*/ 211 h 309"/>
                <a:gd name="T62" fmla="*/ 74 w 104"/>
                <a:gd name="T63" fmla="*/ 201 h 309"/>
                <a:gd name="T64" fmla="*/ 68 w 104"/>
                <a:gd name="T65" fmla="*/ 190 h 309"/>
                <a:gd name="T66" fmla="*/ 56 w 104"/>
                <a:gd name="T67" fmla="*/ 181 h 309"/>
                <a:gd name="T68" fmla="*/ 41 w 104"/>
                <a:gd name="T69" fmla="*/ 168 h 309"/>
                <a:gd name="T70" fmla="*/ 29 w 104"/>
                <a:gd name="T71" fmla="*/ 155 h 309"/>
                <a:gd name="T72" fmla="*/ 24 w 104"/>
                <a:gd name="T73" fmla="*/ 146 h 309"/>
                <a:gd name="T74" fmla="*/ 12 w 104"/>
                <a:gd name="T75" fmla="*/ 126 h 309"/>
                <a:gd name="T76" fmla="*/ 6 w 104"/>
                <a:gd name="T77" fmla="*/ 109 h 309"/>
                <a:gd name="T78" fmla="*/ 3 w 104"/>
                <a:gd name="T79" fmla="*/ 100 h 309"/>
                <a:gd name="T80" fmla="*/ 0 w 104"/>
                <a:gd name="T81" fmla="*/ 84 h 309"/>
                <a:gd name="T82" fmla="*/ 0 w 104"/>
                <a:gd name="T83" fmla="*/ 61 h 309"/>
                <a:gd name="T84" fmla="*/ 3 w 104"/>
                <a:gd name="T85" fmla="*/ 49 h 309"/>
                <a:gd name="T86" fmla="*/ 6 w 104"/>
                <a:gd name="T87" fmla="*/ 35 h 309"/>
                <a:gd name="T88" fmla="*/ 6 w 104"/>
                <a:gd name="T89" fmla="*/ 22 h 309"/>
                <a:gd name="T90" fmla="*/ 9 w 104"/>
                <a:gd name="T91" fmla="*/ 9 h 309"/>
                <a:gd name="T92" fmla="*/ 15 w 104"/>
                <a:gd name="T93" fmla="*/ 0 h 309"/>
                <a:gd name="T94" fmla="*/ 53 w 104"/>
                <a:gd name="T95" fmla="*/ 6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4" h="309">
                  <a:moveTo>
                    <a:pt x="53" y="6"/>
                  </a:moveTo>
                  <a:lnTo>
                    <a:pt x="51" y="16"/>
                  </a:lnTo>
                  <a:lnTo>
                    <a:pt x="47" y="16"/>
                  </a:lnTo>
                  <a:lnTo>
                    <a:pt x="44" y="22"/>
                  </a:lnTo>
                  <a:lnTo>
                    <a:pt x="39" y="42"/>
                  </a:lnTo>
                  <a:lnTo>
                    <a:pt x="29" y="65"/>
                  </a:lnTo>
                  <a:lnTo>
                    <a:pt x="27" y="77"/>
                  </a:lnTo>
                  <a:lnTo>
                    <a:pt x="24" y="97"/>
                  </a:lnTo>
                  <a:lnTo>
                    <a:pt x="24" y="106"/>
                  </a:lnTo>
                  <a:lnTo>
                    <a:pt x="24" y="120"/>
                  </a:lnTo>
                  <a:lnTo>
                    <a:pt x="27" y="130"/>
                  </a:lnTo>
                  <a:lnTo>
                    <a:pt x="29" y="139"/>
                  </a:lnTo>
                  <a:lnTo>
                    <a:pt x="39" y="149"/>
                  </a:lnTo>
                  <a:lnTo>
                    <a:pt x="47" y="162"/>
                  </a:lnTo>
                  <a:lnTo>
                    <a:pt x="59" y="178"/>
                  </a:lnTo>
                  <a:lnTo>
                    <a:pt x="80" y="201"/>
                  </a:lnTo>
                  <a:lnTo>
                    <a:pt x="91" y="217"/>
                  </a:lnTo>
                  <a:lnTo>
                    <a:pt x="97" y="227"/>
                  </a:lnTo>
                  <a:lnTo>
                    <a:pt x="100" y="239"/>
                  </a:lnTo>
                  <a:lnTo>
                    <a:pt x="103" y="252"/>
                  </a:lnTo>
                  <a:lnTo>
                    <a:pt x="103" y="265"/>
                  </a:lnTo>
                  <a:lnTo>
                    <a:pt x="100" y="279"/>
                  </a:lnTo>
                  <a:lnTo>
                    <a:pt x="97" y="295"/>
                  </a:lnTo>
                  <a:lnTo>
                    <a:pt x="91" y="308"/>
                  </a:lnTo>
                  <a:lnTo>
                    <a:pt x="71" y="288"/>
                  </a:lnTo>
                  <a:lnTo>
                    <a:pt x="76" y="279"/>
                  </a:lnTo>
                  <a:lnTo>
                    <a:pt x="80" y="262"/>
                  </a:lnTo>
                  <a:lnTo>
                    <a:pt x="83" y="252"/>
                  </a:lnTo>
                  <a:lnTo>
                    <a:pt x="83" y="236"/>
                  </a:lnTo>
                  <a:lnTo>
                    <a:pt x="83" y="227"/>
                  </a:lnTo>
                  <a:lnTo>
                    <a:pt x="76" y="211"/>
                  </a:lnTo>
                  <a:lnTo>
                    <a:pt x="74" y="201"/>
                  </a:lnTo>
                  <a:lnTo>
                    <a:pt x="68" y="190"/>
                  </a:lnTo>
                  <a:lnTo>
                    <a:pt x="56" y="181"/>
                  </a:lnTo>
                  <a:lnTo>
                    <a:pt x="41" y="168"/>
                  </a:lnTo>
                  <a:lnTo>
                    <a:pt x="29" y="155"/>
                  </a:lnTo>
                  <a:lnTo>
                    <a:pt x="24" y="146"/>
                  </a:lnTo>
                  <a:lnTo>
                    <a:pt x="12" y="126"/>
                  </a:lnTo>
                  <a:lnTo>
                    <a:pt x="6" y="109"/>
                  </a:lnTo>
                  <a:lnTo>
                    <a:pt x="3" y="100"/>
                  </a:lnTo>
                  <a:lnTo>
                    <a:pt x="0" y="84"/>
                  </a:lnTo>
                  <a:lnTo>
                    <a:pt x="0" y="61"/>
                  </a:lnTo>
                  <a:lnTo>
                    <a:pt x="3" y="49"/>
                  </a:lnTo>
                  <a:lnTo>
                    <a:pt x="6" y="35"/>
                  </a:lnTo>
                  <a:lnTo>
                    <a:pt x="6" y="22"/>
                  </a:lnTo>
                  <a:lnTo>
                    <a:pt x="9" y="9"/>
                  </a:lnTo>
                  <a:lnTo>
                    <a:pt x="15" y="0"/>
                  </a:lnTo>
                  <a:lnTo>
                    <a:pt x="53" y="6"/>
                  </a:lnTo>
                </a:path>
              </a:pathLst>
            </a:custGeom>
            <a:grpFill/>
            <a:ln>
              <a:noFill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8C6A5426-CDE5-4A9A-A2DE-4762493B25D5}" type="datetime1">
              <a:rPr lang="en-US" smtClean="0"/>
              <a:pPr/>
              <a:t>5/16/2016</a:t>
            </a:fld>
            <a:endParaRPr lang="en-US"/>
          </a:p>
        </p:txBody>
      </p:sp>
      <p:sp>
        <p:nvSpPr>
          <p:cNvPr id="15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74673C52-BC4E-4C96-AFCF-B2E7CF5882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5" name="Text Placeholder 30"/>
          <p:cNvSpPr>
            <a:spLocks noGrp="1"/>
          </p:cNvSpPr>
          <p:nvPr>
            <p:ph type="body" idx="1"/>
          </p:nvPr>
        </p:nvSpPr>
        <p:spPr>
          <a:xfrm>
            <a:off x="838200" y="1609417"/>
            <a:ext cx="10515600" cy="4558022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26" name="Title Placeholder 2"/>
          <p:cNvSpPr>
            <a:spLocks noGrp="1"/>
          </p:cNvSpPr>
          <p:nvPr>
            <p:ph type="title"/>
          </p:nvPr>
        </p:nvSpPr>
        <p:spPr>
          <a:xfrm>
            <a:off x="838200" y="320040"/>
            <a:ext cx="10515598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044128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800" b="0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" panose="05000000000000000000" pitchFamily="2" charset="2"/>
        <a:buChar char="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 panose="05000000000000000000" pitchFamily="2" charset="2"/>
        <a:buChar char="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pos="528" userDrawn="1">
          <p15:clr>
            <a:srgbClr val="F26B43"/>
          </p15:clr>
        </p15:guide>
        <p15:guide id="4" orient="horz" pos="3888" userDrawn="1">
          <p15:clr>
            <a:srgbClr val="F26B43"/>
          </p15:clr>
        </p15:guide>
        <p15:guide id="5" orient="horz" pos="101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NULL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odysseyonline.com/money-makes-the-world-go-round" TargetMode="External"/><Relationship Id="rId2" Type="http://schemas.openxmlformats.org/officeDocument/2006/relationships/hyperlink" Target="http://www.telegraph.co.uk/news/worldnews/asia/china/7027377/Third-of-Chinese-primary-school-children-suffer-stress-study-find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762000"/>
            <a:ext cx="8991600" cy="762000"/>
          </a:xfrm>
        </p:spPr>
        <p:txBody>
          <a:bodyPr/>
          <a:lstStyle/>
          <a:p>
            <a:r>
              <a:rPr lang="en-US" dirty="0" smtClean="0"/>
              <a:t>Hello my name is karen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676400"/>
            <a:ext cx="4800600" cy="49969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57400" y="4258958"/>
            <a:ext cx="1752600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 smtClean="0"/>
              <a:t>Candidate 2008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71870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2057401"/>
            <a:ext cx="533400" cy="533399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2293642"/>
            <a:ext cx="609600" cy="609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955" y="2057401"/>
            <a:ext cx="464245" cy="46524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745" y="1905000"/>
            <a:ext cx="508770" cy="50877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522" y="2164922"/>
            <a:ext cx="578278" cy="57827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373" y="2095059"/>
            <a:ext cx="503027" cy="51979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582113"/>
            <a:ext cx="465887" cy="46588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773" b="-14197"/>
          <a:stretch/>
        </p:blipFill>
        <p:spPr>
          <a:xfrm>
            <a:off x="3141857" y="2136931"/>
            <a:ext cx="515743" cy="60626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2315069"/>
            <a:ext cx="504331" cy="504331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Who are they?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438400" y="2667000"/>
            <a:ext cx="76200" cy="76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14216" y1="32508" x2="16993" y2="82353"/>
                        <a14:foregroundMark x1="16993" y1="82353" x2="16993" y2="82353"/>
                        <a14:foregroundMark x1="25654" y1="28483" x2="23693" y2="84520"/>
                        <a14:foregroundMark x1="33333" y1="37461" x2="34804" y2="84211"/>
                        <a14:foregroundMark x1="42647" y1="29412" x2="39542" y2="82663"/>
                        <a14:foregroundMark x1="49837" y1="34675" x2="49837" y2="82972"/>
                        <a14:foregroundMark x1="58987" y1="25697" x2="57680" y2="81734"/>
                        <a14:foregroundMark x1="65523" y1="30341" x2="64542" y2="78328"/>
                        <a14:foregroundMark x1="75327" y1="34985" x2="71895" y2="51084"/>
                        <a14:foregroundMark x1="72876" y1="33127" x2="73856" y2="52632"/>
                        <a14:foregroundMark x1="42320" y1="34985" x2="40359" y2="26935"/>
                        <a14:foregroundMark x1="18301" y1="58514" x2="15523" y2="44582"/>
                        <a14:foregroundMark x1="25980" y1="67183" x2="25980" y2="67183"/>
                        <a14:foregroundMark x1="26307" y1="75232" x2="26307" y2="75232"/>
                        <a14:foregroundMark x1="26307" y1="81424" x2="26307" y2="81424"/>
                        <a14:foregroundMark x1="18627" y1="51084" x2="18627" y2="51084"/>
                        <a14:foregroundMark x1="18464" y1="83282" x2="18464" y2="83282"/>
                        <a14:foregroundMark x1="19608" y1="85449" x2="19608" y2="85449"/>
                        <a14:foregroundMark x1="15359" y1="85449" x2="15359" y2="85449"/>
                        <a14:foregroundMark x1="26961" y1="84520" x2="26961" y2="84520"/>
                        <a14:foregroundMark x1="40196" y1="84520" x2="40196" y2="84520"/>
                        <a14:foregroundMark x1="42647" y1="81424" x2="42647" y2="81424"/>
                        <a14:foregroundMark x1="42647" y1="83901" x2="42647" y2="839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98" y="461951"/>
            <a:ext cx="10981102" cy="578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3.7037E-7 L 6.25E-7 0.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551063" y="3962400"/>
            <a:ext cx="9089874" cy="1101248"/>
          </a:xfrm>
        </p:spPr>
        <p:txBody>
          <a:bodyPr>
            <a:noAutofit/>
          </a:bodyPr>
          <a:lstStyle/>
          <a:p>
            <a:r>
              <a:rPr lang="en-US" sz="8000" dirty="0" smtClean="0">
                <a:ln w="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Cultural</a:t>
            </a:r>
            <a:r>
              <a:rPr lang="en-US" sz="80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endParaRPr lang="en-US" sz="80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559396" y="838200"/>
            <a:ext cx="9073208" cy="2868168"/>
          </a:xfrm>
        </p:spPr>
        <p:txBody>
          <a:bodyPr/>
          <a:lstStyle/>
          <a:p>
            <a:r>
              <a:rPr lang="en-US" dirty="0" smtClean="0"/>
              <a:t>Does one size fit all when it comes to stress?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38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/>
        </p:nvSpPr>
        <p:spPr>
          <a:xfrm rot="10800000">
            <a:off x="3124200" y="1524000"/>
            <a:ext cx="5867400" cy="4652664"/>
          </a:xfrm>
          <a:prstGeom prst="triangle">
            <a:avLst/>
          </a:prstGeom>
          <a:blipFill>
            <a:blip r:embed="rId2"/>
            <a:tile tx="0" ty="0" sx="100000" sy="100000" flip="none" algn="tl"/>
          </a:blipFill>
          <a:ln w="3175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 rot="20213381">
            <a:off x="2243419" y="1211793"/>
            <a:ext cx="2661028" cy="93505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Different cultures have different expectations 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43000" y="-112542"/>
            <a:ext cx="97536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7200" b="1" dirty="0" smtClean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Thesis / concession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2400" y="5410200"/>
            <a:ext cx="42672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2400" dirty="0" smtClean="0"/>
              <a:t>everyone </a:t>
            </a:r>
            <a:r>
              <a:rPr lang="en-US" sz="2400" dirty="0"/>
              <a:t>has stress. </a:t>
            </a:r>
          </a:p>
        </p:txBody>
      </p:sp>
      <p:sp>
        <p:nvSpPr>
          <p:cNvPr id="7" name="TextBox 6"/>
          <p:cNvSpPr txBox="1"/>
          <p:nvPr/>
        </p:nvSpPr>
        <p:spPr>
          <a:xfrm rot="877202">
            <a:off x="6741997" y="1205267"/>
            <a:ext cx="3610545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 economic classes have different problems. </a:t>
            </a:r>
          </a:p>
        </p:txBody>
      </p:sp>
    </p:spTree>
    <p:extLst>
      <p:ext uri="{BB962C8B-B14F-4D97-AF65-F5344CB8AC3E}">
        <p14:creationId xmlns:p14="http://schemas.microsoft.com/office/powerpoint/2010/main" val="2960672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93600">
            <a:off x="7413641" y="1867121"/>
            <a:ext cx="4014043" cy="224786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00400" y="228600"/>
            <a:ext cx="6934200" cy="1143000"/>
          </a:xfrm>
        </p:spPr>
        <p:txBody>
          <a:bodyPr/>
          <a:lstStyle/>
          <a:p>
            <a:r>
              <a:rPr lang="en-US" dirty="0" smtClean="0"/>
              <a:t>Why it’s a local problem 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810000"/>
            <a:ext cx="3228975" cy="25831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44574">
            <a:off x="1044178" y="1499937"/>
            <a:ext cx="3263810" cy="244470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810000"/>
            <a:ext cx="4166147" cy="27623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0208" y="1214849"/>
            <a:ext cx="235915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(Zoe 101, 2016)</a:t>
            </a:r>
          </a:p>
        </p:txBody>
      </p:sp>
      <p:sp>
        <p:nvSpPr>
          <p:cNvPr id="15" name="TextBox 14"/>
          <p:cNvSpPr txBox="1"/>
          <p:nvPr/>
        </p:nvSpPr>
        <p:spPr>
          <a:xfrm rot="1569673">
            <a:off x="9078437" y="1767812"/>
            <a:ext cx="274015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(Good Burger,2016)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4420" y="6387671"/>
            <a:ext cx="228295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(volleyball,2016)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5172880"/>
            <a:ext cx="182880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(Books,2016)</a:t>
            </a:r>
          </a:p>
        </p:txBody>
      </p:sp>
    </p:spTree>
    <p:extLst>
      <p:ext uri="{BB962C8B-B14F-4D97-AF65-F5344CB8AC3E}">
        <p14:creationId xmlns:p14="http://schemas.microsoft.com/office/powerpoint/2010/main" val="2552526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844225"/>
            <a:ext cx="11069056" cy="116955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000" b="1" cap="none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CULTURAL EXPECTATIONS</a:t>
            </a:r>
          </a:p>
        </p:txBody>
      </p:sp>
    </p:spTree>
    <p:extLst>
      <p:ext uri="{BB962C8B-B14F-4D97-AF65-F5344CB8AC3E}">
        <p14:creationId xmlns:p14="http://schemas.microsoft.com/office/powerpoint/2010/main" val="307940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“A scientific survey of 9 to 12-year-olds in eastern China found that more than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80 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percent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worried "a lot" about exams, two-thirds feared punishment </a:t>
            </a:r>
            <a:r>
              <a:rPr lang="en-US" dirty="0"/>
              <a:t>by their teachers and almost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three-quarters</a:t>
            </a:r>
            <a:r>
              <a:rPr lang="en-US" dirty="0"/>
              <a:t> reported fearing physical punishment from their parents.” </a:t>
            </a:r>
            <a:r>
              <a:rPr lang="en-US" dirty="0" smtClean="0"/>
              <a:t>(Telegraph, </a:t>
            </a:r>
            <a:r>
              <a:rPr lang="en-US" dirty="0"/>
              <a:t>2010)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WHAT IS EXPECTED OF YOU?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706123"/>
            <a:ext cx="3048000" cy="20919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83742" y="5944484"/>
            <a:ext cx="245400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China Kids, 2016)</a:t>
            </a:r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2747950236"/>
              </p:ext>
            </p:extLst>
          </p:nvPr>
        </p:nvGraphicFramePr>
        <p:xfrm>
          <a:off x="5905758" y="3255161"/>
          <a:ext cx="5616050" cy="3201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280578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5571" y="2844225"/>
            <a:ext cx="9260869" cy="116955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000" b="1" cap="none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ECONOMIC CLASSES</a:t>
            </a:r>
            <a:endParaRPr lang="en-US" sz="70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150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67000" y="-135374"/>
            <a:ext cx="6934200" cy="1143000"/>
          </a:xfrm>
        </p:spPr>
        <p:txBody>
          <a:bodyPr/>
          <a:lstStyle/>
          <a:p>
            <a:r>
              <a:rPr lang="en-US" dirty="0" smtClean="0"/>
              <a:t>MO’ money less problems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6520" y="3733800"/>
            <a:ext cx="3549359" cy="17220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5695797"/>
            <a:ext cx="495300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(Money 1, 2016)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307" y="1007626"/>
            <a:ext cx="5152693" cy="5090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0" y="6178820"/>
            <a:ext cx="312420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 smtClean="0"/>
              <a:t>(Karen parker, 2016)</a:t>
            </a:r>
          </a:p>
        </p:txBody>
      </p:sp>
    </p:spTree>
    <p:extLst>
      <p:ext uri="{BB962C8B-B14F-4D97-AF65-F5344CB8AC3E}">
        <p14:creationId xmlns:p14="http://schemas.microsoft.com/office/powerpoint/2010/main" val="310324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9150" y="2844225"/>
            <a:ext cx="10993715" cy="116955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0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STRESS: EVERYONE HAS IT</a:t>
            </a:r>
            <a:endParaRPr lang="en-US" sz="70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14342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271798"/>
            <a:ext cx="10591800" cy="2590800"/>
          </a:xfrm>
        </p:spPr>
        <p:txBody>
          <a:bodyPr/>
          <a:lstStyle/>
          <a:p>
            <a:r>
              <a:rPr lang="en-US" dirty="0"/>
              <a:t>“Stress is simply a fact of human nature. It is a normal, unavoidable part of living. </a:t>
            </a:r>
            <a:r>
              <a:rPr lang="en-US" b="1" dirty="0"/>
              <a:t>Stress is something that most people experience on a daily basis. </a:t>
            </a:r>
            <a:r>
              <a:rPr lang="en-US" dirty="0"/>
              <a:t>Stress is defined as our reaction to events, environmental or internal, that are associated with substantial adaptive demands that tax or exceed our adaptive resources.” (David J. Fischer, 2013)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114800" y="0"/>
            <a:ext cx="4343400" cy="1143000"/>
          </a:xfrm>
        </p:spPr>
        <p:txBody>
          <a:bodyPr/>
          <a:lstStyle/>
          <a:p>
            <a:r>
              <a:rPr lang="en-US" dirty="0" smtClean="0"/>
              <a:t>One size fits all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55" r="800"/>
          <a:stretch/>
        </p:blipFill>
        <p:spPr>
          <a:xfrm>
            <a:off x="1371600" y="3733800"/>
            <a:ext cx="7772400" cy="27131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77400" y="5905606"/>
            <a:ext cx="235955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 smtClean="0"/>
              <a:t>(A lot of men, 2016)</a:t>
            </a:r>
            <a:endParaRPr lang="en-US" sz="18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408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33600" y="2133600"/>
            <a:ext cx="7696200" cy="1508760"/>
          </a:xfrm>
          <a:effectLst>
            <a:reflection blurRad="6350" stA="50000" endA="295" endPos="92000" dist="101600" dir="5400000" sy="-100000" algn="bl" rotWithShape="0"/>
          </a:effectLst>
        </p:spPr>
        <p:txBody>
          <a:bodyPr>
            <a:noAutofit/>
          </a:bodyPr>
          <a:lstStyle/>
          <a:p>
            <a:r>
              <a:rPr lang="en-US" sz="9900" dirty="0" smtClean="0"/>
              <a:t>Reflectio</a:t>
            </a:r>
            <a:r>
              <a:rPr lang="en-US" sz="9900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604515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609417"/>
            <a:ext cx="10744200" cy="4558022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About Dr. David J. Fischer. (2013). Retrieved April 21, 2016, from http://www.columbiapsychiatric.com/about-dr-david-j-fischer.html </a:t>
            </a:r>
          </a:p>
          <a:p>
            <a:pPr lvl="0"/>
            <a:r>
              <a:rPr lang="en-US" dirty="0"/>
              <a:t>About Telegraph. (2016). Editorial and commercial guidelines. Retrieved April 21, 2016, from http://www.telegraph.co.uk/topics/about-us/11570701/Editorial-and-commercial-guidelines.html </a:t>
            </a:r>
          </a:p>
          <a:p>
            <a:r>
              <a:rPr lang="en-US" dirty="0" err="1"/>
              <a:t>Asain</a:t>
            </a:r>
            <a:r>
              <a:rPr lang="en-US" dirty="0"/>
              <a:t> Family. (2016). Retrieved April 11, 2016, from http://www.dailyherald.com/article/20140928/business/140928693/ </a:t>
            </a:r>
          </a:p>
          <a:p>
            <a:pPr lvl="0"/>
            <a:r>
              <a:rPr lang="en-US" smtClean="0"/>
              <a:t>Telegraph. </a:t>
            </a:r>
            <a:r>
              <a:rPr lang="en-US" dirty="0"/>
              <a:t>(2010, January 19). Third of Chinese primary school children suffer stress, study finds. Retrieved April 21, 2016, from </a:t>
            </a:r>
            <a:r>
              <a:rPr lang="en-US" u="sng" dirty="0">
                <a:hlinkClick r:id="rId2"/>
              </a:rPr>
              <a:t>http://www.telegraph.co.uk/news/worldnews/asia/china/7027377/Third-of-Chinese-primary-school-children-suffer-stress-study-finds.html</a:t>
            </a:r>
            <a:r>
              <a:rPr lang="en-US" dirty="0"/>
              <a:t>  </a:t>
            </a:r>
          </a:p>
          <a:p>
            <a:r>
              <a:rPr lang="en-US" dirty="0"/>
              <a:t>Books. (2016). Retrieved April 11, 2016, from http://previews.123rf.com/images/dirkercken/dirkercken1010/dirkercken101000004/8012927-school-books-on-a-stack-educational-textbooks-wih-text-education-leads-to-knowledge-Stock-Photo.jpg </a:t>
            </a:r>
          </a:p>
          <a:p>
            <a:r>
              <a:rPr lang="en-US" dirty="0"/>
              <a:t>China Kids. (2016). Retrieved April 11, 2016, from http://www.chinadaily.com.cn/china/2007-05/13/content_871182.htm </a:t>
            </a:r>
          </a:p>
          <a:p>
            <a:r>
              <a:rPr lang="en-US" dirty="0"/>
              <a:t>Culture. (2016). Retrieved April 11, 2016, from http://www.forbes.com/sites/lizadonnelly/2012/08/17/cartoons-by-women-around-the-world-are-a-needed-perspective/#12e5a3fe8962 </a:t>
            </a:r>
          </a:p>
          <a:p>
            <a:r>
              <a:rPr lang="en-US" dirty="0" smtClean="0"/>
              <a:t>Good </a:t>
            </a:r>
            <a:r>
              <a:rPr lang="en-US" dirty="0"/>
              <a:t>Burger. (2016). Retrieved April 11, 2016, from https://i.ytimg.com/vi/odQQ4jgGpFU/maxresdefault.jpg </a:t>
            </a:r>
          </a:p>
          <a:p>
            <a:r>
              <a:rPr lang="en-US" dirty="0"/>
              <a:t>Many Men. (2016). Retrieved April 11, 2016, from http://www.slideshare.net/asist_org/rolando-beyond-metadatardap2015updated </a:t>
            </a:r>
          </a:p>
          <a:p>
            <a:r>
              <a:rPr lang="en-US" dirty="0" smtClean="0"/>
              <a:t>Money</a:t>
            </a:r>
            <a:r>
              <a:rPr lang="en-US" dirty="0"/>
              <a:t>. (2016). Retrieved April 11, 2016, from </a:t>
            </a:r>
            <a:r>
              <a:rPr lang="en-US" u="sng" dirty="0">
                <a:hlinkClick r:id="rId3"/>
              </a:rPr>
              <a:t>https://</a:t>
            </a:r>
            <a:r>
              <a:rPr lang="en-US" u="sng" dirty="0" smtClean="0">
                <a:hlinkClick r:id="rId3"/>
              </a:rPr>
              <a:t>www.theodysseyonline.com/money-makes-the-world-go-round</a:t>
            </a:r>
            <a:endParaRPr lang="en-US" dirty="0"/>
          </a:p>
          <a:p>
            <a:r>
              <a:rPr lang="en-US" dirty="0" smtClean="0"/>
              <a:t>Parker</a:t>
            </a:r>
            <a:r>
              <a:rPr lang="en-US" dirty="0"/>
              <a:t>, K. (2012, August 27). Yes, the Rich Are Different. Retrieved April 21, 2016, from http://www.pewsocialtrends.org/2012/08/27/yes-the-rich-are-different/ </a:t>
            </a:r>
          </a:p>
          <a:p>
            <a:r>
              <a:rPr lang="en-US" dirty="0" err="1"/>
              <a:t>Vollyball</a:t>
            </a:r>
            <a:r>
              <a:rPr lang="en-US" dirty="0"/>
              <a:t>. (2016). Retrieved April 11, 2016, from http://thestir.cafemom.com/tweens_teens/175281/girl_is_too_pretty_to </a:t>
            </a:r>
          </a:p>
          <a:p>
            <a:r>
              <a:rPr lang="en-US" dirty="0"/>
              <a:t>Zoe 101. (2016). Retrieved April 11, 2016, from http://zoey101.wikia.com/wiki/Season_1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725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Cheers design templat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heers design template" id="{EA53D6B0-FEE0-4DA1-9F61-74B6D0789E7F}" vid="{6E928643-8FFA-49A4-B8D6-6FEF41C8B5F6}"/>
    </a:ext>
  </a:extLst>
</a:theme>
</file>

<file path=ppt/theme/theme2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9AE6F49-95DA-42EB-A0AF-1B0AAB7EB9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Cheers design slides</Template>
  <TotalTime>0</TotalTime>
  <Words>323</Words>
  <Application>Microsoft Office PowerPoint</Application>
  <PresentationFormat>Widescreen</PresentationFormat>
  <Paragraphs>43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Century Gothic</vt:lpstr>
      <vt:lpstr>Wingdings</vt:lpstr>
      <vt:lpstr>Wingdings 2</vt:lpstr>
      <vt:lpstr>Cheers design template</vt:lpstr>
      <vt:lpstr>Hello my name is karen </vt:lpstr>
      <vt:lpstr>Who are they?</vt:lpstr>
      <vt:lpstr>Does one size fit all when it comes to stress? </vt:lpstr>
      <vt:lpstr>PowerPoint Presentation</vt:lpstr>
      <vt:lpstr>Why it’s a local problem </vt:lpstr>
      <vt:lpstr>PowerPoint Presentation</vt:lpstr>
      <vt:lpstr>WHAT IS EXPECTED OF YOU?</vt:lpstr>
      <vt:lpstr>PowerPoint Presentation</vt:lpstr>
      <vt:lpstr>MO’ money less problems</vt:lpstr>
      <vt:lpstr>PowerPoint Presentation</vt:lpstr>
      <vt:lpstr>One size fits all</vt:lpstr>
      <vt:lpstr>Reflection</vt:lpstr>
      <vt:lpstr>References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2016-04-13T16:48:44Z</dcterms:created>
  <dcterms:modified xsi:type="dcterms:W3CDTF">2016-05-16T16:48:32Z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TC034605059991</vt:lpwstr>
  </property>
</Properties>
</file>