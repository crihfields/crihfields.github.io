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65" r:id="rId6"/>
    <p:sldId id="260" r:id="rId7"/>
    <p:sldId id="261" r:id="rId8"/>
    <p:sldId id="264" r:id="rId9"/>
    <p:sldId id="263" r:id="rId10"/>
    <p:sldId id="257" r:id="rId11"/>
    <p:sldId id="258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5C2E"/>
    <a:srgbClr val="E1DECF"/>
    <a:srgbClr val="DDDCDA"/>
    <a:srgbClr val="0099CC"/>
    <a:srgbClr val="003399"/>
    <a:srgbClr val="91A4AD"/>
    <a:srgbClr val="5DA281"/>
    <a:srgbClr val="CC0066"/>
    <a:srgbClr val="6C7874"/>
    <a:srgbClr val="9AC6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45A1B3-BBB4-430D-9A95-D81466156E1E}" v="52" dt="2022-05-10T14:00:29.594"/>
    <p1510:client id="{81B2DD29-9E85-8EBC-1B24-DE5EF26673B5}" v="4" dt="2022-05-10T16:03:24.574"/>
    <p1510:client id="{BC7D0F35-C448-4F09-8A99-473D28304A51}" v="49" dt="2022-05-10T18:14:13.980"/>
    <p1510:client id="{C1425919-F238-44C0-9A81-976BBC5F83C0}" v="52" dt="2022-05-10T12:22:41.871"/>
    <p1510:client id="{E9DD12B2-4962-D0EB-FD9E-3B1C17E77326}" v="3" dt="2022-05-10T16:05:36.5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67" d="100"/>
          <a:sy n="67" d="100"/>
        </p:scale>
        <p:origin x="4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ext, letter&#10;&#10;Description automatically generated">
            <a:extLst>
              <a:ext uri="{FF2B5EF4-FFF2-40B4-BE49-F238E27FC236}">
                <a16:creationId xmlns:a16="http://schemas.microsoft.com/office/drawing/2014/main" id="{9F48BAFB-4CF7-499E-83F5-E0E2F4F0755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b="25000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latin typeface="Felix Titling" panose="04060505060202020A04" pitchFamily="82" charset="0"/>
                <a:cs typeface="Arabic Typesetting" panose="020B0604020202020204" pitchFamily="66" charset="-78"/>
              </a:rPr>
              <a:t>A-Level Global Essay Blocking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022880"/>
            <a:ext cx="9144000" cy="1098395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FF"/>
                </a:solidFill>
                <a:latin typeface="Gabriola" panose="04040605051002020D02" pitchFamily="82" charset="0"/>
              </a:rPr>
              <a:t>By: Blair Button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picture containing text, businesscard&#10;&#10;Description automatically generated">
            <a:extLst>
              <a:ext uri="{FF2B5EF4-FFF2-40B4-BE49-F238E27FC236}">
                <a16:creationId xmlns:a16="http://schemas.microsoft.com/office/drawing/2014/main" id="{5D7CE7F9-51D8-4517-93C9-8D85A32D94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9217" b="13243"/>
          <a:stretch/>
        </p:blipFill>
        <p:spPr>
          <a:xfrm>
            <a:off x="-1504" y="41820"/>
            <a:ext cx="12191980" cy="685671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7EFFBA9-E278-4C30-9E1C-081D4320613E}"/>
              </a:ext>
            </a:extLst>
          </p:cNvPr>
          <p:cNvSpPr/>
          <p:nvPr/>
        </p:nvSpPr>
        <p:spPr>
          <a:xfrm>
            <a:off x="4933949" y="4019550"/>
            <a:ext cx="3581401" cy="600076"/>
          </a:xfrm>
          <a:prstGeom prst="rect">
            <a:avLst/>
          </a:prstGeom>
          <a:solidFill>
            <a:srgbClr val="DDDCDA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9ABE54-7360-4B98-99DE-4D04BE816621}"/>
              </a:ext>
            </a:extLst>
          </p:cNvPr>
          <p:cNvSpPr/>
          <p:nvPr/>
        </p:nvSpPr>
        <p:spPr>
          <a:xfrm>
            <a:off x="5019674" y="4619626"/>
            <a:ext cx="3705226" cy="600076"/>
          </a:xfrm>
          <a:prstGeom prst="rect">
            <a:avLst/>
          </a:prstGeom>
          <a:solidFill>
            <a:srgbClr val="E1DECF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E67C8D-E592-44B4-B2EE-D146C76C3ABC}"/>
              </a:ext>
            </a:extLst>
          </p:cNvPr>
          <p:cNvSpPr/>
          <p:nvPr/>
        </p:nvSpPr>
        <p:spPr>
          <a:xfrm>
            <a:off x="5019674" y="5353050"/>
            <a:ext cx="3581401" cy="600076"/>
          </a:xfrm>
          <a:prstGeom prst="rect">
            <a:avLst/>
          </a:prstGeom>
          <a:solidFill>
            <a:srgbClr val="DDDCDA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46D1CB-23E5-44DB-95EE-F4D788F8DDBB}"/>
              </a:ext>
            </a:extLst>
          </p:cNvPr>
          <p:cNvSpPr/>
          <p:nvPr/>
        </p:nvSpPr>
        <p:spPr>
          <a:xfrm>
            <a:off x="5576651" y="3850185"/>
            <a:ext cx="2031325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ldhabi" panose="020B0604020202020204" pitchFamily="2" charset="-78"/>
                <a:cs typeface="Aldhabi" panose="020B0604020202020204" pitchFamily="2" charset="-78"/>
              </a:rPr>
              <a:t>OVERVIEW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D9BEE9-8F03-4987-A9B3-566CE4A21662}"/>
              </a:ext>
            </a:extLst>
          </p:cNvPr>
          <p:cNvSpPr/>
          <p:nvPr/>
        </p:nvSpPr>
        <p:spPr>
          <a:xfrm>
            <a:off x="6489649" y="4368253"/>
            <a:ext cx="47000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ldhabi" panose="020B0604020202020204" pitchFamily="2" charset="-78"/>
                <a:cs typeface="Aldhabi" panose="020B0604020202020204" pitchFamily="2" charset="-78"/>
              </a:rPr>
              <a:t>of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FE0E5C-F43B-4DB8-B452-23CD4D637CEE}"/>
              </a:ext>
            </a:extLst>
          </p:cNvPr>
          <p:cNvSpPr/>
          <p:nvPr/>
        </p:nvSpPr>
        <p:spPr>
          <a:xfrm>
            <a:off x="4840960" y="5306795"/>
            <a:ext cx="376737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ldhabi" panose="020B0604020202020204" pitchFamily="2" charset="-78"/>
                <a:cs typeface="Aldhabi" panose="020B0604020202020204" pitchFamily="2" charset="-78"/>
              </a:rPr>
              <a:t>SECTIONS OF YOUR PAPER</a:t>
            </a:r>
          </a:p>
        </p:txBody>
      </p:sp>
    </p:spTree>
    <p:extLst>
      <p:ext uri="{BB962C8B-B14F-4D97-AF65-F5344CB8AC3E}">
        <p14:creationId xmlns:p14="http://schemas.microsoft.com/office/powerpoint/2010/main" val="2755913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CD0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7F55EAC-550A-4BDD-9099-3F20B8FA0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C4F5A5F-493F-49AE-89B6-D5AF5EBC8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6724001 w 12192000"/>
              <a:gd name="connsiteY0" fmla="*/ 434021 h 6858000"/>
              <a:gd name="connsiteX1" fmla="*/ 6471155 w 12192000"/>
              <a:gd name="connsiteY1" fmla="*/ 434599 h 6858000"/>
              <a:gd name="connsiteX2" fmla="*/ 5384913 w 12192000"/>
              <a:gd name="connsiteY2" fmla="*/ 497971 h 6858000"/>
              <a:gd name="connsiteX3" fmla="*/ 4818280 w 12192000"/>
              <a:gd name="connsiteY3" fmla="*/ 541802 h 6858000"/>
              <a:gd name="connsiteX4" fmla="*/ 3965428 w 12192000"/>
              <a:gd name="connsiteY4" fmla="*/ 675942 h 6858000"/>
              <a:gd name="connsiteX5" fmla="*/ 3699528 w 12192000"/>
              <a:gd name="connsiteY5" fmla="*/ 770472 h 6858000"/>
              <a:gd name="connsiteX6" fmla="*/ 3438854 w 12192000"/>
              <a:gd name="connsiteY6" fmla="*/ 834899 h 6858000"/>
              <a:gd name="connsiteX7" fmla="*/ 3367443 w 12192000"/>
              <a:gd name="connsiteY7" fmla="*/ 893518 h 6858000"/>
              <a:gd name="connsiteX8" fmla="*/ 3467301 w 12192000"/>
              <a:gd name="connsiteY8" fmla="*/ 953722 h 6858000"/>
              <a:gd name="connsiteX9" fmla="*/ 3889955 w 12192000"/>
              <a:gd name="connsiteY9" fmla="*/ 977486 h 6858000"/>
              <a:gd name="connsiteX10" fmla="*/ 3502135 w 12192000"/>
              <a:gd name="connsiteY10" fmla="*/ 1054062 h 6858000"/>
              <a:gd name="connsiteX11" fmla="*/ 4072832 w 12192000"/>
              <a:gd name="connsiteY11" fmla="*/ 1017622 h 6858000"/>
              <a:gd name="connsiteX12" fmla="*/ 4244099 w 12192000"/>
              <a:gd name="connsiteY12" fmla="*/ 1030825 h 6858000"/>
              <a:gd name="connsiteX13" fmla="*/ 4095475 w 12192000"/>
              <a:gd name="connsiteY13" fmla="*/ 1092084 h 6858000"/>
              <a:gd name="connsiteX14" fmla="*/ 3327386 w 12192000"/>
              <a:gd name="connsiteY14" fmla="*/ 1215660 h 6858000"/>
              <a:gd name="connsiteX15" fmla="*/ 3254813 w 12192000"/>
              <a:gd name="connsiteY15" fmla="*/ 1226749 h 6858000"/>
              <a:gd name="connsiteX16" fmla="*/ 2776427 w 12192000"/>
              <a:gd name="connsiteY16" fmla="*/ 1401552 h 6858000"/>
              <a:gd name="connsiteX17" fmla="*/ 3063226 w 12192000"/>
              <a:gd name="connsiteY17" fmla="*/ 1384124 h 6858000"/>
              <a:gd name="connsiteX18" fmla="*/ 2754945 w 12192000"/>
              <a:gd name="connsiteY18" fmla="*/ 1495025 h 6858000"/>
              <a:gd name="connsiteX19" fmla="*/ 2381061 w 12192000"/>
              <a:gd name="connsiteY19" fmla="*/ 1619658 h 6858000"/>
              <a:gd name="connsiteX20" fmla="*/ 2008336 w 12192000"/>
              <a:gd name="connsiteY20" fmla="*/ 1814527 h 6858000"/>
              <a:gd name="connsiteX21" fmla="*/ 1740695 w 12192000"/>
              <a:gd name="connsiteY21" fmla="*/ 1914337 h 6858000"/>
              <a:gd name="connsiteX22" fmla="*/ 1787720 w 12192000"/>
              <a:gd name="connsiteY22" fmla="*/ 1991970 h 6858000"/>
              <a:gd name="connsiteX23" fmla="*/ 1754048 w 12192000"/>
              <a:gd name="connsiteY23" fmla="*/ 2078049 h 6858000"/>
              <a:gd name="connsiteX24" fmla="*/ 2228951 w 12192000"/>
              <a:gd name="connsiteY24" fmla="*/ 1996721 h 6858000"/>
              <a:gd name="connsiteX25" fmla="*/ 2054781 w 12192000"/>
              <a:gd name="connsiteY25" fmla="*/ 2053228 h 6858000"/>
              <a:gd name="connsiteX26" fmla="*/ 1985693 w 12192000"/>
              <a:gd name="connsiteY26" fmla="*/ 2109207 h 6858000"/>
              <a:gd name="connsiteX27" fmla="*/ 2061168 w 12192000"/>
              <a:gd name="connsiteY27" fmla="*/ 2130859 h 6858000"/>
              <a:gd name="connsiteX28" fmla="*/ 2388026 w 12192000"/>
              <a:gd name="connsiteY28" fmla="*/ 2184726 h 6858000"/>
              <a:gd name="connsiteX29" fmla="*/ 1560719 w 12192000"/>
              <a:gd name="connsiteY29" fmla="*/ 2384876 h 6858000"/>
              <a:gd name="connsiteX30" fmla="*/ 1679734 w 12192000"/>
              <a:gd name="connsiteY30" fmla="*/ 2400191 h 6858000"/>
              <a:gd name="connsiteX31" fmla="*/ 2882089 w 12192000"/>
              <a:gd name="connsiteY31" fmla="*/ 2383292 h 6858000"/>
              <a:gd name="connsiteX32" fmla="*/ 3116638 w 12192000"/>
              <a:gd name="connsiteY32" fmla="*/ 2359528 h 6858000"/>
              <a:gd name="connsiteX33" fmla="*/ 2897765 w 12192000"/>
              <a:gd name="connsiteY33" fmla="*/ 2758243 h 6858000"/>
              <a:gd name="connsiteX34" fmla="*/ 2981367 w 12192000"/>
              <a:gd name="connsiteY34" fmla="*/ 2829008 h 6858000"/>
              <a:gd name="connsiteX35" fmla="*/ 2682955 w 12192000"/>
              <a:gd name="connsiteY35" fmla="*/ 2846436 h 6858000"/>
              <a:gd name="connsiteX36" fmla="*/ 2099485 w 12192000"/>
              <a:gd name="connsiteY36" fmla="*/ 3066653 h 6858000"/>
              <a:gd name="connsiteX37" fmla="*/ 1807460 w 12192000"/>
              <a:gd name="connsiteY37" fmla="*/ 3454808 h 6858000"/>
              <a:gd name="connsiteX38" fmla="*/ 1921251 w 12192000"/>
              <a:gd name="connsiteY38" fmla="*/ 3540889 h 6858000"/>
              <a:gd name="connsiteX39" fmla="*/ 1453313 w 12192000"/>
              <a:gd name="connsiteY39" fmla="*/ 3637002 h 6858000"/>
              <a:gd name="connsiteX40" fmla="*/ 1686122 w 12192000"/>
              <a:gd name="connsiteY40" fmla="*/ 3667634 h 6858000"/>
              <a:gd name="connsiteX41" fmla="*/ 1513692 w 12192000"/>
              <a:gd name="connsiteY41" fmla="*/ 3725196 h 6858000"/>
              <a:gd name="connsiteX42" fmla="*/ 1369711 w 12192000"/>
              <a:gd name="connsiteY42" fmla="*/ 3826063 h 6858000"/>
              <a:gd name="connsiteX43" fmla="*/ 2051298 w 12192000"/>
              <a:gd name="connsiteY43" fmla="*/ 3754242 h 6858000"/>
              <a:gd name="connsiteX44" fmla="*/ 2245207 w 12192000"/>
              <a:gd name="connsiteY44" fmla="*/ 3797018 h 6858000"/>
              <a:gd name="connsiteX45" fmla="*/ 2353192 w 12192000"/>
              <a:gd name="connsiteY45" fmla="*/ 3796489 h 6858000"/>
              <a:gd name="connsiteX46" fmla="*/ 2490207 w 12192000"/>
              <a:gd name="connsiteY46" fmla="*/ 3801242 h 6858000"/>
              <a:gd name="connsiteX47" fmla="*/ 2375835 w 12192000"/>
              <a:gd name="connsiteY47" fmla="*/ 3839794 h 6858000"/>
              <a:gd name="connsiteX48" fmla="*/ 2522138 w 12192000"/>
              <a:gd name="connsiteY48" fmla="*/ 4009841 h 6858000"/>
              <a:gd name="connsiteX49" fmla="*/ 1998466 w 12192000"/>
              <a:gd name="connsiteY49" fmla="*/ 4130778 h 6858000"/>
              <a:gd name="connsiteX50" fmla="*/ 2114580 w 12192000"/>
              <a:gd name="connsiteY50" fmla="*/ 4154543 h 6858000"/>
              <a:gd name="connsiteX51" fmla="*/ 2177862 w 12192000"/>
              <a:gd name="connsiteY51" fmla="*/ 4189925 h 6858000"/>
              <a:gd name="connsiteX52" fmla="*/ 1868419 w 12192000"/>
              <a:gd name="connsiteY52" fmla="*/ 4382153 h 6858000"/>
              <a:gd name="connsiteX53" fmla="*/ 2279460 w 12192000"/>
              <a:gd name="connsiteY53" fmla="*/ 4356805 h 6858000"/>
              <a:gd name="connsiteX54" fmla="*/ 2029817 w 12192000"/>
              <a:gd name="connsiteY54" fmla="*/ 4468235 h 6858000"/>
              <a:gd name="connsiteX55" fmla="*/ 1560137 w 12192000"/>
              <a:gd name="connsiteY55" fmla="*/ 4730172 h 6858000"/>
              <a:gd name="connsiteX56" fmla="*/ 1956664 w 12192000"/>
              <a:gd name="connsiteY56" fmla="*/ 4820477 h 6858000"/>
              <a:gd name="connsiteX57" fmla="*/ 3268168 w 12192000"/>
              <a:gd name="connsiteY57" fmla="*/ 4852692 h 6858000"/>
              <a:gd name="connsiteX58" fmla="*/ 2807197 w 12192000"/>
              <a:gd name="connsiteY58" fmla="*/ 4939300 h 6858000"/>
              <a:gd name="connsiteX59" fmla="*/ 2721272 w 12192000"/>
              <a:gd name="connsiteY59" fmla="*/ 4970458 h 6858000"/>
              <a:gd name="connsiteX60" fmla="*/ 2802552 w 12192000"/>
              <a:gd name="connsiteY60" fmla="*/ 5014291 h 6858000"/>
              <a:gd name="connsiteX61" fmla="*/ 2537812 w 12192000"/>
              <a:gd name="connsiteY61" fmla="*/ 5053898 h 6858000"/>
              <a:gd name="connsiteX62" fmla="*/ 2569744 w 12192000"/>
              <a:gd name="connsiteY62" fmla="*/ 5153182 h 6858000"/>
              <a:gd name="connsiteX63" fmla="*/ 1987436 w 12192000"/>
              <a:gd name="connsiteY63" fmla="*/ 5334320 h 6858000"/>
              <a:gd name="connsiteX64" fmla="*/ 1972921 w 12192000"/>
              <a:gd name="connsiteY64" fmla="*/ 5382376 h 6858000"/>
              <a:gd name="connsiteX65" fmla="*/ 2341001 w 12192000"/>
              <a:gd name="connsiteY65" fmla="*/ 5360725 h 6858000"/>
              <a:gd name="connsiteX66" fmla="*/ 2710822 w 12192000"/>
              <a:gd name="connsiteY66" fmla="*/ 5418816 h 6858000"/>
              <a:gd name="connsiteX67" fmla="*/ 2833903 w 12192000"/>
              <a:gd name="connsiteY67" fmla="*/ 5413007 h 6858000"/>
              <a:gd name="connsiteX68" fmla="*/ 3011556 w 12192000"/>
              <a:gd name="connsiteY68" fmla="*/ 5399276 h 6858000"/>
              <a:gd name="connsiteX69" fmla="*/ 3254233 w 12192000"/>
              <a:gd name="connsiteY69" fmla="*/ 5439412 h 6858000"/>
              <a:gd name="connsiteX70" fmla="*/ 2792101 w 12192000"/>
              <a:gd name="connsiteY70" fmla="*/ 5471625 h 6858000"/>
              <a:gd name="connsiteX71" fmla="*/ 2977303 w 12192000"/>
              <a:gd name="connsiteY71" fmla="*/ 5539751 h 6858000"/>
              <a:gd name="connsiteX72" fmla="*/ 3656566 w 12192000"/>
              <a:gd name="connsiteY72" fmla="*/ 5678642 h 6858000"/>
              <a:gd name="connsiteX73" fmla="*/ 4858340 w 12192000"/>
              <a:gd name="connsiteY73" fmla="*/ 5969625 h 6858000"/>
              <a:gd name="connsiteX74" fmla="*/ 5296668 w 12192000"/>
              <a:gd name="connsiteY74" fmla="*/ 6043559 h 6858000"/>
              <a:gd name="connsiteX75" fmla="*/ 5456323 w 12192000"/>
              <a:gd name="connsiteY75" fmla="*/ 6042502 h 6858000"/>
              <a:gd name="connsiteX76" fmla="*/ 5267058 w 12192000"/>
              <a:gd name="connsiteY76" fmla="*/ 6100066 h 6858000"/>
              <a:gd name="connsiteX77" fmla="*/ 7095266 w 12192000"/>
              <a:gd name="connsiteY77" fmla="*/ 6287541 h 6858000"/>
              <a:gd name="connsiteX78" fmla="*/ 9707235 w 12192000"/>
              <a:gd name="connsiteY78" fmla="*/ 5994446 h 6858000"/>
              <a:gd name="connsiteX79" fmla="*/ 10083442 w 12192000"/>
              <a:gd name="connsiteY79" fmla="*/ 5678642 h 6858000"/>
              <a:gd name="connsiteX80" fmla="*/ 10338892 w 12192000"/>
              <a:gd name="connsiteY80" fmla="*/ 4650957 h 6858000"/>
              <a:gd name="connsiteX81" fmla="*/ 10628013 w 12192000"/>
              <a:gd name="connsiteY81" fmla="*/ 4411198 h 6858000"/>
              <a:gd name="connsiteX82" fmla="*/ 10802766 w 12192000"/>
              <a:gd name="connsiteY82" fmla="*/ 4258050 h 6858000"/>
              <a:gd name="connsiteX83" fmla="*/ 10614662 w 12192000"/>
              <a:gd name="connsiteY83" fmla="*/ 4150318 h 6858000"/>
              <a:gd name="connsiteX84" fmla="*/ 10681427 w 12192000"/>
              <a:gd name="connsiteY84" fmla="*/ 4054203 h 6858000"/>
              <a:gd name="connsiteX85" fmla="*/ 10520029 w 12192000"/>
              <a:gd name="connsiteY85" fmla="*/ 3804411 h 6858000"/>
              <a:gd name="connsiteX86" fmla="*/ 10568798 w 12192000"/>
              <a:gd name="connsiteY86" fmla="*/ 3466426 h 6858000"/>
              <a:gd name="connsiteX87" fmla="*/ 10499709 w 12192000"/>
              <a:gd name="connsiteY87" fmla="*/ 3166465 h 6858000"/>
              <a:gd name="connsiteX88" fmla="*/ 10489840 w 12192000"/>
              <a:gd name="connsiteY88" fmla="*/ 2546475 h 6858000"/>
              <a:gd name="connsiteX89" fmla="*/ 10584471 w 12192000"/>
              <a:gd name="connsiteY89" fmla="*/ 2512148 h 6858000"/>
              <a:gd name="connsiteX90" fmla="*/ 10695942 w 12192000"/>
              <a:gd name="connsiteY90" fmla="*/ 2358471 h 6858000"/>
              <a:gd name="connsiteX91" fmla="*/ 10732516 w 12192000"/>
              <a:gd name="connsiteY91" fmla="*/ 2287706 h 6858000"/>
              <a:gd name="connsiteX92" fmla="*/ 10731357 w 12192000"/>
              <a:gd name="connsiteY92" fmla="*/ 2137725 h 6858000"/>
              <a:gd name="connsiteX93" fmla="*/ 10678525 w 12192000"/>
              <a:gd name="connsiteY93" fmla="*/ 2070656 h 6858000"/>
              <a:gd name="connsiteX94" fmla="*/ 10735999 w 12192000"/>
              <a:gd name="connsiteY94" fmla="*/ 1956587 h 6858000"/>
              <a:gd name="connsiteX95" fmla="*/ 10824246 w 12192000"/>
              <a:gd name="connsiteY95" fmla="*/ 1862584 h 6858000"/>
              <a:gd name="connsiteX96" fmla="*/ 10773156 w 12192000"/>
              <a:gd name="connsiteY96" fmla="*/ 1768054 h 6858000"/>
              <a:gd name="connsiteX97" fmla="*/ 10716261 w 12192000"/>
              <a:gd name="connsiteY97" fmla="*/ 1678278 h 6858000"/>
              <a:gd name="connsiteX98" fmla="*/ 10554864 w 12192000"/>
              <a:gd name="connsiteY98" fmla="*/ 1477599 h 6858000"/>
              <a:gd name="connsiteX99" fmla="*/ 10267483 w 12192000"/>
              <a:gd name="connsiteY99" fmla="*/ 1324977 h 6858000"/>
              <a:gd name="connsiteX100" fmla="*/ 9913337 w 12192000"/>
              <a:gd name="connsiteY100" fmla="*/ 1202458 h 6858000"/>
              <a:gd name="connsiteX101" fmla="*/ 10024805 w 12192000"/>
              <a:gd name="connsiteY101" fmla="*/ 1124827 h 6858000"/>
              <a:gd name="connsiteX102" fmla="*/ 9411726 w 12192000"/>
              <a:gd name="connsiteY102" fmla="*/ 980655 h 6858000"/>
              <a:gd name="connsiteX103" fmla="*/ 9930753 w 12192000"/>
              <a:gd name="connsiteY103" fmla="*/ 901968 h 6858000"/>
              <a:gd name="connsiteX104" fmla="*/ 9894178 w 12192000"/>
              <a:gd name="connsiteY104" fmla="*/ 871339 h 6858000"/>
              <a:gd name="connsiteX105" fmla="*/ 9858182 w 12192000"/>
              <a:gd name="connsiteY105" fmla="*/ 839125 h 6858000"/>
              <a:gd name="connsiteX106" fmla="*/ 10131050 w 12192000"/>
              <a:gd name="connsiteY106" fmla="*/ 792652 h 6858000"/>
              <a:gd name="connsiteX107" fmla="*/ 10006808 w 12192000"/>
              <a:gd name="connsiteY107" fmla="*/ 731920 h 6858000"/>
              <a:gd name="connsiteX108" fmla="*/ 10233809 w 12192000"/>
              <a:gd name="connsiteY108" fmla="*/ 710268 h 6858000"/>
              <a:gd name="connsiteX109" fmla="*/ 10267483 w 12192000"/>
              <a:gd name="connsiteY109" fmla="*/ 628940 h 6858000"/>
              <a:gd name="connsiteX110" fmla="*/ 10136275 w 12192000"/>
              <a:gd name="connsiteY110" fmla="*/ 589333 h 6858000"/>
              <a:gd name="connsiteX111" fmla="*/ 9131312 w 12192000"/>
              <a:gd name="connsiteY111" fmla="*/ 480544 h 6858000"/>
              <a:gd name="connsiteX112" fmla="*/ 7479600 w 12192000"/>
              <a:gd name="connsiteY112" fmla="*/ 454667 h 6858000"/>
              <a:gd name="connsiteX113" fmla="*/ 6724001 w 12192000"/>
              <a:gd name="connsiteY113" fmla="*/ 434021 h 6858000"/>
              <a:gd name="connsiteX114" fmla="*/ 0 w 12192000"/>
              <a:gd name="connsiteY114" fmla="*/ 0 h 6858000"/>
              <a:gd name="connsiteX115" fmla="*/ 12192000 w 12192000"/>
              <a:gd name="connsiteY115" fmla="*/ 0 h 6858000"/>
              <a:gd name="connsiteX116" fmla="*/ 12192000 w 12192000"/>
              <a:gd name="connsiteY116" fmla="*/ 6858000 h 6858000"/>
              <a:gd name="connsiteX117" fmla="*/ 0 w 12192000"/>
              <a:gd name="connsiteY11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12192000" h="6858000">
                <a:moveTo>
                  <a:pt x="6724001" y="434021"/>
                </a:moveTo>
                <a:cubicBezTo>
                  <a:pt x="6639882" y="433113"/>
                  <a:pt x="6555627" y="433147"/>
                  <a:pt x="6471155" y="434599"/>
                </a:cubicBezTo>
                <a:cubicBezTo>
                  <a:pt x="6109461" y="440937"/>
                  <a:pt x="5748349" y="439351"/>
                  <a:pt x="5384913" y="497971"/>
                </a:cubicBezTo>
                <a:cubicBezTo>
                  <a:pt x="5199132" y="528072"/>
                  <a:pt x="5005803" y="518038"/>
                  <a:pt x="4818280" y="541802"/>
                </a:cubicBezTo>
                <a:cubicBezTo>
                  <a:pt x="4532641" y="578242"/>
                  <a:pt x="4247003" y="621019"/>
                  <a:pt x="3965428" y="675942"/>
                </a:cubicBezTo>
                <a:cubicBezTo>
                  <a:pt x="3877181" y="693369"/>
                  <a:pt x="3768034" y="703930"/>
                  <a:pt x="3699528" y="770472"/>
                </a:cubicBezTo>
                <a:cubicBezTo>
                  <a:pt x="3590961" y="728224"/>
                  <a:pt x="3523617" y="807966"/>
                  <a:pt x="3438854" y="834899"/>
                </a:cubicBezTo>
                <a:cubicBezTo>
                  <a:pt x="3405761" y="845462"/>
                  <a:pt x="3362218" y="860248"/>
                  <a:pt x="3367443" y="893518"/>
                </a:cubicBezTo>
                <a:cubicBezTo>
                  <a:pt x="3372089" y="935238"/>
                  <a:pt x="3420855" y="962172"/>
                  <a:pt x="3467301" y="953722"/>
                </a:cubicBezTo>
                <a:cubicBezTo>
                  <a:pt x="3611863" y="927317"/>
                  <a:pt x="3741328" y="986464"/>
                  <a:pt x="3889955" y="977486"/>
                </a:cubicBezTo>
                <a:cubicBezTo>
                  <a:pt x="3760488" y="1002836"/>
                  <a:pt x="3631601" y="1028713"/>
                  <a:pt x="3502135" y="1054062"/>
                </a:cubicBezTo>
                <a:cubicBezTo>
                  <a:pt x="3694303" y="1074129"/>
                  <a:pt x="3883568" y="1038218"/>
                  <a:pt x="4072832" y="1017622"/>
                </a:cubicBezTo>
                <a:cubicBezTo>
                  <a:pt x="4133792" y="1011285"/>
                  <a:pt x="4228424" y="962699"/>
                  <a:pt x="4244099" y="1030825"/>
                </a:cubicBezTo>
                <a:cubicBezTo>
                  <a:pt x="4254550" y="1076242"/>
                  <a:pt x="4152951" y="1079410"/>
                  <a:pt x="4095475" y="1092084"/>
                </a:cubicBezTo>
                <a:cubicBezTo>
                  <a:pt x="3841766" y="1146479"/>
                  <a:pt x="3583994" y="1178165"/>
                  <a:pt x="3327386" y="1215660"/>
                </a:cubicBezTo>
                <a:cubicBezTo>
                  <a:pt x="3303001" y="1219357"/>
                  <a:pt x="3271070" y="1216188"/>
                  <a:pt x="3254813" y="1226749"/>
                </a:cubicBezTo>
                <a:cubicBezTo>
                  <a:pt x="3123605" y="1311774"/>
                  <a:pt x="2957563" y="1339765"/>
                  <a:pt x="2776427" y="1401552"/>
                </a:cubicBezTo>
                <a:cubicBezTo>
                  <a:pt x="2890798" y="1430598"/>
                  <a:pt x="2968012" y="1370921"/>
                  <a:pt x="3063226" y="1384124"/>
                </a:cubicBezTo>
                <a:cubicBezTo>
                  <a:pt x="2966272" y="1448024"/>
                  <a:pt x="2853641" y="1460171"/>
                  <a:pt x="2754945" y="1495025"/>
                </a:cubicBezTo>
                <a:cubicBezTo>
                  <a:pt x="2684117" y="1519846"/>
                  <a:pt x="2421119" y="1597477"/>
                  <a:pt x="2381061" y="1619658"/>
                </a:cubicBezTo>
                <a:cubicBezTo>
                  <a:pt x="2260302" y="1688311"/>
                  <a:pt x="2107033" y="1720525"/>
                  <a:pt x="2008336" y="1814527"/>
                </a:cubicBezTo>
                <a:cubicBezTo>
                  <a:pt x="1938668" y="1880540"/>
                  <a:pt x="1822554" y="1868393"/>
                  <a:pt x="1740695" y="1914337"/>
                </a:cubicBezTo>
                <a:cubicBezTo>
                  <a:pt x="1711667" y="1957642"/>
                  <a:pt x="1767982" y="1968733"/>
                  <a:pt x="1787720" y="1991970"/>
                </a:cubicBezTo>
                <a:cubicBezTo>
                  <a:pt x="1813846" y="2023126"/>
                  <a:pt x="1767401" y="2040555"/>
                  <a:pt x="1754048" y="2078049"/>
                </a:cubicBezTo>
                <a:cubicBezTo>
                  <a:pt x="1907898" y="2035802"/>
                  <a:pt x="2054781" y="2010981"/>
                  <a:pt x="2228951" y="1996721"/>
                </a:cubicBezTo>
                <a:cubicBezTo>
                  <a:pt x="2171475" y="2057452"/>
                  <a:pt x="2101807" y="2031048"/>
                  <a:pt x="2054781" y="2053228"/>
                </a:cubicBezTo>
                <a:cubicBezTo>
                  <a:pt x="2024011" y="2067487"/>
                  <a:pt x="1976984" y="2073824"/>
                  <a:pt x="1985693" y="2109207"/>
                </a:cubicBezTo>
                <a:cubicBezTo>
                  <a:pt x="1992660" y="2137196"/>
                  <a:pt x="2032140" y="2133500"/>
                  <a:pt x="2061168" y="2130859"/>
                </a:cubicBezTo>
                <a:cubicBezTo>
                  <a:pt x="2172636" y="2120825"/>
                  <a:pt x="2281202" y="2117656"/>
                  <a:pt x="2388026" y="2184726"/>
                </a:cubicBezTo>
                <a:cubicBezTo>
                  <a:pt x="2116321" y="2282425"/>
                  <a:pt x="1803977" y="2241233"/>
                  <a:pt x="1560719" y="2384876"/>
                </a:cubicBezTo>
                <a:cubicBezTo>
                  <a:pt x="1594973" y="2429237"/>
                  <a:pt x="1643739" y="2405472"/>
                  <a:pt x="1679734" y="2400191"/>
                </a:cubicBezTo>
                <a:cubicBezTo>
                  <a:pt x="1916026" y="2364279"/>
                  <a:pt x="2760170" y="2428180"/>
                  <a:pt x="2882089" y="2383292"/>
                </a:cubicBezTo>
                <a:cubicBezTo>
                  <a:pt x="2956983" y="2355830"/>
                  <a:pt x="3035941" y="2342628"/>
                  <a:pt x="3116638" y="2359528"/>
                </a:cubicBezTo>
                <a:cubicBezTo>
                  <a:pt x="3194434" y="2375898"/>
                  <a:pt x="3174696" y="2605622"/>
                  <a:pt x="2897765" y="2758243"/>
                </a:cubicBezTo>
                <a:cubicBezTo>
                  <a:pt x="2858286" y="2779895"/>
                  <a:pt x="3034779" y="2811053"/>
                  <a:pt x="2981367" y="2829008"/>
                </a:cubicBezTo>
                <a:cubicBezTo>
                  <a:pt x="2939566" y="2843267"/>
                  <a:pt x="2734626" y="2835346"/>
                  <a:pt x="2682955" y="2846436"/>
                </a:cubicBezTo>
                <a:cubicBezTo>
                  <a:pt x="2662635" y="2851188"/>
                  <a:pt x="2040267" y="3029159"/>
                  <a:pt x="2099485" y="3066653"/>
                </a:cubicBezTo>
                <a:cubicBezTo>
                  <a:pt x="2276558" y="3179139"/>
                  <a:pt x="2869897" y="3385098"/>
                  <a:pt x="1807460" y="3454808"/>
                </a:cubicBezTo>
                <a:cubicBezTo>
                  <a:pt x="1841132" y="3495472"/>
                  <a:pt x="1934024" y="3469596"/>
                  <a:pt x="1921251" y="3540889"/>
                </a:cubicBezTo>
                <a:cubicBezTo>
                  <a:pt x="1780173" y="3579440"/>
                  <a:pt x="1617035" y="3577328"/>
                  <a:pt x="1453313" y="3637002"/>
                </a:cubicBezTo>
                <a:cubicBezTo>
                  <a:pt x="1527047" y="3680307"/>
                  <a:pt x="1611808" y="3653902"/>
                  <a:pt x="1686122" y="3667634"/>
                </a:cubicBezTo>
                <a:cubicBezTo>
                  <a:pt x="1644320" y="3722027"/>
                  <a:pt x="1572330" y="3713578"/>
                  <a:pt x="1513692" y="3725196"/>
                </a:cubicBezTo>
                <a:cubicBezTo>
                  <a:pt x="1459700" y="3736286"/>
                  <a:pt x="1345329" y="3830816"/>
                  <a:pt x="1369711" y="3826063"/>
                </a:cubicBezTo>
                <a:cubicBezTo>
                  <a:pt x="1595553" y="3783815"/>
                  <a:pt x="1824877" y="3795434"/>
                  <a:pt x="2051298" y="3754242"/>
                </a:cubicBezTo>
                <a:cubicBezTo>
                  <a:pt x="2126192" y="3740511"/>
                  <a:pt x="2210955" y="3714106"/>
                  <a:pt x="2245207" y="3797018"/>
                </a:cubicBezTo>
                <a:cubicBezTo>
                  <a:pt x="2255659" y="3821310"/>
                  <a:pt x="2248109" y="3829232"/>
                  <a:pt x="2353192" y="3796489"/>
                </a:cubicBezTo>
                <a:cubicBezTo>
                  <a:pt x="2394414" y="3783815"/>
                  <a:pt x="2448988" y="3770085"/>
                  <a:pt x="2490207" y="3801242"/>
                </a:cubicBezTo>
                <a:cubicBezTo>
                  <a:pt x="2464082" y="3840321"/>
                  <a:pt x="2413572" y="3828703"/>
                  <a:pt x="2375835" y="3839794"/>
                </a:cubicBezTo>
                <a:cubicBezTo>
                  <a:pt x="2275978" y="3868311"/>
                  <a:pt x="2619094" y="3977100"/>
                  <a:pt x="2522138" y="4009841"/>
                </a:cubicBezTo>
                <a:cubicBezTo>
                  <a:pt x="2323584" y="4076912"/>
                  <a:pt x="2199343" y="4057372"/>
                  <a:pt x="1998466" y="4130778"/>
                </a:cubicBezTo>
                <a:cubicBezTo>
                  <a:pt x="2066973" y="4129192"/>
                  <a:pt x="2046072" y="4154543"/>
                  <a:pt x="2114580" y="4154543"/>
                </a:cubicBezTo>
                <a:cubicBezTo>
                  <a:pt x="2145350" y="4154543"/>
                  <a:pt x="2177862" y="4160878"/>
                  <a:pt x="2177862" y="4189925"/>
                </a:cubicBezTo>
                <a:cubicBezTo>
                  <a:pt x="2177862" y="4217385"/>
                  <a:pt x="1817330" y="4367895"/>
                  <a:pt x="1868419" y="4382153"/>
                </a:cubicBezTo>
                <a:cubicBezTo>
                  <a:pt x="2007755" y="4420704"/>
                  <a:pt x="2365385" y="4302410"/>
                  <a:pt x="2279460" y="4356805"/>
                </a:cubicBezTo>
                <a:cubicBezTo>
                  <a:pt x="2148834" y="4439716"/>
                  <a:pt x="2129094" y="4456088"/>
                  <a:pt x="2029817" y="4468235"/>
                </a:cubicBezTo>
                <a:cubicBezTo>
                  <a:pt x="1944474" y="4478796"/>
                  <a:pt x="1644320" y="4710633"/>
                  <a:pt x="1560137" y="4730172"/>
                </a:cubicBezTo>
                <a:cubicBezTo>
                  <a:pt x="1485825" y="4747072"/>
                  <a:pt x="1774947" y="4800410"/>
                  <a:pt x="1956664" y="4820477"/>
                </a:cubicBezTo>
                <a:cubicBezTo>
                  <a:pt x="2130256" y="4840017"/>
                  <a:pt x="3101544" y="4789319"/>
                  <a:pt x="3268168" y="4852692"/>
                </a:cubicBezTo>
                <a:cubicBezTo>
                  <a:pt x="3111993" y="4878041"/>
                  <a:pt x="2970336" y="4953030"/>
                  <a:pt x="2807197" y="4939300"/>
                </a:cubicBezTo>
                <a:cubicBezTo>
                  <a:pt x="2773524" y="4936660"/>
                  <a:pt x="2724756" y="4930323"/>
                  <a:pt x="2721272" y="4970458"/>
                </a:cubicBezTo>
                <a:cubicBezTo>
                  <a:pt x="2718369" y="5005313"/>
                  <a:pt x="2788038" y="4981548"/>
                  <a:pt x="2802552" y="5014291"/>
                </a:cubicBezTo>
                <a:cubicBezTo>
                  <a:pt x="2719531" y="5060235"/>
                  <a:pt x="2621415" y="5018515"/>
                  <a:pt x="2537812" y="5053898"/>
                </a:cubicBezTo>
                <a:cubicBezTo>
                  <a:pt x="2491948" y="5099314"/>
                  <a:pt x="2589483" y="5107236"/>
                  <a:pt x="2569744" y="5153182"/>
                </a:cubicBezTo>
                <a:cubicBezTo>
                  <a:pt x="2301522" y="5193845"/>
                  <a:pt x="2252174" y="5268836"/>
                  <a:pt x="1987436" y="5334320"/>
                </a:cubicBezTo>
                <a:cubicBezTo>
                  <a:pt x="1971179" y="5338545"/>
                  <a:pt x="1958407" y="5352274"/>
                  <a:pt x="1972921" y="5382376"/>
                </a:cubicBezTo>
                <a:cubicBezTo>
                  <a:pt x="2087874" y="5396107"/>
                  <a:pt x="2215599" y="5373399"/>
                  <a:pt x="2341001" y="5360725"/>
                </a:cubicBezTo>
                <a:cubicBezTo>
                  <a:pt x="2537812" y="5340129"/>
                  <a:pt x="2533748" y="5339072"/>
                  <a:pt x="2710822" y="5418816"/>
                </a:cubicBezTo>
                <a:cubicBezTo>
                  <a:pt x="2743914" y="5433602"/>
                  <a:pt x="2801390" y="5438355"/>
                  <a:pt x="2833903" y="5413007"/>
                </a:cubicBezTo>
                <a:cubicBezTo>
                  <a:pt x="2896604" y="5364422"/>
                  <a:pt x="2950016" y="5368646"/>
                  <a:pt x="3011556" y="5399276"/>
                </a:cubicBezTo>
                <a:cubicBezTo>
                  <a:pt x="3077160" y="5432547"/>
                  <a:pt x="3171793" y="5391882"/>
                  <a:pt x="3254233" y="5439412"/>
                </a:cubicBezTo>
                <a:cubicBezTo>
                  <a:pt x="3099802" y="5473739"/>
                  <a:pt x="2957563" y="5473739"/>
                  <a:pt x="2792101" y="5471625"/>
                </a:cubicBezTo>
                <a:cubicBezTo>
                  <a:pt x="2846095" y="5537639"/>
                  <a:pt x="2914601" y="5536582"/>
                  <a:pt x="2977303" y="5539751"/>
                </a:cubicBezTo>
                <a:cubicBezTo>
                  <a:pt x="3214174" y="5551898"/>
                  <a:pt x="3601411" y="5660686"/>
                  <a:pt x="3656566" y="5678642"/>
                </a:cubicBezTo>
                <a:cubicBezTo>
                  <a:pt x="4280675" y="5879847"/>
                  <a:pt x="4178497" y="5898332"/>
                  <a:pt x="4858340" y="5969625"/>
                </a:cubicBezTo>
                <a:cubicBezTo>
                  <a:pt x="5261253" y="6011873"/>
                  <a:pt x="4887368" y="6032469"/>
                  <a:pt x="5296668" y="6043559"/>
                </a:cubicBezTo>
                <a:cubicBezTo>
                  <a:pt x="5349500" y="6045143"/>
                  <a:pt x="5402911" y="6044087"/>
                  <a:pt x="5456323" y="6042502"/>
                </a:cubicBezTo>
                <a:cubicBezTo>
                  <a:pt x="5368077" y="6073134"/>
                  <a:pt x="5267058" y="6100066"/>
                  <a:pt x="5267058" y="6100066"/>
                </a:cubicBezTo>
                <a:cubicBezTo>
                  <a:pt x="5267058" y="6100066"/>
                  <a:pt x="5318728" y="6208854"/>
                  <a:pt x="7095266" y="6287541"/>
                </a:cubicBezTo>
                <a:cubicBezTo>
                  <a:pt x="7422124" y="6302329"/>
                  <a:pt x="9563254" y="6024548"/>
                  <a:pt x="9707235" y="5994446"/>
                </a:cubicBezTo>
                <a:cubicBezTo>
                  <a:pt x="9844249" y="5966984"/>
                  <a:pt x="10002164" y="5671247"/>
                  <a:pt x="10083442" y="5678642"/>
                </a:cubicBezTo>
                <a:cubicBezTo>
                  <a:pt x="10103183" y="5653293"/>
                  <a:pt x="10283158" y="5139979"/>
                  <a:pt x="10338892" y="4650957"/>
                </a:cubicBezTo>
                <a:cubicBezTo>
                  <a:pt x="10448618" y="4580718"/>
                  <a:pt x="10551960" y="4503088"/>
                  <a:pt x="10628013" y="4411198"/>
                </a:cubicBezTo>
                <a:cubicBezTo>
                  <a:pt x="10675040" y="4354692"/>
                  <a:pt x="10718003" y="4298185"/>
                  <a:pt x="10802766" y="4258050"/>
                </a:cubicBezTo>
                <a:cubicBezTo>
                  <a:pt x="10755739" y="4203128"/>
                  <a:pt x="10675040" y="4190453"/>
                  <a:pt x="10614662" y="4150318"/>
                </a:cubicBezTo>
                <a:cubicBezTo>
                  <a:pt x="10610017" y="4117046"/>
                  <a:pt x="10705811" y="4127081"/>
                  <a:pt x="10681427" y="4054203"/>
                </a:cubicBezTo>
                <a:cubicBezTo>
                  <a:pt x="10648335" y="3957032"/>
                  <a:pt x="10684328" y="3846131"/>
                  <a:pt x="10520029" y="3804411"/>
                </a:cubicBezTo>
                <a:cubicBezTo>
                  <a:pt x="10476485" y="3709881"/>
                  <a:pt x="10464294" y="3558845"/>
                  <a:pt x="10568798" y="3466426"/>
                </a:cubicBezTo>
                <a:cubicBezTo>
                  <a:pt x="10724388" y="3328592"/>
                  <a:pt x="10699424" y="3240927"/>
                  <a:pt x="10499709" y="3166465"/>
                </a:cubicBezTo>
                <a:cubicBezTo>
                  <a:pt x="10474164" y="3156958"/>
                  <a:pt x="10501452" y="2570768"/>
                  <a:pt x="10489840" y="2546475"/>
                </a:cubicBezTo>
                <a:cubicBezTo>
                  <a:pt x="10508418" y="2513205"/>
                  <a:pt x="10551960" y="2521126"/>
                  <a:pt x="10584471" y="2512148"/>
                </a:cubicBezTo>
                <a:cubicBezTo>
                  <a:pt x="10726711" y="2474125"/>
                  <a:pt x="10731357" y="2474125"/>
                  <a:pt x="10695942" y="2358471"/>
                </a:cubicBezTo>
                <a:cubicBezTo>
                  <a:pt x="10685490" y="2323616"/>
                  <a:pt x="10709874" y="2309357"/>
                  <a:pt x="10732516" y="2287706"/>
                </a:cubicBezTo>
                <a:cubicBezTo>
                  <a:pt x="10817280" y="2206905"/>
                  <a:pt x="10817860" y="2205850"/>
                  <a:pt x="10731357" y="2137725"/>
                </a:cubicBezTo>
                <a:cubicBezTo>
                  <a:pt x="10706391" y="2118185"/>
                  <a:pt x="10689555" y="2097061"/>
                  <a:pt x="10678525" y="2070656"/>
                </a:cubicBezTo>
                <a:cubicBezTo>
                  <a:pt x="10658203" y="2022599"/>
                  <a:pt x="10658784" y="1982463"/>
                  <a:pt x="10735999" y="1956587"/>
                </a:cubicBezTo>
                <a:cubicBezTo>
                  <a:pt x="10789993" y="1938104"/>
                  <a:pt x="10820762" y="1916978"/>
                  <a:pt x="10824246" y="1862584"/>
                </a:cubicBezTo>
                <a:cubicBezTo>
                  <a:pt x="10826570" y="1817166"/>
                  <a:pt x="10832955" y="1787594"/>
                  <a:pt x="10773156" y="1768054"/>
                </a:cubicBezTo>
                <a:cubicBezTo>
                  <a:pt x="10724969" y="1752211"/>
                  <a:pt x="10711036" y="1718412"/>
                  <a:pt x="10716261" y="1678278"/>
                </a:cubicBezTo>
                <a:cubicBezTo>
                  <a:pt x="10728452" y="1580050"/>
                  <a:pt x="10662849" y="1522487"/>
                  <a:pt x="10554864" y="1477599"/>
                </a:cubicBezTo>
                <a:cubicBezTo>
                  <a:pt x="10452101" y="1434822"/>
                  <a:pt x="10362116" y="1377259"/>
                  <a:pt x="10267483" y="1324977"/>
                </a:cubicBezTo>
                <a:cubicBezTo>
                  <a:pt x="10162399" y="1266887"/>
                  <a:pt x="10040481" y="1232031"/>
                  <a:pt x="9913337" y="1202458"/>
                </a:cubicBezTo>
                <a:cubicBezTo>
                  <a:pt x="9936561" y="1160210"/>
                  <a:pt x="10016678" y="1183974"/>
                  <a:pt x="10024805" y="1124827"/>
                </a:cubicBezTo>
                <a:cubicBezTo>
                  <a:pt x="9826251" y="1074658"/>
                  <a:pt x="9636408" y="999139"/>
                  <a:pt x="9411726" y="980655"/>
                </a:cubicBezTo>
                <a:cubicBezTo>
                  <a:pt x="9593444" y="990161"/>
                  <a:pt x="9758326" y="922036"/>
                  <a:pt x="9930753" y="901968"/>
                </a:cubicBezTo>
                <a:cubicBezTo>
                  <a:pt x="9947008" y="868698"/>
                  <a:pt x="9909273" y="877147"/>
                  <a:pt x="9894178" y="871339"/>
                </a:cubicBezTo>
                <a:cubicBezTo>
                  <a:pt x="9879083" y="865001"/>
                  <a:pt x="9860506" y="862889"/>
                  <a:pt x="9858182" y="839125"/>
                </a:cubicBezTo>
                <a:cubicBezTo>
                  <a:pt x="9941205" y="804798"/>
                  <a:pt x="10045126" y="827506"/>
                  <a:pt x="10131050" y="792652"/>
                </a:cubicBezTo>
                <a:cubicBezTo>
                  <a:pt x="10111891" y="741954"/>
                  <a:pt x="10037578" y="772583"/>
                  <a:pt x="10006808" y="731920"/>
                </a:cubicBezTo>
                <a:cubicBezTo>
                  <a:pt x="10086927" y="724526"/>
                  <a:pt x="10161239" y="721357"/>
                  <a:pt x="10233809" y="710268"/>
                </a:cubicBezTo>
                <a:cubicBezTo>
                  <a:pt x="10290705" y="701818"/>
                  <a:pt x="10306380" y="658513"/>
                  <a:pt x="10267483" y="628940"/>
                </a:cubicBezTo>
                <a:cubicBezTo>
                  <a:pt x="10232648" y="602536"/>
                  <a:pt x="10181559" y="600422"/>
                  <a:pt x="10136275" y="589333"/>
                </a:cubicBezTo>
                <a:cubicBezTo>
                  <a:pt x="9813479" y="512230"/>
                  <a:pt x="9474428" y="487409"/>
                  <a:pt x="9131312" y="480544"/>
                </a:cubicBezTo>
                <a:cubicBezTo>
                  <a:pt x="8580936" y="469453"/>
                  <a:pt x="8028817" y="469982"/>
                  <a:pt x="7479600" y="454667"/>
                </a:cubicBezTo>
                <a:cubicBezTo>
                  <a:pt x="7227489" y="447934"/>
                  <a:pt x="6976357" y="436744"/>
                  <a:pt x="6724001" y="434021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6FD301-7461-B248-12FC-CD5DDB28FADD}"/>
              </a:ext>
            </a:extLst>
          </p:cNvPr>
          <p:cNvSpPr/>
          <p:nvPr/>
        </p:nvSpPr>
        <p:spPr>
          <a:xfrm>
            <a:off x="-2501119" y="0"/>
            <a:ext cx="9220200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0"/>
                <a:solidFill>
                  <a:srgbClr val="5DA28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elix Titling" panose="04060505060202020A04" pitchFamily="82" charset="0"/>
                <a:cs typeface="CordiaUPC" panose="020B0502040204020203" pitchFamily="34" charset="-34"/>
              </a:rPr>
              <a:t>Introduction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6641EE-9978-ABC5-3E0D-C8AB8FAA3061}"/>
              </a:ext>
            </a:extLst>
          </p:cNvPr>
          <p:cNvSpPr/>
          <p:nvPr/>
        </p:nvSpPr>
        <p:spPr>
          <a:xfrm>
            <a:off x="2182483" y="553113"/>
            <a:ext cx="5278470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elix Titling" panose="04060505060202020A04" pitchFamily="82" charset="0"/>
                <a:cs typeface="CordiaUPC" panose="020B0502040204020203" pitchFamily="34" charset="-34"/>
              </a:rPr>
              <a:t>Heading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4E9DC0-CCCF-CA00-46F1-4EF55A3BB5C4}"/>
              </a:ext>
            </a:extLst>
          </p:cNvPr>
          <p:cNvSpPr/>
          <p:nvPr/>
        </p:nvSpPr>
        <p:spPr>
          <a:xfrm>
            <a:off x="2662687" y="887349"/>
            <a:ext cx="8045570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Century Gothic" panose="020B0502020202020204" pitchFamily="34" charset="0"/>
              <a:buChar char="—"/>
            </a:pPr>
            <a:r>
              <a:rPr lang="en-US" sz="1200" cap="none" spc="0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  <a:ea typeface="Gulim" panose="020B0503020000020004" pitchFamily="34" charset="-127"/>
                <a:cs typeface="Cavolini" panose="020B0502040204020203" pitchFamily="66" charset="0"/>
              </a:rPr>
              <a:t>If you choose to use headings in your paper, “Introduction” or “Background” should be added here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1E7CBA-E1DB-D3D5-6086-B4C67AA0B8C0}"/>
              </a:ext>
            </a:extLst>
          </p:cNvPr>
          <p:cNvSpPr/>
          <p:nvPr/>
        </p:nvSpPr>
        <p:spPr>
          <a:xfrm>
            <a:off x="2317630" y="1164348"/>
            <a:ext cx="8390627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Century Gothic" panose="020B0502020202020204" pitchFamily="34" charset="0"/>
              <a:buChar char="—"/>
            </a:pPr>
            <a:r>
              <a:rPr lang="en-US" sz="1200" cap="none" spc="0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  <a:ea typeface="Gulim" panose="020B0503020000020004" pitchFamily="34" charset="-127"/>
                <a:cs typeface="Cavolini" panose="020B0502040204020203" pitchFamily="66" charset="0"/>
              </a:rPr>
              <a:t>Headings are extremely useful, as they are easy ways to keep your paper clearly organized and structured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8391FC-3E62-598B-A557-D20F22A5925B}"/>
              </a:ext>
            </a:extLst>
          </p:cNvPr>
          <p:cNvSpPr/>
          <p:nvPr/>
        </p:nvSpPr>
        <p:spPr>
          <a:xfrm>
            <a:off x="948906" y="1360084"/>
            <a:ext cx="5278470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elix Titling" panose="04060505060202020A04" pitchFamily="82" charset="0"/>
                <a:cs typeface="CordiaUPC" panose="020B0502040204020203" pitchFamily="34" charset="-34"/>
              </a:rPr>
              <a:t>Question</a:t>
            </a:r>
            <a:endParaRPr lang="en-US" sz="2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Felix Titling" panose="04060505060202020A04" pitchFamily="82" charset="0"/>
              <a:cs typeface="CordiaUPC" panose="020B0502040204020203" pitchFamily="34" charset="-3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15E804-3B61-3B8E-2362-370469020CE2}"/>
              </a:ext>
            </a:extLst>
          </p:cNvPr>
          <p:cNvSpPr/>
          <p:nvPr/>
        </p:nvSpPr>
        <p:spPr>
          <a:xfrm>
            <a:off x="2073214" y="1718346"/>
            <a:ext cx="8681049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Century Gothic" panose="020B0502020202020204" pitchFamily="34" charset="0"/>
              <a:buChar char="—"/>
            </a:pPr>
            <a:r>
              <a:rPr lang="en-US" sz="1200" cap="none" spc="0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  <a:ea typeface="Gulim" panose="020B0503020000020004" pitchFamily="34" charset="-127"/>
                <a:cs typeface="Cavolini" panose="020B0502040204020203" pitchFamily="66" charset="0"/>
              </a:rPr>
              <a:t>Give background, do not jump immediately into posing the argument, set up the topic as a pressing issue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C0CC49-2B78-3CAA-5563-2E5AD327568F}"/>
              </a:ext>
            </a:extLst>
          </p:cNvPr>
          <p:cNvSpPr/>
          <p:nvPr/>
        </p:nvSpPr>
        <p:spPr>
          <a:xfrm>
            <a:off x="2108981" y="2001863"/>
            <a:ext cx="8681049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Century Gothic" panose="020B0502020202020204" pitchFamily="34" charset="0"/>
              <a:buChar char="—"/>
            </a:pPr>
            <a:r>
              <a:rPr lang="en-US" sz="1200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  <a:ea typeface="Gulim" panose="020B0503020000020004" pitchFamily="34" charset="-127"/>
                <a:cs typeface="Cavolini" panose="020B0502040204020203" pitchFamily="66" charset="0"/>
              </a:rPr>
              <a:t>Include w</a:t>
            </a:r>
            <a:r>
              <a:rPr lang="en-US" sz="1200" cap="none" spc="0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  <a:ea typeface="Gulim" panose="020B0503020000020004" pitchFamily="34" charset="-127"/>
                <a:cs typeface="Cavolini" panose="020B0502040204020203" pitchFamily="66" charset="0"/>
              </a:rPr>
              <a:t>hat prompted you to ask that question, it could be a specific scenario or observation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0C1812-83A3-BDAB-4BA1-CEB67C4AC049}"/>
              </a:ext>
            </a:extLst>
          </p:cNvPr>
          <p:cNvSpPr/>
          <p:nvPr/>
        </p:nvSpPr>
        <p:spPr>
          <a:xfrm>
            <a:off x="2715705" y="2262575"/>
            <a:ext cx="8681049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Century Gothic" panose="020B0502020202020204" pitchFamily="34" charset="0"/>
              <a:buChar char="—"/>
            </a:pPr>
            <a:r>
              <a:rPr lang="en-US" sz="1200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  <a:ea typeface="Gulim" panose="020B0503020000020004" pitchFamily="34" charset="-127"/>
                <a:cs typeface="Cavolini" panose="020B0502040204020203" pitchFamily="66" charset="0"/>
              </a:rPr>
              <a:t>Connect it back to yourself, your reader can’t be interested in something the author isn’t interested in</a:t>
            </a:r>
            <a:endParaRPr lang="en-US" sz="1200" cap="none" spc="0" dirty="0">
              <a:ln w="0"/>
              <a:solidFill>
                <a:schemeClr val="bg2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entury Gothic" panose="020B0502020202020204" pitchFamily="34" charset="0"/>
              <a:ea typeface="Gulim" panose="020B0503020000020004" pitchFamily="34" charset="-127"/>
              <a:cs typeface="Cavolini" panose="020B0502040204020203" pitchFamily="66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C69C1F-0B39-E2DE-822C-3A7F22102B75}"/>
              </a:ext>
            </a:extLst>
          </p:cNvPr>
          <p:cNvSpPr/>
          <p:nvPr/>
        </p:nvSpPr>
        <p:spPr>
          <a:xfrm>
            <a:off x="3032008" y="2514418"/>
            <a:ext cx="8681049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Century Gothic" panose="020B0502020202020204" pitchFamily="34" charset="0"/>
              <a:buChar char="—"/>
            </a:pPr>
            <a:r>
              <a:rPr lang="en-US" sz="1200" cap="none" spc="0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  <a:ea typeface="Gulim" panose="020B0503020000020004" pitchFamily="34" charset="-127"/>
                <a:cs typeface="Cavolini" panose="020B0502040204020203" pitchFamily="66" charset="0"/>
              </a:rPr>
              <a:t>Talk about popular theories, stances, or opinions that make this topic worth debating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B4456B-5691-EA55-7F24-0F3D8D6351C3}"/>
              </a:ext>
            </a:extLst>
          </p:cNvPr>
          <p:cNvSpPr/>
          <p:nvPr/>
        </p:nvSpPr>
        <p:spPr>
          <a:xfrm>
            <a:off x="2008069" y="2679003"/>
            <a:ext cx="3160143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elix Titling" panose="04060505060202020A04" pitchFamily="82" charset="0"/>
                <a:cs typeface="CordiaUPC" panose="020B0502040204020203" pitchFamily="34" charset="-34"/>
              </a:rPr>
              <a:t>define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55312E-208B-48BB-0F95-772CE7C9E379}"/>
              </a:ext>
            </a:extLst>
          </p:cNvPr>
          <p:cNvSpPr/>
          <p:nvPr/>
        </p:nvSpPr>
        <p:spPr>
          <a:xfrm>
            <a:off x="2307563" y="3035046"/>
            <a:ext cx="8681049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Century Gothic" panose="020B0502020202020204" pitchFamily="34" charset="0"/>
              <a:buChar char="—"/>
            </a:pPr>
            <a:r>
              <a:rPr lang="en-US" sz="1200" cap="none" spc="0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  <a:ea typeface="Gulim" panose="020B0503020000020004" pitchFamily="34" charset="-127"/>
                <a:cs typeface="Cavolini" panose="020B0502040204020203" pitchFamily="66" charset="0"/>
              </a:rPr>
              <a:t>This is crucial to your paper and needs to be done as soon as possible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E65ECF-58E7-8FD9-8B08-0DF9CBEFF223}"/>
              </a:ext>
            </a:extLst>
          </p:cNvPr>
          <p:cNvSpPr/>
          <p:nvPr/>
        </p:nvSpPr>
        <p:spPr>
          <a:xfrm>
            <a:off x="2108981" y="3294366"/>
            <a:ext cx="8681049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Century Gothic" panose="020B0502020202020204" pitchFamily="34" charset="0"/>
              <a:buChar char="—"/>
            </a:pPr>
            <a:r>
              <a:rPr lang="en-US" sz="1200" cap="none" spc="0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  <a:ea typeface="Gulim" panose="020B0503020000020004" pitchFamily="34" charset="-127"/>
                <a:cs typeface="Cavolini" panose="020B0502040204020203" pitchFamily="66" charset="0"/>
              </a:rPr>
              <a:t>Even if it seems like a basic word, if it is a key factor in your question you need to be clear about what it means to you if there is a possibility of it being interpreted in any other way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7E754B3-2A56-294E-96B3-97C8B402B191}"/>
              </a:ext>
            </a:extLst>
          </p:cNvPr>
          <p:cNvSpPr/>
          <p:nvPr/>
        </p:nvSpPr>
        <p:spPr>
          <a:xfrm>
            <a:off x="2260118" y="3704815"/>
            <a:ext cx="4387970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elix Titling" panose="04060505060202020A04" pitchFamily="82" charset="0"/>
                <a:cs typeface="CordiaUPC" panose="020B0502040204020203" pitchFamily="34" charset="-34"/>
              </a:rPr>
              <a:t>Explaining your paper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1FA4B29-3443-4A02-75AE-9A98749DE431}"/>
              </a:ext>
            </a:extLst>
          </p:cNvPr>
          <p:cNvSpPr/>
          <p:nvPr/>
        </p:nvSpPr>
        <p:spPr>
          <a:xfrm>
            <a:off x="2182483" y="4094092"/>
            <a:ext cx="8681049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Century Gothic" panose="020B0502020202020204" pitchFamily="34" charset="0"/>
              <a:buChar char="—"/>
            </a:pPr>
            <a:r>
              <a:rPr lang="en-US" sz="1200" cap="none" spc="0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  <a:ea typeface="Gulim" panose="020B0503020000020004" pitchFamily="34" charset="-127"/>
                <a:cs typeface="Cavolini" panose="020B0502040204020203" pitchFamily="66" charset="0"/>
              </a:rPr>
              <a:t>Walk them through how your paper is going to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0F4019-0A20-BCED-D7E8-FAE0E17A40CB}"/>
              </a:ext>
            </a:extLst>
          </p:cNvPr>
          <p:cNvSpPr/>
          <p:nvPr/>
        </p:nvSpPr>
        <p:spPr>
          <a:xfrm>
            <a:off x="2108981" y="4338517"/>
            <a:ext cx="8681049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Century Gothic" panose="020B0502020202020204" pitchFamily="34" charset="0"/>
              <a:buChar char="—"/>
            </a:pPr>
            <a:r>
              <a:rPr lang="en-US" sz="1200" cap="none" spc="0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  <a:ea typeface="Gulim" panose="020B0503020000020004" pitchFamily="34" charset="-127"/>
                <a:cs typeface="Cavolini" panose="020B0502040204020203" pitchFamily="66" charset="0"/>
              </a:rPr>
              <a:t>Say what all your lenses will be, why those are your lenses, and how those are the most important perspectives to look at when answering your question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F94FFC-6201-773B-0F14-D8D355CBC25D}"/>
              </a:ext>
            </a:extLst>
          </p:cNvPr>
          <p:cNvSpPr/>
          <p:nvPr/>
        </p:nvSpPr>
        <p:spPr>
          <a:xfrm>
            <a:off x="2715705" y="4738537"/>
            <a:ext cx="2664666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elix Titling" panose="04060505060202020A04" pitchFamily="82" charset="0"/>
                <a:cs typeface="CordiaUPC" panose="020B0502040204020203" pitchFamily="34" charset="-34"/>
              </a:rPr>
              <a:t>Sources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51D285-B06A-8743-9D3A-36C1EF89A4E1}"/>
              </a:ext>
            </a:extLst>
          </p:cNvPr>
          <p:cNvSpPr/>
          <p:nvPr/>
        </p:nvSpPr>
        <p:spPr>
          <a:xfrm>
            <a:off x="2938011" y="5138243"/>
            <a:ext cx="7440285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Century Gothic" panose="020B0502020202020204" pitchFamily="34" charset="0"/>
              <a:buChar char="—"/>
            </a:pPr>
            <a:r>
              <a:rPr lang="en-US" sz="1200" cap="none" spc="0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  <a:ea typeface="Gulim" panose="020B0503020000020004" pitchFamily="34" charset="-127"/>
                <a:cs typeface="Cavolini" panose="020B0502040204020203" pitchFamily="66" charset="0"/>
              </a:rPr>
              <a:t>While you may choose to go into greater depth when validating your sources in your lenses, your opening is a good place  to first introduce them to later be used in your paper</a:t>
            </a:r>
          </a:p>
        </p:txBody>
      </p:sp>
    </p:spTree>
    <p:extLst>
      <p:ext uri="{BB962C8B-B14F-4D97-AF65-F5344CB8AC3E}">
        <p14:creationId xmlns:p14="http://schemas.microsoft.com/office/powerpoint/2010/main" val="3189226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B3B179-180C-F26A-AEF7-A79055B1B4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503" b="96656" l="2326" r="96628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8568174">
            <a:off x="150321" y="-351606"/>
            <a:ext cx="5936174" cy="433478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10DFC8E-5C53-0DBD-616F-C1EB41933C20}"/>
              </a:ext>
            </a:extLst>
          </p:cNvPr>
          <p:cNvSpPr/>
          <p:nvPr/>
        </p:nvSpPr>
        <p:spPr>
          <a:xfrm>
            <a:off x="2841506" y="1105869"/>
            <a:ext cx="299570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0"/>
                <a:solidFill>
                  <a:srgbClr val="6C787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elix Titling" panose="04060505060202020A04" pitchFamily="82" charset="0"/>
                <a:cs typeface="CordiaUPC" panose="020B0502040204020203" pitchFamily="34" charset="-34"/>
              </a:rPr>
              <a:t>Lenses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4207F3-F9E8-CD75-E424-F5F3907F97C7}"/>
              </a:ext>
            </a:extLst>
          </p:cNvPr>
          <p:cNvSpPr/>
          <p:nvPr/>
        </p:nvSpPr>
        <p:spPr>
          <a:xfrm>
            <a:off x="4598149" y="1259757"/>
            <a:ext cx="299570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rgbClr val="6C787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elix Titling" panose="04060505060202020A04" pitchFamily="82" charset="0"/>
                <a:cs typeface="CordiaUPC" panose="020B0502040204020203" pitchFamily="34" charset="-34"/>
              </a:rPr>
              <a:t>Tips.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825756-8B62-EDD3-E48E-A7664FC34465}"/>
              </a:ext>
            </a:extLst>
          </p:cNvPr>
          <p:cNvSpPr/>
          <p:nvPr/>
        </p:nvSpPr>
        <p:spPr>
          <a:xfrm>
            <a:off x="123825" y="2812864"/>
            <a:ext cx="11944350" cy="267765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0" cap="none" spc="0" dirty="0">
                <a:ln w="0"/>
                <a:solidFill>
                  <a:srgbClr val="6C787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elix Titling" panose="04060505060202020A04" pitchFamily="82" charset="0"/>
                <a:cs typeface="CordiaUPC" panose="020B0502040204020203" pitchFamily="34" charset="-34"/>
              </a:rPr>
              <a:t>In Eac</a:t>
            </a:r>
            <a:r>
              <a:rPr lang="en-US" sz="2400" dirty="0">
                <a:ln w="0"/>
                <a:solidFill>
                  <a:srgbClr val="6C787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elix Titling" panose="04060505060202020A04" pitchFamily="82" charset="0"/>
                <a:cs typeface="CordiaUPC" panose="020B0502040204020203" pitchFamily="34" charset="-34"/>
              </a:rPr>
              <a:t>h lens, 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400" dirty="0">
                <a:ln w="0"/>
                <a:solidFill>
                  <a:srgbClr val="6C787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elix Titling" panose="04060505060202020A04" pitchFamily="82" charset="0"/>
                <a:cs typeface="CordiaUPC" panose="020B0502040204020203" pitchFamily="34" charset="-34"/>
              </a:rPr>
              <a:t>Add quotes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400" dirty="0">
                <a:ln w="0"/>
                <a:solidFill>
                  <a:srgbClr val="6C787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elix Titling" panose="04060505060202020A04" pitchFamily="82" charset="0"/>
                <a:cs typeface="CordiaUPC" panose="020B0502040204020203" pitchFamily="34" charset="-34"/>
              </a:rPr>
              <a:t>Analyze and evaluate the content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400" dirty="0">
                <a:ln w="0"/>
                <a:solidFill>
                  <a:srgbClr val="6C787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elix Titling" panose="04060505060202020A04" pitchFamily="82" charset="0"/>
                <a:cs typeface="CordiaUPC" panose="020B0502040204020203" pitchFamily="34" charset="-34"/>
              </a:rPr>
              <a:t>Analyze and evaluate the source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400" dirty="0">
                <a:ln w="0"/>
                <a:solidFill>
                  <a:srgbClr val="6C787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elix Titling" panose="04060505060202020A04" pitchFamily="82" charset="0"/>
                <a:cs typeface="CordiaUPC" panose="020B0502040204020203" pitchFamily="34" charset="-34"/>
              </a:rPr>
              <a:t>Explain why the sources and quotes are important for this paper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400" b="0" cap="none" spc="0" dirty="0">
                <a:ln w="0"/>
                <a:solidFill>
                  <a:srgbClr val="6C787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elix Titling" panose="04060505060202020A04" pitchFamily="82" charset="0"/>
                <a:cs typeface="CordiaUPC" panose="020B0502040204020203" pitchFamily="34" charset="-34"/>
              </a:rPr>
              <a:t>You must do this for each</a:t>
            </a:r>
            <a:r>
              <a:rPr lang="en-US" sz="2400" dirty="0">
                <a:ln w="0"/>
                <a:solidFill>
                  <a:srgbClr val="6C787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elix Titling" panose="04060505060202020A04" pitchFamily="82" charset="0"/>
                <a:cs typeface="CordiaUPC" panose="020B0502040204020203" pitchFamily="34" charset="-34"/>
              </a:rPr>
              <a:t> side of the lenses to maintain  a balanced paper</a:t>
            </a:r>
            <a:endParaRPr lang="en-US" sz="2400" b="0" cap="none" spc="0" dirty="0">
              <a:ln w="0"/>
              <a:solidFill>
                <a:srgbClr val="6C7874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Felix Titling" panose="04060505060202020A04" pitchFamily="82" charset="0"/>
              <a:cs typeface="CordiaUPC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709091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8E7208-EFE0-48D1-8276-0FC529B28F25}"/>
              </a:ext>
            </a:extLst>
          </p:cNvPr>
          <p:cNvSpPr/>
          <p:nvPr/>
        </p:nvSpPr>
        <p:spPr>
          <a:xfrm>
            <a:off x="344113" y="920621"/>
            <a:ext cx="3126676" cy="50167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endParaRPr lang="en-US" sz="3200" b="0" cap="none" spc="0" dirty="0">
              <a:ln w="0"/>
              <a:solidFill>
                <a:srgbClr val="91A4AD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venirNext LT Pro Regular" panose="020B0504020202020204" pitchFamily="34" charset="0"/>
              <a:cs typeface="CordiaUPC" panose="020B0502040204020203" pitchFamily="34" charset="-34"/>
            </a:endParaRPr>
          </a:p>
          <a:p>
            <a:pPr algn="ctr"/>
            <a:endParaRPr lang="en-US" sz="3200" dirty="0">
              <a:ln w="0"/>
              <a:solidFill>
                <a:srgbClr val="91A4AD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venirNext LT Pro Regular" panose="020B0504020202020204" pitchFamily="34" charset="0"/>
              <a:cs typeface="CordiaUPC" panose="020B0502040204020203" pitchFamily="34" charset="-34"/>
            </a:endParaRPr>
          </a:p>
          <a:p>
            <a:pPr algn="ctr"/>
            <a:endParaRPr lang="en-US" sz="3200" b="0" cap="none" spc="0" dirty="0">
              <a:ln w="0"/>
              <a:solidFill>
                <a:srgbClr val="91A4AD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venirNext LT Pro Regular" panose="020B0504020202020204" pitchFamily="34" charset="0"/>
              <a:cs typeface="CordiaUPC" panose="020B0502040204020203" pitchFamily="34" charset="-34"/>
            </a:endParaRPr>
          </a:p>
          <a:p>
            <a:pPr algn="ctr"/>
            <a:endParaRPr lang="en-US" sz="3200" dirty="0">
              <a:ln w="0"/>
              <a:solidFill>
                <a:srgbClr val="91A4AD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venirNext LT Pro Regular" panose="020B0504020202020204" pitchFamily="34" charset="0"/>
              <a:cs typeface="CordiaUPC" panose="020B0502040204020203" pitchFamily="34" charset="-34"/>
            </a:endParaRPr>
          </a:p>
          <a:p>
            <a:pPr algn="ctr"/>
            <a:endParaRPr lang="en-US" sz="3200" b="0" cap="none" spc="0" dirty="0">
              <a:ln w="0"/>
              <a:solidFill>
                <a:srgbClr val="91A4AD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venirNext LT Pro Regular" panose="020B0504020202020204" pitchFamily="34" charset="0"/>
              <a:cs typeface="CordiaUPC" panose="020B0502040204020203" pitchFamily="34" charset="-34"/>
            </a:endParaRPr>
          </a:p>
          <a:p>
            <a:pPr algn="ctr"/>
            <a:endParaRPr lang="en-US" sz="3200" dirty="0">
              <a:ln w="0"/>
              <a:solidFill>
                <a:srgbClr val="91A4AD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venirNext LT Pro Regular" panose="020B0504020202020204" pitchFamily="34" charset="0"/>
              <a:cs typeface="CordiaUPC" panose="020B0502040204020203" pitchFamily="34" charset="-34"/>
            </a:endParaRPr>
          </a:p>
          <a:p>
            <a:pPr algn="ctr"/>
            <a:endParaRPr lang="en-US" sz="3200" b="0" cap="none" spc="0" dirty="0">
              <a:ln w="0"/>
              <a:solidFill>
                <a:srgbClr val="91A4AD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venirNext LT Pro Regular" panose="020B0504020202020204" pitchFamily="34" charset="0"/>
              <a:cs typeface="CordiaUPC" panose="020B0502040204020203" pitchFamily="34" charset="-34"/>
            </a:endParaRPr>
          </a:p>
          <a:p>
            <a:pPr algn="ctr"/>
            <a:endParaRPr lang="en-US" sz="3200" dirty="0">
              <a:ln w="0"/>
              <a:solidFill>
                <a:srgbClr val="91A4AD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venirNext LT Pro Regular" panose="020B0504020202020204" pitchFamily="34" charset="0"/>
              <a:cs typeface="CordiaUPC" panose="020B0502040204020203" pitchFamily="34" charset="-34"/>
            </a:endParaRPr>
          </a:p>
          <a:p>
            <a:pPr algn="ctr"/>
            <a:endParaRPr lang="en-US" sz="3200" b="0" cap="none" spc="0" dirty="0">
              <a:ln w="0"/>
              <a:solidFill>
                <a:srgbClr val="91A4AD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venirNext LT Pro Regular" panose="020B0504020202020204" pitchFamily="34" charset="0"/>
              <a:cs typeface="CordiaUPC" panose="020B0502040204020203" pitchFamily="34" charset="-34"/>
            </a:endParaRPr>
          </a:p>
          <a:p>
            <a:pPr algn="ctr"/>
            <a:endParaRPr lang="en-US" sz="3200" b="0" cap="none" spc="0" dirty="0">
              <a:ln w="0"/>
              <a:solidFill>
                <a:srgbClr val="91A4AD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venirNext LT Pro Regular" panose="020B0504020202020204" pitchFamily="34" charset="0"/>
              <a:cs typeface="CordiaUPC" panose="020B0502040204020203" pitchFamily="34" charset="-3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BC1200-26CF-4731-9A49-4FFC40E27F81}"/>
              </a:ext>
            </a:extLst>
          </p:cNvPr>
          <p:cNvSpPr/>
          <p:nvPr/>
        </p:nvSpPr>
        <p:spPr>
          <a:xfrm>
            <a:off x="4532662" y="920621"/>
            <a:ext cx="3126676" cy="50167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endParaRPr lang="en-US" sz="3200" dirty="0">
              <a:ln w="0"/>
              <a:solidFill>
                <a:srgbClr val="91A4AD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venirNext LT Pro Regular" panose="020B0504020202020204" pitchFamily="34" charset="0"/>
              <a:cs typeface="CordiaUPC" panose="020B0502040204020203" pitchFamily="34" charset="-34"/>
            </a:endParaRPr>
          </a:p>
          <a:p>
            <a:pPr algn="ctr"/>
            <a:endParaRPr lang="en-US" sz="3200" dirty="0">
              <a:ln w="0"/>
              <a:solidFill>
                <a:srgbClr val="91A4AD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venirNext LT Pro Regular" panose="020B0504020202020204" pitchFamily="34" charset="0"/>
              <a:cs typeface="CordiaUPC" panose="020B0502040204020203" pitchFamily="34" charset="-34"/>
            </a:endParaRPr>
          </a:p>
          <a:p>
            <a:pPr algn="ctr"/>
            <a:endParaRPr lang="en-US" sz="3200" dirty="0">
              <a:ln w="0"/>
              <a:solidFill>
                <a:srgbClr val="91A4AD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venirNext LT Pro Regular" panose="020B0504020202020204" pitchFamily="34" charset="0"/>
              <a:cs typeface="CordiaUPC" panose="020B0502040204020203" pitchFamily="34" charset="-34"/>
            </a:endParaRPr>
          </a:p>
          <a:p>
            <a:pPr algn="ctr"/>
            <a:endParaRPr lang="en-US" sz="3200" dirty="0">
              <a:ln w="0"/>
              <a:solidFill>
                <a:srgbClr val="91A4AD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venirNext LT Pro Regular" panose="020B0504020202020204" pitchFamily="34" charset="0"/>
              <a:cs typeface="CordiaUPC" panose="020B0502040204020203" pitchFamily="34" charset="-34"/>
            </a:endParaRPr>
          </a:p>
          <a:p>
            <a:pPr algn="ctr"/>
            <a:endParaRPr lang="en-US" sz="3200" b="0" cap="none" spc="0" dirty="0">
              <a:ln w="0"/>
              <a:solidFill>
                <a:srgbClr val="91A4AD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venirNext LT Pro Regular" panose="020B0504020202020204" pitchFamily="34" charset="0"/>
              <a:cs typeface="CordiaUPC" panose="020B0502040204020203" pitchFamily="34" charset="-34"/>
            </a:endParaRPr>
          </a:p>
          <a:p>
            <a:pPr algn="ctr"/>
            <a:endParaRPr lang="en-US" sz="3200" dirty="0">
              <a:ln w="0"/>
              <a:solidFill>
                <a:srgbClr val="91A4AD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venirNext LT Pro Regular" panose="020B0504020202020204" pitchFamily="34" charset="0"/>
              <a:cs typeface="CordiaUPC" panose="020B0502040204020203" pitchFamily="34" charset="-34"/>
            </a:endParaRPr>
          </a:p>
          <a:p>
            <a:pPr algn="ctr"/>
            <a:endParaRPr lang="en-US" sz="3200" b="0" cap="none" spc="0" dirty="0">
              <a:ln w="0"/>
              <a:solidFill>
                <a:srgbClr val="91A4AD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venirNext LT Pro Regular" panose="020B0504020202020204" pitchFamily="34" charset="0"/>
              <a:cs typeface="CordiaUPC" panose="020B0502040204020203" pitchFamily="34" charset="-34"/>
            </a:endParaRPr>
          </a:p>
          <a:p>
            <a:pPr algn="ctr"/>
            <a:endParaRPr lang="en-US" sz="3200" dirty="0">
              <a:ln w="0"/>
              <a:solidFill>
                <a:srgbClr val="91A4AD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venirNext LT Pro Regular" panose="020B0504020202020204" pitchFamily="34" charset="0"/>
              <a:cs typeface="CordiaUPC" panose="020B0502040204020203" pitchFamily="34" charset="-34"/>
            </a:endParaRPr>
          </a:p>
          <a:p>
            <a:pPr algn="ctr"/>
            <a:endParaRPr lang="en-US" sz="3200" b="0" cap="none" spc="0" dirty="0">
              <a:ln w="0"/>
              <a:solidFill>
                <a:srgbClr val="91A4AD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venirNext LT Pro Regular" panose="020B0504020202020204" pitchFamily="34" charset="0"/>
              <a:cs typeface="CordiaUPC" panose="020B0502040204020203" pitchFamily="34" charset="-34"/>
            </a:endParaRPr>
          </a:p>
          <a:p>
            <a:pPr algn="ctr"/>
            <a:endParaRPr lang="en-US" sz="3200" dirty="0">
              <a:ln w="0"/>
              <a:solidFill>
                <a:srgbClr val="91A4AD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venirNext LT Pro Regular" panose="020B0504020202020204" pitchFamily="34" charset="0"/>
              <a:cs typeface="CordiaUPC" panose="020B0502040204020203" pitchFamily="34" charset="-34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468BFA-5E0E-4380-AF6C-52931065C559}"/>
              </a:ext>
            </a:extLst>
          </p:cNvPr>
          <p:cNvSpPr/>
          <p:nvPr/>
        </p:nvSpPr>
        <p:spPr>
          <a:xfrm>
            <a:off x="8721211" y="920621"/>
            <a:ext cx="3126676" cy="50167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endParaRPr lang="en-US" sz="3200" dirty="0">
              <a:ln w="0"/>
              <a:solidFill>
                <a:srgbClr val="91A4AD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venirNext LT Pro Regular" panose="020B0504020202020204" pitchFamily="34" charset="0"/>
              <a:cs typeface="CordiaUPC" panose="020B0502040204020203" pitchFamily="34" charset="-34"/>
            </a:endParaRPr>
          </a:p>
          <a:p>
            <a:pPr algn="ctr"/>
            <a:endParaRPr lang="en-US" sz="3200" dirty="0">
              <a:ln w="0"/>
              <a:solidFill>
                <a:srgbClr val="91A4AD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venirNext LT Pro Regular" panose="020B0504020202020204" pitchFamily="34" charset="0"/>
              <a:cs typeface="CordiaUPC" panose="020B0502040204020203" pitchFamily="34" charset="-34"/>
            </a:endParaRPr>
          </a:p>
          <a:p>
            <a:pPr algn="ctr"/>
            <a:endParaRPr lang="en-US" sz="3200" dirty="0">
              <a:ln w="0"/>
              <a:solidFill>
                <a:srgbClr val="91A4AD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venirNext LT Pro Regular" panose="020B0504020202020204" pitchFamily="34" charset="0"/>
              <a:cs typeface="CordiaUPC" panose="020B0502040204020203" pitchFamily="34" charset="-34"/>
            </a:endParaRPr>
          </a:p>
          <a:p>
            <a:pPr algn="ctr"/>
            <a:endParaRPr lang="en-US" sz="3200" dirty="0">
              <a:ln w="0"/>
              <a:solidFill>
                <a:srgbClr val="91A4AD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venirNext LT Pro Regular" panose="020B0504020202020204" pitchFamily="34" charset="0"/>
              <a:cs typeface="CordiaUPC" panose="020B0502040204020203" pitchFamily="34" charset="-34"/>
            </a:endParaRPr>
          </a:p>
          <a:p>
            <a:pPr algn="ctr"/>
            <a:endParaRPr lang="en-US" sz="3200" b="0" cap="none" spc="0" dirty="0">
              <a:ln w="0"/>
              <a:solidFill>
                <a:srgbClr val="91A4AD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venirNext LT Pro Regular" panose="020B0504020202020204" pitchFamily="34" charset="0"/>
              <a:cs typeface="CordiaUPC" panose="020B0502040204020203" pitchFamily="34" charset="-34"/>
            </a:endParaRPr>
          </a:p>
          <a:p>
            <a:pPr algn="ctr"/>
            <a:endParaRPr lang="en-US" sz="3200" dirty="0">
              <a:ln w="0"/>
              <a:solidFill>
                <a:srgbClr val="91A4AD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venirNext LT Pro Regular" panose="020B0504020202020204" pitchFamily="34" charset="0"/>
              <a:cs typeface="CordiaUPC" panose="020B0502040204020203" pitchFamily="34" charset="-34"/>
            </a:endParaRPr>
          </a:p>
          <a:p>
            <a:pPr algn="ctr"/>
            <a:endParaRPr lang="en-US" sz="3200" b="0" cap="none" spc="0" dirty="0">
              <a:ln w="0"/>
              <a:solidFill>
                <a:srgbClr val="91A4AD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venirNext LT Pro Regular" panose="020B0504020202020204" pitchFamily="34" charset="0"/>
              <a:cs typeface="CordiaUPC" panose="020B0502040204020203" pitchFamily="34" charset="-34"/>
            </a:endParaRPr>
          </a:p>
          <a:p>
            <a:pPr algn="ctr"/>
            <a:endParaRPr lang="en-US" sz="3200" dirty="0">
              <a:ln w="0"/>
              <a:solidFill>
                <a:srgbClr val="91A4AD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venirNext LT Pro Regular" panose="020B0504020202020204" pitchFamily="34" charset="0"/>
              <a:cs typeface="CordiaUPC" panose="020B0502040204020203" pitchFamily="34" charset="-34"/>
            </a:endParaRPr>
          </a:p>
          <a:p>
            <a:pPr algn="ctr"/>
            <a:endParaRPr lang="en-US" sz="3200" b="0" cap="none" spc="0" dirty="0">
              <a:ln w="0"/>
              <a:solidFill>
                <a:srgbClr val="91A4AD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venirNext LT Pro Regular" panose="020B0504020202020204" pitchFamily="34" charset="0"/>
              <a:cs typeface="CordiaUPC" panose="020B0502040204020203" pitchFamily="34" charset="-34"/>
            </a:endParaRPr>
          </a:p>
          <a:p>
            <a:pPr algn="ctr"/>
            <a:endParaRPr lang="en-US" sz="3200" dirty="0">
              <a:ln w="0"/>
              <a:solidFill>
                <a:srgbClr val="91A4AD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venirNext LT Pro Regular" panose="020B0504020202020204" pitchFamily="34" charset="0"/>
              <a:cs typeface="CordiaUPC" panose="020B0502040204020203" pitchFamily="34" charset="-3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7FDDF8-64CC-4591-8747-281038233A36}"/>
              </a:ext>
            </a:extLst>
          </p:cNvPr>
          <p:cNvSpPr txBox="1"/>
          <p:nvPr/>
        </p:nvSpPr>
        <p:spPr>
          <a:xfrm>
            <a:off x="757076" y="2474893"/>
            <a:ext cx="23007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91A4AD"/>
                </a:solidFill>
                <a:latin typeface="Gabriola" panose="04040605051002020D02" pitchFamily="82" charset="0"/>
              </a:rPr>
              <a:t>Restate the thesis and concession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C047A3-DD6B-4F86-B04E-9ABC4018AEA6}"/>
              </a:ext>
            </a:extLst>
          </p:cNvPr>
          <p:cNvSpPr txBox="1"/>
          <p:nvPr/>
        </p:nvSpPr>
        <p:spPr>
          <a:xfrm>
            <a:off x="4945625" y="2044005"/>
            <a:ext cx="230074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91A4AD"/>
                </a:solidFill>
                <a:latin typeface="Gabriola" panose="04040605051002020D02" pitchFamily="82" charset="0"/>
              </a:rPr>
              <a:t>Revisit your most important points from throughout the paper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2069C9-1017-4038-90DD-D27A0CECFA9D}"/>
              </a:ext>
            </a:extLst>
          </p:cNvPr>
          <p:cNvSpPr txBox="1"/>
          <p:nvPr/>
        </p:nvSpPr>
        <p:spPr>
          <a:xfrm>
            <a:off x="9134174" y="1828561"/>
            <a:ext cx="230074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91A4AD"/>
                </a:solidFill>
                <a:latin typeface="Gabriola" panose="04040605051002020D02" pitchFamily="82" charset="0"/>
              </a:rPr>
              <a:t>Weighing these points, explain which side you believe has the strongest argument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B98CCA-432E-4FBE-99FC-CA5B395A3C49}"/>
              </a:ext>
            </a:extLst>
          </p:cNvPr>
          <p:cNvSpPr txBox="1"/>
          <p:nvPr/>
        </p:nvSpPr>
        <p:spPr>
          <a:xfrm>
            <a:off x="-157318" y="-33486"/>
            <a:ext cx="45959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0099CC"/>
                </a:solidFill>
                <a:latin typeface="Gabriola" panose="04040605051002020D02" pitchFamily="82" charset="0"/>
              </a:rPr>
              <a:t>In the conclusion …</a:t>
            </a:r>
          </a:p>
        </p:txBody>
      </p:sp>
    </p:spTree>
    <p:extLst>
      <p:ext uri="{BB962C8B-B14F-4D97-AF65-F5344CB8AC3E}">
        <p14:creationId xmlns:p14="http://schemas.microsoft.com/office/powerpoint/2010/main" val="2934759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5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wave, vegetable&#10;&#10;Description automatically generated">
            <a:extLst>
              <a:ext uri="{FF2B5EF4-FFF2-40B4-BE49-F238E27FC236}">
                <a16:creationId xmlns:a16="http://schemas.microsoft.com/office/drawing/2014/main" id="{A9A382F3-4B33-49BC-93F6-E12E0DB754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712" r="-1" b="1464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C20FDD-243B-4815-928D-413101A90EEF}"/>
              </a:ext>
            </a:extLst>
          </p:cNvPr>
          <p:cNvSpPr txBox="1"/>
          <p:nvPr/>
        </p:nvSpPr>
        <p:spPr>
          <a:xfrm>
            <a:off x="1314450" y="3136612"/>
            <a:ext cx="8801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haroni" panose="020B0604020202020204" pitchFamily="2" charset="-79"/>
                <a:cs typeface="Aharoni" panose="020B0604020202020204" pitchFamily="2" charset="-79"/>
              </a:rPr>
              <a:t>A GUIDE FOR THE ORGANIZING THE PAPER</a:t>
            </a:r>
          </a:p>
        </p:txBody>
      </p:sp>
    </p:spTree>
    <p:extLst>
      <p:ext uri="{BB962C8B-B14F-4D97-AF65-F5344CB8AC3E}">
        <p14:creationId xmlns:p14="http://schemas.microsoft.com/office/powerpoint/2010/main" val="7467409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F7B8DDA-7827-4FB4-810A-2B9AF5180016}"/>
              </a:ext>
            </a:extLst>
          </p:cNvPr>
          <p:cNvSpPr/>
          <p:nvPr/>
        </p:nvSpPr>
        <p:spPr>
          <a:xfrm>
            <a:off x="6334125" y="0"/>
            <a:ext cx="5857875" cy="6858000"/>
          </a:xfrm>
          <a:prstGeom prst="rect">
            <a:avLst/>
          </a:prstGeom>
          <a:solidFill>
            <a:srgbClr val="F0E9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93528A-1EFE-4879-89F8-82A54C77CFA7}"/>
              </a:ext>
            </a:extLst>
          </p:cNvPr>
          <p:cNvSpPr/>
          <p:nvPr/>
        </p:nvSpPr>
        <p:spPr>
          <a:xfrm>
            <a:off x="3623634" y="120643"/>
            <a:ext cx="92202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elix Titling" panose="04060505060202020A04" pitchFamily="82" charset="0"/>
                <a:cs typeface="CordiaUPC" panose="020B0502040204020203" pitchFamily="34" charset="-34"/>
              </a:rPr>
              <a:t>The Essay as a Whole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D77678-1660-4219-BAD3-96D7A9407BE2}"/>
              </a:ext>
            </a:extLst>
          </p:cNvPr>
          <p:cNvSpPr/>
          <p:nvPr/>
        </p:nvSpPr>
        <p:spPr>
          <a:xfrm>
            <a:off x="6096000" y="2145095"/>
            <a:ext cx="218335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cap="none" spc="0" dirty="0">
                <a:ln w="0"/>
                <a:solidFill>
                  <a:srgbClr val="5BA38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  <a:ea typeface="Gulim" panose="020B0503020000020004" pitchFamily="34" charset="-127"/>
                <a:cs typeface="Cavolini" panose="020B0502040204020203" pitchFamily="66" charset="0"/>
              </a:rPr>
              <a:t>Lens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34370E-5456-40A7-9CA5-A908F8B9DC89}"/>
              </a:ext>
            </a:extLst>
          </p:cNvPr>
          <p:cNvSpPr/>
          <p:nvPr/>
        </p:nvSpPr>
        <p:spPr>
          <a:xfrm>
            <a:off x="9935762" y="2145096"/>
            <a:ext cx="218335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cap="none" spc="0" dirty="0">
                <a:ln w="0"/>
                <a:solidFill>
                  <a:srgbClr val="5DA28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  <a:cs typeface="Cavolini" panose="020B0502040204020203" pitchFamily="66" charset="0"/>
              </a:rPr>
              <a:t>Lens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591038-1ACC-461A-8CEB-8F7234711EE0}"/>
              </a:ext>
            </a:extLst>
          </p:cNvPr>
          <p:cNvSpPr/>
          <p:nvPr/>
        </p:nvSpPr>
        <p:spPr>
          <a:xfrm>
            <a:off x="8171381" y="3943463"/>
            <a:ext cx="218335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cap="none" spc="0" dirty="0">
                <a:ln w="0"/>
                <a:solidFill>
                  <a:srgbClr val="5DA28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  <a:cs typeface="Cavolini" panose="020B0502040204020203" pitchFamily="66" charset="0"/>
              </a:rPr>
              <a:t>Closing</a:t>
            </a:r>
            <a:endParaRPr lang="en-US" sz="4000" cap="none" spc="0" dirty="0">
              <a:ln w="0"/>
              <a:solidFill>
                <a:srgbClr val="5DA28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entury Gothic" panose="020B0502020202020204" pitchFamily="34" charset="0"/>
              <a:cs typeface="Cavolini" panose="020B0502040204020203" pitchFamily="66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701556-62CA-48B8-B1BD-744A02B0E643}"/>
              </a:ext>
            </a:extLst>
          </p:cNvPr>
          <p:cNvSpPr/>
          <p:nvPr/>
        </p:nvSpPr>
        <p:spPr>
          <a:xfrm>
            <a:off x="7498681" y="5593092"/>
            <a:ext cx="352876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cap="none" spc="0" dirty="0">
                <a:ln w="0"/>
                <a:solidFill>
                  <a:srgbClr val="5DA28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  <a:cs typeface="Cavolini" panose="020B0502040204020203" pitchFamily="66" charset="0"/>
              </a:rPr>
              <a:t>References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BCB76F-15BE-486F-86ED-C68A4F9E2190}"/>
              </a:ext>
            </a:extLst>
          </p:cNvPr>
          <p:cNvSpPr/>
          <p:nvPr/>
        </p:nvSpPr>
        <p:spPr>
          <a:xfrm>
            <a:off x="8171380" y="1179519"/>
            <a:ext cx="218335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cap="none" spc="0" dirty="0">
                <a:ln w="0"/>
                <a:solidFill>
                  <a:srgbClr val="5BA38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  <a:ea typeface="Gulim" panose="020B0503020000020004" pitchFamily="34" charset="-127"/>
                <a:cs typeface="Cavolini" panose="020B0502040204020203" pitchFamily="66" charset="0"/>
              </a:rPr>
              <a:t>Intro</a:t>
            </a:r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3A743A7C-A017-4470-ADB3-6E8BE000ED9A}"/>
              </a:ext>
            </a:extLst>
          </p:cNvPr>
          <p:cNvCxnSpPr>
            <a:cxnSpLocks/>
          </p:cNvCxnSpPr>
          <p:nvPr/>
        </p:nvCxnSpPr>
        <p:spPr>
          <a:xfrm rot="10800000">
            <a:off x="9935763" y="1649630"/>
            <a:ext cx="1271719" cy="733621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Curved 31">
            <a:extLst>
              <a:ext uri="{FF2B5EF4-FFF2-40B4-BE49-F238E27FC236}">
                <a16:creationId xmlns:a16="http://schemas.microsoft.com/office/drawing/2014/main" id="{2F76295E-7F3C-4F47-9A6E-7F3C26BA3E5B}"/>
              </a:ext>
            </a:extLst>
          </p:cNvPr>
          <p:cNvCxnSpPr>
            <a:cxnSpLocks/>
          </p:cNvCxnSpPr>
          <p:nvPr/>
        </p:nvCxnSpPr>
        <p:spPr>
          <a:xfrm rot="10800000" flipV="1">
            <a:off x="9626574" y="2927846"/>
            <a:ext cx="1054083" cy="1040299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37">
            <a:extLst>
              <a:ext uri="{FF2B5EF4-FFF2-40B4-BE49-F238E27FC236}">
                <a16:creationId xmlns:a16="http://schemas.microsoft.com/office/drawing/2014/main" id="{67935B03-6EB5-43A2-A657-69B5D6852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444337">
            <a:off x="6942992" y="2526342"/>
            <a:ext cx="1826306" cy="1805314"/>
          </a:xfrm>
          <a:prstGeom prst="rect">
            <a:avLst/>
          </a:prstGeom>
        </p:spPr>
      </p:pic>
      <p:cxnSp>
        <p:nvCxnSpPr>
          <p:cNvPr id="39" name="Connector: Curved 38">
            <a:extLst>
              <a:ext uri="{FF2B5EF4-FFF2-40B4-BE49-F238E27FC236}">
                <a16:creationId xmlns:a16="http://schemas.microsoft.com/office/drawing/2014/main" id="{AD521E03-E306-43D4-89E4-9347F5587AF9}"/>
              </a:ext>
            </a:extLst>
          </p:cNvPr>
          <p:cNvCxnSpPr>
            <a:cxnSpLocks/>
          </p:cNvCxnSpPr>
          <p:nvPr/>
        </p:nvCxnSpPr>
        <p:spPr>
          <a:xfrm rot="10800000" flipV="1">
            <a:off x="6982007" y="1564239"/>
            <a:ext cx="1590119" cy="71112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55CF7D37-F66E-43B6-BCC9-A8567A746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213585">
            <a:off x="8863967" y="4876928"/>
            <a:ext cx="798184" cy="78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770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84000" b="-8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B746ED-EEE9-4800-9C0A-5B9161996B6B}"/>
              </a:ext>
            </a:extLst>
          </p:cNvPr>
          <p:cNvSpPr/>
          <p:nvPr/>
        </p:nvSpPr>
        <p:spPr>
          <a:xfrm>
            <a:off x="4966524" y="206345"/>
            <a:ext cx="225895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dern Love Grunge" panose="04070805081005020601" pitchFamily="82" charset="0"/>
              </a:rPr>
              <a:t>Lens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68A6C5-E1B2-4FB2-A0EE-CF0BF51EAD20}"/>
              </a:ext>
            </a:extLst>
          </p:cNvPr>
          <p:cNvSpPr/>
          <p:nvPr/>
        </p:nvSpPr>
        <p:spPr>
          <a:xfrm>
            <a:off x="1976691" y="834592"/>
            <a:ext cx="218335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briola" panose="04040605051002020D02" pitchFamily="82" charset="0"/>
                <a:cs typeface="Dubai Light" panose="020B0303030403030204" pitchFamily="34" charset="-78"/>
              </a:rPr>
              <a:t>Agree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C2B826-2F37-4A95-A241-317BD6996460}"/>
              </a:ext>
            </a:extLst>
          </p:cNvPr>
          <p:cNvSpPr/>
          <p:nvPr/>
        </p:nvSpPr>
        <p:spPr>
          <a:xfrm>
            <a:off x="8047528" y="814136"/>
            <a:ext cx="152798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briola" panose="04040605051002020D02" pitchFamily="82" charset="0"/>
              </a:rPr>
              <a:t>Disa</a:t>
            </a:r>
            <a:r>
              <a:rPr lang="en-US" sz="4000" b="1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briola" panose="04040605051002020D02" pitchFamily="82" charset="0"/>
              </a:rPr>
              <a:t>gree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DBA064-1907-449D-917D-46B7EA15AEAC}"/>
              </a:ext>
            </a:extLst>
          </p:cNvPr>
          <p:cNvSpPr/>
          <p:nvPr/>
        </p:nvSpPr>
        <p:spPr>
          <a:xfrm>
            <a:off x="1510473" y="1407401"/>
            <a:ext cx="3430777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briola" panose="04040605051002020D02" pitchFamily="82" charset="0"/>
              </a:rPr>
              <a:t>Lead Argument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05B78C-E051-4747-B30D-0E27B03E1313}"/>
              </a:ext>
            </a:extLst>
          </p:cNvPr>
          <p:cNvSpPr/>
          <p:nvPr/>
        </p:nvSpPr>
        <p:spPr>
          <a:xfrm>
            <a:off x="7096130" y="1379171"/>
            <a:ext cx="3430777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briola" panose="04040605051002020D02" pitchFamily="82" charset="0"/>
              </a:rPr>
              <a:t>Lead Argument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C0B4DB-86C9-4FFB-9C04-45410B45A856}"/>
              </a:ext>
            </a:extLst>
          </p:cNvPr>
          <p:cNvSpPr/>
          <p:nvPr/>
        </p:nvSpPr>
        <p:spPr>
          <a:xfrm>
            <a:off x="-269949" y="1884608"/>
            <a:ext cx="2433463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venir Next LT Pro Light" panose="020B0604020202020204" pitchFamily="34" charset="0"/>
                <a:cs typeface="AngsanaUPC" panose="020B0502040204020203" pitchFamily="18" charset="-34"/>
              </a:rPr>
              <a:t>Content Materials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AE70B4-91B5-49C7-BAE9-530869ECFA9A}"/>
              </a:ext>
            </a:extLst>
          </p:cNvPr>
          <p:cNvSpPr/>
          <p:nvPr/>
        </p:nvSpPr>
        <p:spPr>
          <a:xfrm>
            <a:off x="3410611" y="2132387"/>
            <a:ext cx="2813438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venir Next LT Pro Light" panose="020B0304020202020204" pitchFamily="34" charset="0"/>
              </a:rPr>
              <a:t>Analysis &amp; Evaluative Judgement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9BB224-1D0C-446E-A970-CEA1FCBDB3AE}"/>
              </a:ext>
            </a:extLst>
          </p:cNvPr>
          <p:cNvSpPr/>
          <p:nvPr/>
        </p:nvSpPr>
        <p:spPr>
          <a:xfrm>
            <a:off x="5861268" y="1884609"/>
            <a:ext cx="2433463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venir Next LT Pro Light" panose="020B0304020202020204" pitchFamily="34" charset="0"/>
              </a:rPr>
              <a:t>Content Materials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7DDBBC-22D2-4485-891C-D4BE6E10979B}"/>
              </a:ext>
            </a:extLst>
          </p:cNvPr>
          <p:cNvSpPr/>
          <p:nvPr/>
        </p:nvSpPr>
        <p:spPr>
          <a:xfrm>
            <a:off x="9266096" y="1989443"/>
            <a:ext cx="2433463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venir Next LT Pro Light" panose="020B0304020202020204" pitchFamily="34" charset="0"/>
              </a:rPr>
              <a:t>Analysis &amp; Evaluative Judgement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343F80-6F12-4C6F-915D-379C83C62987}"/>
              </a:ext>
            </a:extLst>
          </p:cNvPr>
          <p:cNvSpPr/>
          <p:nvPr/>
        </p:nvSpPr>
        <p:spPr>
          <a:xfrm>
            <a:off x="1137498" y="2227654"/>
            <a:ext cx="2433463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venir Next LT Pro Light" panose="020B0304020202020204" pitchFamily="34" charset="0"/>
              </a:rPr>
              <a:t>Author or Study Analysis &amp; Evaluation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8F1080-7568-41AF-9216-EF4A424C40EE}"/>
              </a:ext>
            </a:extLst>
          </p:cNvPr>
          <p:cNvSpPr/>
          <p:nvPr/>
        </p:nvSpPr>
        <p:spPr>
          <a:xfrm>
            <a:off x="7077999" y="2258727"/>
            <a:ext cx="2433463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venir Next LT Pro Light" panose="020B0304020202020204" pitchFamily="34" charset="0"/>
              </a:rPr>
              <a:t>Author or Study Analysis &amp; Evaluation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431F9A2-620F-49E9-9B6E-CE3D7AFE8C78}"/>
              </a:ext>
            </a:extLst>
          </p:cNvPr>
          <p:cNvCxnSpPr>
            <a:cxnSpLocks/>
          </p:cNvCxnSpPr>
          <p:nvPr/>
        </p:nvCxnSpPr>
        <p:spPr>
          <a:xfrm>
            <a:off x="2354229" y="1884608"/>
            <a:ext cx="0" cy="468067"/>
          </a:xfrm>
          <a:prstGeom prst="line">
            <a:avLst/>
          </a:prstGeom>
          <a:ln>
            <a:solidFill>
              <a:srgbClr val="5DA2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1ED4713-7B0A-475D-8DDA-5D7F5FCD2E34}"/>
              </a:ext>
            </a:extLst>
          </p:cNvPr>
          <p:cNvCxnSpPr>
            <a:cxnSpLocks/>
          </p:cNvCxnSpPr>
          <p:nvPr/>
        </p:nvCxnSpPr>
        <p:spPr>
          <a:xfrm>
            <a:off x="3068372" y="1884608"/>
            <a:ext cx="684478" cy="1163541"/>
          </a:xfrm>
          <a:prstGeom prst="line">
            <a:avLst/>
          </a:prstGeom>
          <a:ln>
            <a:solidFill>
              <a:srgbClr val="5DA2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1BD2EDD1-E774-4736-9D18-3DAC38DE0632}"/>
              </a:ext>
            </a:extLst>
          </p:cNvPr>
          <p:cNvSpPr/>
          <p:nvPr/>
        </p:nvSpPr>
        <p:spPr>
          <a:xfrm>
            <a:off x="1057414" y="3683978"/>
            <a:ext cx="2433463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venir Next LT Pro Light" panose="020B0304020202020204" pitchFamily="34" charset="0"/>
              </a:rPr>
              <a:t>Content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F27B87E-5897-402D-86D3-11005E46A432}"/>
              </a:ext>
            </a:extLst>
          </p:cNvPr>
          <p:cNvSpPr/>
          <p:nvPr/>
        </p:nvSpPr>
        <p:spPr>
          <a:xfrm>
            <a:off x="2383867" y="3951935"/>
            <a:ext cx="2433463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venir Next LT Pro Light" panose="020B0304020202020204" pitchFamily="34" charset="0"/>
              </a:rPr>
              <a:t>Author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459EF10-6B42-4B42-8F71-5051A75F8CD4}"/>
              </a:ext>
            </a:extLst>
          </p:cNvPr>
          <p:cNvSpPr/>
          <p:nvPr/>
        </p:nvSpPr>
        <p:spPr>
          <a:xfrm>
            <a:off x="3945901" y="3522768"/>
            <a:ext cx="215029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venir Next LT Pro Light" panose="020B0304020202020204" pitchFamily="34" charset="0"/>
              </a:rPr>
              <a:t>Analysis and Evaluation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055A854-4CC7-42C2-A304-4B46DCAF2D0B}"/>
              </a:ext>
            </a:extLst>
          </p:cNvPr>
          <p:cNvSpPr/>
          <p:nvPr/>
        </p:nvSpPr>
        <p:spPr>
          <a:xfrm>
            <a:off x="10336138" y="3563323"/>
            <a:ext cx="215029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venir Next LT Pro Light" panose="020B0304020202020204" pitchFamily="34" charset="0"/>
              </a:rPr>
              <a:t>Analysis and Evaluation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80508AD-DCCF-4AA7-942B-19C0A85BD993}"/>
              </a:ext>
            </a:extLst>
          </p:cNvPr>
          <p:cNvSpPr/>
          <p:nvPr/>
        </p:nvSpPr>
        <p:spPr>
          <a:xfrm>
            <a:off x="8825998" y="3662269"/>
            <a:ext cx="2433463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venir Next LT Pro Light" panose="020B0304020202020204" pitchFamily="34" charset="0"/>
              </a:rPr>
              <a:t>Author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99EC63C-FBBB-4C78-88BE-31208063404A}"/>
              </a:ext>
            </a:extLst>
          </p:cNvPr>
          <p:cNvSpPr/>
          <p:nvPr/>
        </p:nvSpPr>
        <p:spPr>
          <a:xfrm>
            <a:off x="7594786" y="3766597"/>
            <a:ext cx="2433463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venir Next LT Pro Light" panose="020B0304020202020204" pitchFamily="34" charset="0"/>
              </a:rPr>
              <a:t>Content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DBFF5BA-03ED-4665-998E-B1B959551643}"/>
              </a:ext>
            </a:extLst>
          </p:cNvPr>
          <p:cNvSpPr/>
          <p:nvPr/>
        </p:nvSpPr>
        <p:spPr>
          <a:xfrm>
            <a:off x="1512996" y="2841540"/>
            <a:ext cx="4603867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briola" panose="04040605051002020D02" pitchFamily="82" charset="0"/>
              </a:rPr>
              <a:t>Supporting the Lead Argument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74D119A-1B9A-498C-B6E3-C21DDA9DCFA9}"/>
              </a:ext>
            </a:extLst>
          </p:cNvPr>
          <p:cNvSpPr/>
          <p:nvPr/>
        </p:nvSpPr>
        <p:spPr>
          <a:xfrm>
            <a:off x="7594691" y="2757688"/>
            <a:ext cx="418788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briola" panose="04040605051002020D02" pitchFamily="82" charset="0"/>
              </a:rPr>
              <a:t>Supporting the Lead Argument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895D4C8-D2DB-4682-AC48-964F4C23132F}"/>
              </a:ext>
            </a:extLst>
          </p:cNvPr>
          <p:cNvSpPr/>
          <p:nvPr/>
        </p:nvSpPr>
        <p:spPr>
          <a:xfrm>
            <a:off x="4352414" y="4408718"/>
            <a:ext cx="3430777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briola" panose="04040605051002020D02" pitchFamily="82" charset="0"/>
              </a:rPr>
              <a:t>Mini-Conclusion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84E154C-CF6A-41FA-A8EF-F9B907C7A9E9}"/>
              </a:ext>
            </a:extLst>
          </p:cNvPr>
          <p:cNvSpPr/>
          <p:nvPr/>
        </p:nvSpPr>
        <p:spPr>
          <a:xfrm>
            <a:off x="3225861" y="5598558"/>
            <a:ext cx="2433463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venir Next LT Pro Light" panose="020B0304020202020204" pitchFamily="34" charset="0"/>
              </a:rPr>
              <a:t>Judgement &amp; Reflection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00EA4E7-B5B3-4838-BFD7-2B7951FC6C84}"/>
              </a:ext>
            </a:extLst>
          </p:cNvPr>
          <p:cNvSpPr/>
          <p:nvPr/>
        </p:nvSpPr>
        <p:spPr>
          <a:xfrm>
            <a:off x="6377250" y="5593368"/>
            <a:ext cx="2433463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venir Next LT Pro Light" panose="020B0304020202020204" pitchFamily="34" charset="0"/>
              </a:rPr>
              <a:t>Methodology Evaluation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92F169F-F070-48B7-B77F-E2E27ABE8A5C}"/>
              </a:ext>
            </a:extLst>
          </p:cNvPr>
          <p:cNvCxnSpPr/>
          <p:nvPr/>
        </p:nvCxnSpPr>
        <p:spPr>
          <a:xfrm flipH="1">
            <a:off x="7118836" y="3237409"/>
            <a:ext cx="1544875" cy="1498630"/>
          </a:xfrm>
          <a:prstGeom prst="line">
            <a:avLst/>
          </a:prstGeom>
          <a:ln>
            <a:solidFill>
              <a:srgbClr val="5DA2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00EDA23-7FD8-477C-968A-5478E028FD7B}"/>
              </a:ext>
            </a:extLst>
          </p:cNvPr>
          <p:cNvCxnSpPr>
            <a:cxnSpLocks/>
          </p:cNvCxnSpPr>
          <p:nvPr/>
        </p:nvCxnSpPr>
        <p:spPr>
          <a:xfrm>
            <a:off x="3894274" y="3410746"/>
            <a:ext cx="1124635" cy="1333251"/>
          </a:xfrm>
          <a:prstGeom prst="line">
            <a:avLst/>
          </a:prstGeom>
          <a:ln>
            <a:solidFill>
              <a:srgbClr val="5DA2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9BDB326-CDF3-472C-BD72-1D8B08329759}"/>
              </a:ext>
            </a:extLst>
          </p:cNvPr>
          <p:cNvCxnSpPr>
            <a:cxnSpLocks/>
          </p:cNvCxnSpPr>
          <p:nvPr/>
        </p:nvCxnSpPr>
        <p:spPr>
          <a:xfrm flipV="1">
            <a:off x="4597118" y="4897986"/>
            <a:ext cx="564459" cy="717596"/>
          </a:xfrm>
          <a:prstGeom prst="line">
            <a:avLst/>
          </a:prstGeom>
          <a:ln>
            <a:solidFill>
              <a:srgbClr val="5DA2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CCF7B24-786E-44CE-BF4D-CCB09AC160CE}"/>
              </a:ext>
            </a:extLst>
          </p:cNvPr>
          <p:cNvCxnSpPr>
            <a:cxnSpLocks/>
          </p:cNvCxnSpPr>
          <p:nvPr/>
        </p:nvCxnSpPr>
        <p:spPr>
          <a:xfrm flipH="1" flipV="1">
            <a:off x="6769824" y="4944158"/>
            <a:ext cx="538329" cy="698546"/>
          </a:xfrm>
          <a:prstGeom prst="line">
            <a:avLst/>
          </a:prstGeom>
          <a:ln>
            <a:solidFill>
              <a:srgbClr val="5DA2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E589064-EC59-83A8-A636-867B1C76D28A}"/>
              </a:ext>
            </a:extLst>
          </p:cNvPr>
          <p:cNvCxnSpPr>
            <a:cxnSpLocks/>
          </p:cNvCxnSpPr>
          <p:nvPr/>
        </p:nvCxnSpPr>
        <p:spPr>
          <a:xfrm>
            <a:off x="8868298" y="3216711"/>
            <a:ext cx="0" cy="603217"/>
          </a:xfrm>
          <a:prstGeom prst="line">
            <a:avLst/>
          </a:prstGeom>
          <a:ln>
            <a:solidFill>
              <a:srgbClr val="5DA2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3373DE4-7324-CEFB-EBFE-B6E888F765D5}"/>
              </a:ext>
            </a:extLst>
          </p:cNvPr>
          <p:cNvCxnSpPr>
            <a:cxnSpLocks/>
          </p:cNvCxnSpPr>
          <p:nvPr/>
        </p:nvCxnSpPr>
        <p:spPr>
          <a:xfrm>
            <a:off x="10036944" y="3252885"/>
            <a:ext cx="5785" cy="462661"/>
          </a:xfrm>
          <a:prstGeom prst="line">
            <a:avLst/>
          </a:prstGeom>
          <a:ln>
            <a:solidFill>
              <a:srgbClr val="5DA2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99FA279-7FAE-81D8-FCF1-CFB4C5745C15}"/>
              </a:ext>
            </a:extLst>
          </p:cNvPr>
          <p:cNvCxnSpPr>
            <a:cxnSpLocks/>
          </p:cNvCxnSpPr>
          <p:nvPr/>
        </p:nvCxnSpPr>
        <p:spPr>
          <a:xfrm>
            <a:off x="11083768" y="3269273"/>
            <a:ext cx="478177" cy="392996"/>
          </a:xfrm>
          <a:prstGeom prst="line">
            <a:avLst/>
          </a:prstGeom>
          <a:ln>
            <a:solidFill>
              <a:srgbClr val="5DA2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FB489DC-98B9-6D49-AE45-4E8D8B9DB179}"/>
              </a:ext>
            </a:extLst>
          </p:cNvPr>
          <p:cNvCxnSpPr>
            <a:cxnSpLocks/>
          </p:cNvCxnSpPr>
          <p:nvPr/>
        </p:nvCxnSpPr>
        <p:spPr>
          <a:xfrm>
            <a:off x="8593603" y="1910217"/>
            <a:ext cx="1434646" cy="1025852"/>
          </a:xfrm>
          <a:prstGeom prst="line">
            <a:avLst/>
          </a:prstGeom>
          <a:ln>
            <a:solidFill>
              <a:srgbClr val="5DA2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B70A617-E06E-2283-6D8C-6734D5E3898A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9837771" y="1737468"/>
            <a:ext cx="645057" cy="251975"/>
          </a:xfrm>
          <a:prstGeom prst="line">
            <a:avLst/>
          </a:prstGeom>
          <a:ln>
            <a:solidFill>
              <a:srgbClr val="5DA2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73CEAA6-C3A7-D185-4EAF-00742AFDCBF7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7078000" y="1729550"/>
            <a:ext cx="705191" cy="155059"/>
          </a:xfrm>
          <a:prstGeom prst="line">
            <a:avLst/>
          </a:prstGeom>
          <a:ln>
            <a:solidFill>
              <a:srgbClr val="5DA2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AE408C5-908D-9010-CA63-764D5D56F86E}"/>
              </a:ext>
            </a:extLst>
          </p:cNvPr>
          <p:cNvCxnSpPr>
            <a:cxnSpLocks/>
          </p:cNvCxnSpPr>
          <p:nvPr/>
        </p:nvCxnSpPr>
        <p:spPr>
          <a:xfrm>
            <a:off x="8354866" y="1873384"/>
            <a:ext cx="12569" cy="479291"/>
          </a:xfrm>
          <a:prstGeom prst="line">
            <a:avLst/>
          </a:prstGeom>
          <a:ln>
            <a:solidFill>
              <a:srgbClr val="5DA2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1F95F99-AB7B-08B1-1D8B-06868A3A9D21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3599487" y="3390279"/>
            <a:ext cx="1112" cy="561656"/>
          </a:xfrm>
          <a:prstGeom prst="line">
            <a:avLst/>
          </a:prstGeom>
          <a:ln>
            <a:solidFill>
              <a:srgbClr val="5DA2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C78E3F12-A0CA-D1EE-BAD0-BAC553BD4F62}"/>
              </a:ext>
            </a:extLst>
          </p:cNvPr>
          <p:cNvCxnSpPr>
            <a:cxnSpLocks/>
          </p:cNvCxnSpPr>
          <p:nvPr/>
        </p:nvCxnSpPr>
        <p:spPr>
          <a:xfrm>
            <a:off x="4395469" y="3342999"/>
            <a:ext cx="517696" cy="237305"/>
          </a:xfrm>
          <a:prstGeom prst="line">
            <a:avLst/>
          </a:prstGeom>
          <a:ln>
            <a:solidFill>
              <a:srgbClr val="5DA2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E8556876-1B35-225B-EE8A-3D8A4A0BC146}"/>
              </a:ext>
            </a:extLst>
          </p:cNvPr>
          <p:cNvCxnSpPr>
            <a:cxnSpLocks/>
            <a:endCxn id="31" idx="0"/>
          </p:cNvCxnSpPr>
          <p:nvPr/>
        </p:nvCxnSpPr>
        <p:spPr>
          <a:xfrm flipH="1">
            <a:off x="2274146" y="3342463"/>
            <a:ext cx="417779" cy="341515"/>
          </a:xfrm>
          <a:prstGeom prst="line">
            <a:avLst/>
          </a:prstGeom>
          <a:ln>
            <a:solidFill>
              <a:srgbClr val="5DA2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ECD2FF8A-337B-C48C-0907-AB252CCD1292}"/>
              </a:ext>
            </a:extLst>
          </p:cNvPr>
          <p:cNvCxnSpPr>
            <a:cxnSpLocks/>
          </p:cNvCxnSpPr>
          <p:nvPr/>
        </p:nvCxnSpPr>
        <p:spPr>
          <a:xfrm>
            <a:off x="3622010" y="1882891"/>
            <a:ext cx="436973" cy="344763"/>
          </a:xfrm>
          <a:prstGeom prst="line">
            <a:avLst/>
          </a:prstGeom>
          <a:ln>
            <a:solidFill>
              <a:srgbClr val="5DA2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4E3A2AE-915F-FFC4-F722-EFCB3396B99F}"/>
              </a:ext>
            </a:extLst>
          </p:cNvPr>
          <p:cNvCxnSpPr>
            <a:cxnSpLocks/>
          </p:cNvCxnSpPr>
          <p:nvPr/>
        </p:nvCxnSpPr>
        <p:spPr>
          <a:xfrm flipH="1">
            <a:off x="1298601" y="1737468"/>
            <a:ext cx="883043" cy="226478"/>
          </a:xfrm>
          <a:prstGeom prst="line">
            <a:avLst/>
          </a:prstGeom>
          <a:ln>
            <a:solidFill>
              <a:srgbClr val="5DA2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1611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84000" b="-8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B746ED-EEE9-4800-9C0A-5B9161996B6B}"/>
              </a:ext>
            </a:extLst>
          </p:cNvPr>
          <p:cNvSpPr/>
          <p:nvPr/>
        </p:nvSpPr>
        <p:spPr>
          <a:xfrm>
            <a:off x="4941677" y="206345"/>
            <a:ext cx="230864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dern Love Grunge" panose="04070805081005020601" pitchFamily="82" charset="0"/>
              </a:rPr>
              <a:t>Lens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68A6C5-E1B2-4FB2-A0EE-CF0BF51EAD20}"/>
              </a:ext>
            </a:extLst>
          </p:cNvPr>
          <p:cNvSpPr/>
          <p:nvPr/>
        </p:nvSpPr>
        <p:spPr>
          <a:xfrm>
            <a:off x="1976691" y="834592"/>
            <a:ext cx="218335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briola" panose="04040605051002020D02" pitchFamily="82" charset="0"/>
                <a:cs typeface="Dubai Light" panose="020B0303030403030204" pitchFamily="34" charset="-78"/>
              </a:rPr>
              <a:t>Agree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C2B826-2F37-4A95-A241-317BD6996460}"/>
              </a:ext>
            </a:extLst>
          </p:cNvPr>
          <p:cNvSpPr/>
          <p:nvPr/>
        </p:nvSpPr>
        <p:spPr>
          <a:xfrm>
            <a:off x="8047528" y="814136"/>
            <a:ext cx="152798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briola" panose="04040605051002020D02" pitchFamily="82" charset="0"/>
              </a:rPr>
              <a:t>Disa</a:t>
            </a:r>
            <a:r>
              <a:rPr lang="en-US" sz="4000" b="1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briola" panose="04040605051002020D02" pitchFamily="82" charset="0"/>
              </a:rPr>
              <a:t>gree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DBA064-1907-449D-917D-46B7EA15AEAC}"/>
              </a:ext>
            </a:extLst>
          </p:cNvPr>
          <p:cNvSpPr/>
          <p:nvPr/>
        </p:nvSpPr>
        <p:spPr>
          <a:xfrm>
            <a:off x="1510473" y="1407401"/>
            <a:ext cx="3430777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briola" panose="04040605051002020D02" pitchFamily="82" charset="0"/>
              </a:rPr>
              <a:t>Lead Argument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05B78C-E051-4747-B30D-0E27B03E1313}"/>
              </a:ext>
            </a:extLst>
          </p:cNvPr>
          <p:cNvSpPr/>
          <p:nvPr/>
        </p:nvSpPr>
        <p:spPr>
          <a:xfrm>
            <a:off x="7096130" y="1379171"/>
            <a:ext cx="3430777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briola" panose="04040605051002020D02" pitchFamily="82" charset="0"/>
              </a:rPr>
              <a:t>Lead Argument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C0B4DB-86C9-4FFB-9C04-45410B45A856}"/>
              </a:ext>
            </a:extLst>
          </p:cNvPr>
          <p:cNvSpPr/>
          <p:nvPr/>
        </p:nvSpPr>
        <p:spPr>
          <a:xfrm>
            <a:off x="-269949" y="1884608"/>
            <a:ext cx="2433463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venir Next LT Pro Light" panose="020B0604020202020204" pitchFamily="34" charset="0"/>
                <a:cs typeface="AngsanaUPC" panose="020B0502040204020203" pitchFamily="18" charset="-34"/>
              </a:rPr>
              <a:t>Content Materials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AE70B4-91B5-49C7-BAE9-530869ECFA9A}"/>
              </a:ext>
            </a:extLst>
          </p:cNvPr>
          <p:cNvSpPr/>
          <p:nvPr/>
        </p:nvSpPr>
        <p:spPr>
          <a:xfrm>
            <a:off x="3410611" y="2132387"/>
            <a:ext cx="2813438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venir Next LT Pro Light" panose="020B0304020202020204" pitchFamily="34" charset="0"/>
              </a:rPr>
              <a:t>Analysis &amp; Evaluative Judgement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9BB224-1D0C-446E-A970-CEA1FCBDB3AE}"/>
              </a:ext>
            </a:extLst>
          </p:cNvPr>
          <p:cNvSpPr/>
          <p:nvPr/>
        </p:nvSpPr>
        <p:spPr>
          <a:xfrm>
            <a:off x="5861268" y="1884609"/>
            <a:ext cx="2433463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venir Next LT Pro Light" panose="020B0304020202020204" pitchFamily="34" charset="0"/>
              </a:rPr>
              <a:t>Content Materials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7DDBBC-22D2-4485-891C-D4BE6E10979B}"/>
              </a:ext>
            </a:extLst>
          </p:cNvPr>
          <p:cNvSpPr/>
          <p:nvPr/>
        </p:nvSpPr>
        <p:spPr>
          <a:xfrm>
            <a:off x="9266096" y="1989443"/>
            <a:ext cx="2433463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venir Next LT Pro Light" panose="020B0304020202020204" pitchFamily="34" charset="0"/>
              </a:rPr>
              <a:t>Analysis &amp; Evaluative Judgement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343F80-6F12-4C6F-915D-379C83C62987}"/>
              </a:ext>
            </a:extLst>
          </p:cNvPr>
          <p:cNvSpPr/>
          <p:nvPr/>
        </p:nvSpPr>
        <p:spPr>
          <a:xfrm>
            <a:off x="1137498" y="2227654"/>
            <a:ext cx="2433463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venir Next LT Pro Light" panose="020B0304020202020204" pitchFamily="34" charset="0"/>
              </a:rPr>
              <a:t>Author or Study Analysis &amp; Evaluation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8F1080-7568-41AF-9216-EF4A424C40EE}"/>
              </a:ext>
            </a:extLst>
          </p:cNvPr>
          <p:cNvSpPr/>
          <p:nvPr/>
        </p:nvSpPr>
        <p:spPr>
          <a:xfrm>
            <a:off x="7077999" y="2258727"/>
            <a:ext cx="2433463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venir Next LT Pro Light" panose="020B0304020202020204" pitchFamily="34" charset="0"/>
              </a:rPr>
              <a:t>Author or Study Analysis &amp; Evaluation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431F9A2-620F-49E9-9B6E-CE3D7AFE8C78}"/>
              </a:ext>
            </a:extLst>
          </p:cNvPr>
          <p:cNvCxnSpPr>
            <a:cxnSpLocks/>
          </p:cNvCxnSpPr>
          <p:nvPr/>
        </p:nvCxnSpPr>
        <p:spPr>
          <a:xfrm>
            <a:off x="2354229" y="1884608"/>
            <a:ext cx="0" cy="468067"/>
          </a:xfrm>
          <a:prstGeom prst="line">
            <a:avLst/>
          </a:prstGeom>
          <a:ln>
            <a:solidFill>
              <a:srgbClr val="5DA2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1ED4713-7B0A-475D-8DDA-5D7F5FCD2E34}"/>
              </a:ext>
            </a:extLst>
          </p:cNvPr>
          <p:cNvCxnSpPr>
            <a:cxnSpLocks/>
          </p:cNvCxnSpPr>
          <p:nvPr/>
        </p:nvCxnSpPr>
        <p:spPr>
          <a:xfrm>
            <a:off x="3068372" y="1884608"/>
            <a:ext cx="684478" cy="1163541"/>
          </a:xfrm>
          <a:prstGeom prst="line">
            <a:avLst/>
          </a:prstGeom>
          <a:ln>
            <a:solidFill>
              <a:srgbClr val="5DA2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1BD2EDD1-E774-4736-9D18-3DAC38DE0632}"/>
              </a:ext>
            </a:extLst>
          </p:cNvPr>
          <p:cNvSpPr/>
          <p:nvPr/>
        </p:nvSpPr>
        <p:spPr>
          <a:xfrm>
            <a:off x="1057414" y="3683978"/>
            <a:ext cx="2433463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venir Next LT Pro Light" panose="020B0304020202020204" pitchFamily="34" charset="0"/>
              </a:rPr>
              <a:t>Content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F27B87E-5897-402D-86D3-11005E46A432}"/>
              </a:ext>
            </a:extLst>
          </p:cNvPr>
          <p:cNvSpPr/>
          <p:nvPr/>
        </p:nvSpPr>
        <p:spPr>
          <a:xfrm>
            <a:off x="2383867" y="3951935"/>
            <a:ext cx="2433463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venir Next LT Pro Light" panose="020B0304020202020204" pitchFamily="34" charset="0"/>
              </a:rPr>
              <a:t>Author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459EF10-6B42-4B42-8F71-5051A75F8CD4}"/>
              </a:ext>
            </a:extLst>
          </p:cNvPr>
          <p:cNvSpPr/>
          <p:nvPr/>
        </p:nvSpPr>
        <p:spPr>
          <a:xfrm>
            <a:off x="3945901" y="3522768"/>
            <a:ext cx="215029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venir Next LT Pro Light" panose="020B0304020202020204" pitchFamily="34" charset="0"/>
              </a:rPr>
              <a:t>Analysis and Evaluation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055A854-4CC7-42C2-A304-4B46DCAF2D0B}"/>
              </a:ext>
            </a:extLst>
          </p:cNvPr>
          <p:cNvSpPr/>
          <p:nvPr/>
        </p:nvSpPr>
        <p:spPr>
          <a:xfrm>
            <a:off x="10336138" y="3563323"/>
            <a:ext cx="215029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venir Next LT Pro Light" panose="020B0304020202020204" pitchFamily="34" charset="0"/>
              </a:rPr>
              <a:t>Analysis and Evaluation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80508AD-DCCF-4AA7-942B-19C0A85BD993}"/>
              </a:ext>
            </a:extLst>
          </p:cNvPr>
          <p:cNvSpPr/>
          <p:nvPr/>
        </p:nvSpPr>
        <p:spPr>
          <a:xfrm>
            <a:off x="8825998" y="3662269"/>
            <a:ext cx="2433463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venir Next LT Pro Light" panose="020B0304020202020204" pitchFamily="34" charset="0"/>
              </a:rPr>
              <a:t>Author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99EC63C-FBBB-4C78-88BE-31208063404A}"/>
              </a:ext>
            </a:extLst>
          </p:cNvPr>
          <p:cNvSpPr/>
          <p:nvPr/>
        </p:nvSpPr>
        <p:spPr>
          <a:xfrm>
            <a:off x="7594786" y="3766597"/>
            <a:ext cx="2433463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venir Next LT Pro Light" panose="020B0304020202020204" pitchFamily="34" charset="0"/>
              </a:rPr>
              <a:t>Content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DBFF5BA-03ED-4665-998E-B1B959551643}"/>
              </a:ext>
            </a:extLst>
          </p:cNvPr>
          <p:cNvSpPr/>
          <p:nvPr/>
        </p:nvSpPr>
        <p:spPr>
          <a:xfrm>
            <a:off x="1512996" y="2841540"/>
            <a:ext cx="4603867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briola" panose="04040605051002020D02" pitchFamily="82" charset="0"/>
              </a:rPr>
              <a:t>Supporting the Lead Argument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74D119A-1B9A-498C-B6E3-C21DDA9DCFA9}"/>
              </a:ext>
            </a:extLst>
          </p:cNvPr>
          <p:cNvSpPr/>
          <p:nvPr/>
        </p:nvSpPr>
        <p:spPr>
          <a:xfrm>
            <a:off x="7594691" y="2757688"/>
            <a:ext cx="418788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briola" panose="04040605051002020D02" pitchFamily="82" charset="0"/>
              </a:rPr>
              <a:t>Supporting the Lead Argument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895D4C8-D2DB-4682-AC48-964F4C23132F}"/>
              </a:ext>
            </a:extLst>
          </p:cNvPr>
          <p:cNvSpPr/>
          <p:nvPr/>
        </p:nvSpPr>
        <p:spPr>
          <a:xfrm>
            <a:off x="4352414" y="4408718"/>
            <a:ext cx="3430777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briola" panose="04040605051002020D02" pitchFamily="82" charset="0"/>
              </a:rPr>
              <a:t>Mini-Conclusion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84E154C-CF6A-41FA-A8EF-F9B907C7A9E9}"/>
              </a:ext>
            </a:extLst>
          </p:cNvPr>
          <p:cNvSpPr/>
          <p:nvPr/>
        </p:nvSpPr>
        <p:spPr>
          <a:xfrm>
            <a:off x="3225861" y="5598558"/>
            <a:ext cx="2433463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venir Next LT Pro Light" panose="020B0304020202020204" pitchFamily="34" charset="0"/>
              </a:rPr>
              <a:t>Judgement &amp; Reflection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00EA4E7-B5B3-4838-BFD7-2B7951FC6C84}"/>
              </a:ext>
            </a:extLst>
          </p:cNvPr>
          <p:cNvSpPr/>
          <p:nvPr/>
        </p:nvSpPr>
        <p:spPr>
          <a:xfrm>
            <a:off x="6377250" y="5593368"/>
            <a:ext cx="2433463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venir Next LT Pro Light" panose="020B0304020202020204" pitchFamily="34" charset="0"/>
              </a:rPr>
              <a:t>Methodology Evaluation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92F169F-F070-48B7-B77F-E2E27ABE8A5C}"/>
              </a:ext>
            </a:extLst>
          </p:cNvPr>
          <p:cNvCxnSpPr/>
          <p:nvPr/>
        </p:nvCxnSpPr>
        <p:spPr>
          <a:xfrm flipH="1">
            <a:off x="7118836" y="3237409"/>
            <a:ext cx="1544875" cy="1498630"/>
          </a:xfrm>
          <a:prstGeom prst="line">
            <a:avLst/>
          </a:prstGeom>
          <a:ln>
            <a:solidFill>
              <a:srgbClr val="5DA2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00EDA23-7FD8-477C-968A-5478E028FD7B}"/>
              </a:ext>
            </a:extLst>
          </p:cNvPr>
          <p:cNvCxnSpPr>
            <a:cxnSpLocks/>
          </p:cNvCxnSpPr>
          <p:nvPr/>
        </p:nvCxnSpPr>
        <p:spPr>
          <a:xfrm>
            <a:off x="3894274" y="3410746"/>
            <a:ext cx="1124635" cy="1333251"/>
          </a:xfrm>
          <a:prstGeom prst="line">
            <a:avLst/>
          </a:prstGeom>
          <a:ln>
            <a:solidFill>
              <a:srgbClr val="5DA2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9BDB326-CDF3-472C-BD72-1D8B08329759}"/>
              </a:ext>
            </a:extLst>
          </p:cNvPr>
          <p:cNvCxnSpPr>
            <a:cxnSpLocks/>
          </p:cNvCxnSpPr>
          <p:nvPr/>
        </p:nvCxnSpPr>
        <p:spPr>
          <a:xfrm flipV="1">
            <a:off x="4597118" y="4897986"/>
            <a:ext cx="564459" cy="717596"/>
          </a:xfrm>
          <a:prstGeom prst="line">
            <a:avLst/>
          </a:prstGeom>
          <a:ln>
            <a:solidFill>
              <a:srgbClr val="5DA2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CCF7B24-786E-44CE-BF4D-CCB09AC160CE}"/>
              </a:ext>
            </a:extLst>
          </p:cNvPr>
          <p:cNvCxnSpPr>
            <a:cxnSpLocks/>
          </p:cNvCxnSpPr>
          <p:nvPr/>
        </p:nvCxnSpPr>
        <p:spPr>
          <a:xfrm flipH="1" flipV="1">
            <a:off x="6769824" y="4944158"/>
            <a:ext cx="538329" cy="698546"/>
          </a:xfrm>
          <a:prstGeom prst="line">
            <a:avLst/>
          </a:prstGeom>
          <a:ln>
            <a:solidFill>
              <a:srgbClr val="5DA2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E589064-EC59-83A8-A636-867B1C76D28A}"/>
              </a:ext>
            </a:extLst>
          </p:cNvPr>
          <p:cNvCxnSpPr>
            <a:cxnSpLocks/>
          </p:cNvCxnSpPr>
          <p:nvPr/>
        </p:nvCxnSpPr>
        <p:spPr>
          <a:xfrm>
            <a:off x="8868298" y="3216711"/>
            <a:ext cx="0" cy="603217"/>
          </a:xfrm>
          <a:prstGeom prst="line">
            <a:avLst/>
          </a:prstGeom>
          <a:ln>
            <a:solidFill>
              <a:srgbClr val="5DA2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3373DE4-7324-CEFB-EBFE-B6E888F765D5}"/>
              </a:ext>
            </a:extLst>
          </p:cNvPr>
          <p:cNvCxnSpPr>
            <a:cxnSpLocks/>
          </p:cNvCxnSpPr>
          <p:nvPr/>
        </p:nvCxnSpPr>
        <p:spPr>
          <a:xfrm>
            <a:off x="10036944" y="3252885"/>
            <a:ext cx="5785" cy="462661"/>
          </a:xfrm>
          <a:prstGeom prst="line">
            <a:avLst/>
          </a:prstGeom>
          <a:ln>
            <a:solidFill>
              <a:srgbClr val="5DA2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99FA279-7FAE-81D8-FCF1-CFB4C5745C15}"/>
              </a:ext>
            </a:extLst>
          </p:cNvPr>
          <p:cNvCxnSpPr>
            <a:cxnSpLocks/>
          </p:cNvCxnSpPr>
          <p:nvPr/>
        </p:nvCxnSpPr>
        <p:spPr>
          <a:xfrm>
            <a:off x="11083768" y="3269273"/>
            <a:ext cx="478177" cy="392996"/>
          </a:xfrm>
          <a:prstGeom prst="line">
            <a:avLst/>
          </a:prstGeom>
          <a:ln>
            <a:solidFill>
              <a:srgbClr val="5DA2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FB489DC-98B9-6D49-AE45-4E8D8B9DB179}"/>
              </a:ext>
            </a:extLst>
          </p:cNvPr>
          <p:cNvCxnSpPr>
            <a:cxnSpLocks/>
          </p:cNvCxnSpPr>
          <p:nvPr/>
        </p:nvCxnSpPr>
        <p:spPr>
          <a:xfrm>
            <a:off x="8593603" y="1910217"/>
            <a:ext cx="1434646" cy="1025852"/>
          </a:xfrm>
          <a:prstGeom prst="line">
            <a:avLst/>
          </a:prstGeom>
          <a:ln>
            <a:solidFill>
              <a:srgbClr val="5DA2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B70A617-E06E-2283-6D8C-6734D5E3898A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9837771" y="1737468"/>
            <a:ext cx="645057" cy="251975"/>
          </a:xfrm>
          <a:prstGeom prst="line">
            <a:avLst/>
          </a:prstGeom>
          <a:ln>
            <a:solidFill>
              <a:srgbClr val="5DA2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73CEAA6-C3A7-D185-4EAF-00742AFDCBF7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7078000" y="1729550"/>
            <a:ext cx="705191" cy="155059"/>
          </a:xfrm>
          <a:prstGeom prst="line">
            <a:avLst/>
          </a:prstGeom>
          <a:ln>
            <a:solidFill>
              <a:srgbClr val="5DA2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AE408C5-908D-9010-CA63-764D5D56F86E}"/>
              </a:ext>
            </a:extLst>
          </p:cNvPr>
          <p:cNvCxnSpPr>
            <a:cxnSpLocks/>
          </p:cNvCxnSpPr>
          <p:nvPr/>
        </p:nvCxnSpPr>
        <p:spPr>
          <a:xfrm>
            <a:off x="8354866" y="1873384"/>
            <a:ext cx="12569" cy="479291"/>
          </a:xfrm>
          <a:prstGeom prst="line">
            <a:avLst/>
          </a:prstGeom>
          <a:ln>
            <a:solidFill>
              <a:srgbClr val="5DA2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1F95F99-AB7B-08B1-1D8B-06868A3A9D21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3599487" y="3390279"/>
            <a:ext cx="1112" cy="561656"/>
          </a:xfrm>
          <a:prstGeom prst="line">
            <a:avLst/>
          </a:prstGeom>
          <a:ln>
            <a:solidFill>
              <a:srgbClr val="5DA2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C78E3F12-A0CA-D1EE-BAD0-BAC553BD4F62}"/>
              </a:ext>
            </a:extLst>
          </p:cNvPr>
          <p:cNvCxnSpPr>
            <a:cxnSpLocks/>
          </p:cNvCxnSpPr>
          <p:nvPr/>
        </p:nvCxnSpPr>
        <p:spPr>
          <a:xfrm>
            <a:off x="4395469" y="3342999"/>
            <a:ext cx="517696" cy="237305"/>
          </a:xfrm>
          <a:prstGeom prst="line">
            <a:avLst/>
          </a:prstGeom>
          <a:ln>
            <a:solidFill>
              <a:srgbClr val="5DA2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E8556876-1B35-225B-EE8A-3D8A4A0BC146}"/>
              </a:ext>
            </a:extLst>
          </p:cNvPr>
          <p:cNvCxnSpPr>
            <a:cxnSpLocks/>
            <a:endCxn id="31" idx="0"/>
          </p:cNvCxnSpPr>
          <p:nvPr/>
        </p:nvCxnSpPr>
        <p:spPr>
          <a:xfrm flipH="1">
            <a:off x="2274146" y="3342463"/>
            <a:ext cx="417779" cy="341515"/>
          </a:xfrm>
          <a:prstGeom prst="line">
            <a:avLst/>
          </a:prstGeom>
          <a:ln>
            <a:solidFill>
              <a:srgbClr val="5DA2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ECD2FF8A-337B-C48C-0907-AB252CCD1292}"/>
              </a:ext>
            </a:extLst>
          </p:cNvPr>
          <p:cNvCxnSpPr>
            <a:cxnSpLocks/>
          </p:cNvCxnSpPr>
          <p:nvPr/>
        </p:nvCxnSpPr>
        <p:spPr>
          <a:xfrm>
            <a:off x="3622010" y="1882891"/>
            <a:ext cx="436973" cy="344763"/>
          </a:xfrm>
          <a:prstGeom prst="line">
            <a:avLst/>
          </a:prstGeom>
          <a:ln>
            <a:solidFill>
              <a:srgbClr val="5DA2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4E3A2AE-915F-FFC4-F722-EFCB3396B99F}"/>
              </a:ext>
            </a:extLst>
          </p:cNvPr>
          <p:cNvCxnSpPr>
            <a:cxnSpLocks/>
          </p:cNvCxnSpPr>
          <p:nvPr/>
        </p:nvCxnSpPr>
        <p:spPr>
          <a:xfrm flipH="1">
            <a:off x="1298601" y="1737468"/>
            <a:ext cx="883043" cy="226478"/>
          </a:xfrm>
          <a:prstGeom prst="line">
            <a:avLst/>
          </a:prstGeom>
          <a:ln>
            <a:solidFill>
              <a:srgbClr val="5DA2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5836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amsChannelId xmlns="c6ccb7aa-ff4d-4f88-acae-222ac2230cfc" xsi:nil="true"/>
    <FolderType xmlns="c6ccb7aa-ff4d-4f88-acae-222ac2230cfc" xsi:nil="true"/>
    <Teachers xmlns="c6ccb7aa-ff4d-4f88-acae-222ac2230cfc">
      <UserInfo>
        <DisplayName/>
        <AccountId xsi:nil="true"/>
        <AccountType/>
      </UserInfo>
    </Teachers>
    <Has_Teacher_Only_SectionGroup xmlns="c6ccb7aa-ff4d-4f88-acae-222ac2230cfc" xsi:nil="true"/>
    <DefaultSectionNames xmlns="c6ccb7aa-ff4d-4f88-acae-222ac2230cfc" xsi:nil="true"/>
    <Is_Collaboration_Space_Locked xmlns="c6ccb7aa-ff4d-4f88-acae-222ac2230cfc" xsi:nil="true"/>
    <Invited_Teachers xmlns="c6ccb7aa-ff4d-4f88-acae-222ac2230cfc" xsi:nil="true"/>
    <Invited_Students xmlns="c6ccb7aa-ff4d-4f88-acae-222ac2230cfc" xsi:nil="true"/>
    <Owner xmlns="c6ccb7aa-ff4d-4f88-acae-222ac2230cfc">
      <UserInfo>
        <DisplayName/>
        <AccountId xsi:nil="true"/>
        <AccountType/>
      </UserInfo>
    </Owner>
    <Students xmlns="c6ccb7aa-ff4d-4f88-acae-222ac2230cfc">
      <UserInfo>
        <DisplayName/>
        <AccountId xsi:nil="true"/>
        <AccountType/>
      </UserInfo>
    </Students>
    <IsNotebookLocked xmlns="c6ccb7aa-ff4d-4f88-acae-222ac2230cfc" xsi:nil="true"/>
    <NotebookType xmlns="c6ccb7aa-ff4d-4f88-acae-222ac2230cfc" xsi:nil="true"/>
    <CultureName xmlns="c6ccb7aa-ff4d-4f88-acae-222ac2230cfc" xsi:nil="true"/>
    <Student_Groups xmlns="c6ccb7aa-ff4d-4f88-acae-222ac2230cfc">
      <UserInfo>
        <DisplayName/>
        <AccountId xsi:nil="true"/>
        <AccountType/>
      </UserInfo>
    </Student_Groups>
    <AppVersion xmlns="c6ccb7aa-ff4d-4f88-acae-222ac2230cfc" xsi:nil="true"/>
    <Templates xmlns="c6ccb7aa-ff4d-4f88-acae-222ac2230cfc" xsi:nil="true"/>
    <Self_Registration_Enabled xmlns="c6ccb7aa-ff4d-4f88-acae-222ac2230cf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355535D460FE458CD10228CB604376" ma:contentTypeVersion="31" ma:contentTypeDescription="Create a new document." ma:contentTypeScope="" ma:versionID="95abcfbeb58cf93e7695fee3e1c31f7f">
  <xsd:schema xmlns:xsd="http://www.w3.org/2001/XMLSchema" xmlns:xs="http://www.w3.org/2001/XMLSchema" xmlns:p="http://schemas.microsoft.com/office/2006/metadata/properties" xmlns:ns3="4393300b-13af-418c-8259-21dfa31a8637" xmlns:ns4="c6ccb7aa-ff4d-4f88-acae-222ac2230cfc" targetNamespace="http://schemas.microsoft.com/office/2006/metadata/properties" ma:root="true" ma:fieldsID="5ccdf3ab119fb100556757bffad60810" ns3:_="" ns4:_="">
    <xsd:import namespace="4393300b-13af-418c-8259-21dfa31a8637"/>
    <xsd:import namespace="c6ccb7aa-ff4d-4f88-acae-222ac2230cfc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NotebookType" minOccurs="0"/>
                <xsd:element ref="ns4:FolderType" minOccurs="0"/>
                <xsd:element ref="ns4:CultureName" minOccurs="0"/>
                <xsd:element ref="ns4:AppVersion" minOccurs="0"/>
                <xsd:element ref="ns4:TeamsChannelId" minOccurs="0"/>
                <xsd:element ref="ns4:Owner" minOccurs="0"/>
                <xsd:element ref="ns4:DefaultSectionNames" minOccurs="0"/>
                <xsd:element ref="ns4:Templates" minOccurs="0"/>
                <xsd:element ref="ns4:Teachers" minOccurs="0"/>
                <xsd:element ref="ns4:Students" minOccurs="0"/>
                <xsd:element ref="ns4:Student_Groups" minOccurs="0"/>
                <xsd:element ref="ns4:Invited_Teachers" minOccurs="0"/>
                <xsd:element ref="ns4:Invited_Students" minOccurs="0"/>
                <xsd:element ref="ns4:Self_Registration_Enabled" minOccurs="0"/>
                <xsd:element ref="ns4:Has_Teacher_Only_SectionGroup" minOccurs="0"/>
                <xsd:element ref="ns4:Is_Collaboration_Space_Locked" minOccurs="0"/>
                <xsd:element ref="ns4:IsNotebookLocked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MediaServiceOCR" minOccurs="0"/>
                <xsd:element ref="ns4:MediaServiceLocation" minOccurs="0"/>
                <xsd:element ref="ns4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93300b-13af-418c-8259-21dfa31a863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ccb7aa-ff4d-4f88-acae-222ac2230c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NotebookType" ma:index="13" nillable="true" ma:displayName="Notebook Type" ma:internalName="NotebookType">
      <xsd:simpleType>
        <xsd:restriction base="dms:Text"/>
      </xsd:simpleType>
    </xsd:element>
    <xsd:element name="FolderType" ma:index="14" nillable="true" ma:displayName="Folder Type" ma:internalName="FolderType">
      <xsd:simpleType>
        <xsd:restriction base="dms:Text"/>
      </xsd:simpleType>
    </xsd:element>
    <xsd:element name="CultureName" ma:index="15" nillable="true" ma:displayName="Culture Name" ma:internalName="CultureName">
      <xsd:simpleType>
        <xsd:restriction base="dms:Text"/>
      </xsd:simpleType>
    </xsd:element>
    <xsd:element name="AppVersion" ma:index="16" nillable="true" ma:displayName="App Version" ma:internalName="AppVersion">
      <xsd:simpleType>
        <xsd:restriction base="dms:Text"/>
      </xsd:simpleType>
    </xsd:element>
    <xsd:element name="TeamsChannelId" ma:index="17" nillable="true" ma:displayName="Teams Channel Id" ma:internalName="TeamsChannelId">
      <xsd:simpleType>
        <xsd:restriction base="dms:Text"/>
      </xsd:simpleType>
    </xsd:element>
    <xsd:element name="Owner" ma:index="18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efaultSectionNames" ma:index="19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0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1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2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23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Invited_Teachers" ma:index="24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5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6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7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8" nillable="true" ma:displayName="Is Collaboration Space Locked" ma:internalName="Is_Collaboration_Space_Locked">
      <xsd:simpleType>
        <xsd:restriction base="dms:Boolean"/>
      </xsd:simpleType>
    </xsd:element>
    <xsd:element name="IsNotebookLocked" ma:index="29" nillable="true" ma:displayName="Is Notebook Locked" ma:internalName="IsNotebookLocked">
      <xsd:simpleType>
        <xsd:restriction base="dms:Boolean"/>
      </xsd:simpleType>
    </xsd:element>
    <xsd:element name="MediaServiceDateTaken" ma:index="3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31" nillable="true" ma:displayName="Tags" ma:internalName="MediaServiceAutoTags" ma:readOnly="true">
      <xsd:simpleType>
        <xsd:restriction base="dms:Text"/>
      </xsd:simpleType>
    </xsd:element>
    <xsd:element name="MediaServiceGenerationTime" ma:index="3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3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3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3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37" nillable="true" ma:displayName="Location" ma:internalName="MediaServiceLocation" ma:readOnly="true">
      <xsd:simpleType>
        <xsd:restriction base="dms:Text"/>
      </xsd:simpleType>
    </xsd:element>
    <xsd:element name="MediaLengthInSeconds" ma:index="38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A56D1E4-D48A-4F4B-B76E-A008EBBABB08}">
  <ds:schemaRefs>
    <ds:schemaRef ds:uri="4393300b-13af-418c-8259-21dfa31a8637"/>
    <ds:schemaRef ds:uri="http://purl.org/dc/elements/1.1/"/>
    <ds:schemaRef ds:uri="http://schemas.microsoft.com/office/2006/documentManagement/types"/>
    <ds:schemaRef ds:uri="c6ccb7aa-ff4d-4f88-acae-222ac2230cfc"/>
    <ds:schemaRef ds:uri="http://purl.org/dc/dcmitype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D6360F4-E2FC-407A-A921-6B92B4B7106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E644A63-214E-4C07-83D9-01C7E5AE0C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393300b-13af-418c-8259-21dfa31a8637"/>
    <ds:schemaRef ds:uri="c6ccb7aa-ff4d-4f88-acae-222ac2230cf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467</Words>
  <Application>Microsoft Office PowerPoint</Application>
  <PresentationFormat>Widescreen</PresentationFormat>
  <Paragraphs>109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2" baseType="lpstr">
      <vt:lpstr>Aharoni</vt:lpstr>
      <vt:lpstr>Aldhabi</vt:lpstr>
      <vt:lpstr>Arial</vt:lpstr>
      <vt:lpstr>Avenir Next LT Pro Light</vt:lpstr>
      <vt:lpstr>AvenirNext LT Pro Regular</vt:lpstr>
      <vt:lpstr>Calibri</vt:lpstr>
      <vt:lpstr>Calibri Light</vt:lpstr>
      <vt:lpstr>Century Gothic</vt:lpstr>
      <vt:lpstr>Courier New</vt:lpstr>
      <vt:lpstr>Felix Titling</vt:lpstr>
      <vt:lpstr>Gabriola</vt:lpstr>
      <vt:lpstr>Modern Love Grunge</vt:lpstr>
      <vt:lpstr>office theme</vt:lpstr>
      <vt:lpstr>A-Level Global Essay Blocking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A-Level Global Essay Blocking</dc:title>
  <dc:creator>BUTTON BLAIR KATHLEEN</dc:creator>
  <cp:lastModifiedBy>Crihfield Sandy</cp:lastModifiedBy>
  <cp:revision>2</cp:revision>
  <dcterms:created xsi:type="dcterms:W3CDTF">2022-05-10T18:12:45Z</dcterms:created>
  <dcterms:modified xsi:type="dcterms:W3CDTF">2022-05-13T15:31:22Z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0x010100E1355535D460FE458CD10228CB604376</vt:lpwstr>
  </property>
</Properties>
</file>