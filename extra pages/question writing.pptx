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32" r:id="rId2"/>
  </p:sldMasterIdLst>
  <p:notesMasterIdLst>
    <p:notesMasterId r:id="rId10"/>
  </p:notesMasterIdLst>
  <p:handoutMasterIdLst>
    <p:handoutMasterId r:id="rId11"/>
  </p:handoutMasterIdLst>
  <p:sldIdLst>
    <p:sldId id="257" r:id="rId3"/>
    <p:sldId id="258" r:id="rId4"/>
    <p:sldId id="266" r:id="rId5"/>
    <p:sldId id="265" r:id="rId6"/>
    <p:sldId id="267" r:id="rId7"/>
    <p:sldId id="268"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howGuides="1">
      <p:cViewPr varScale="1">
        <p:scale>
          <a:sx n="74" d="100"/>
          <a:sy n="74" d="100"/>
        </p:scale>
        <p:origin x="-552" y="-90"/>
      </p:cViewPr>
      <p:guideLst>
        <p:guide orient="horz" pos="2160"/>
        <p:guide pos="3840"/>
      </p:guideLst>
    </p:cSldViewPr>
  </p:slideViewPr>
  <p:notesTextViewPr>
    <p:cViewPr>
      <p:scale>
        <a:sx n="1" d="1"/>
        <a:sy n="1" d="1"/>
      </p:scale>
      <p:origin x="0" y="0"/>
    </p:cViewPr>
  </p:notesTextViewPr>
  <p:notesViewPr>
    <p:cSldViewPr>
      <p:cViewPr varScale="1">
        <p:scale>
          <a:sx n="76" d="100"/>
          <a:sy n="76" d="100"/>
        </p:scale>
        <p:origin x="24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442EA2-39BA-4C9A-AD59-755D4917D532}" type="doc">
      <dgm:prSet loTypeId="urn:microsoft.com/office/officeart/2008/layout/AscendingPictureAccentProcess" loCatId="picture" qsTypeId="urn:microsoft.com/office/officeart/2005/8/quickstyle/simple4" qsCatId="simple" csTypeId="urn:microsoft.com/office/officeart/2005/8/colors/accent1_2" csCatId="accent1" phldr="1"/>
      <dgm:spPr/>
      <dgm:t>
        <a:bodyPr/>
        <a:lstStyle/>
        <a:p>
          <a:endParaRPr lang="en-US"/>
        </a:p>
      </dgm:t>
    </dgm:pt>
    <dgm:pt modelId="{4DF9FE7B-F642-4898-A360-D4E3814E1A3D}">
      <dgm:prSet phldrT="[Text]"/>
      <dgm:spPr/>
      <dgm:t>
        <a:bodyPr/>
        <a:lstStyle/>
        <a:p>
          <a:r>
            <a:rPr lang="en-US" dirty="0" smtClean="0"/>
            <a:t>IS IT GLOBAL?</a:t>
          </a:r>
          <a:endParaRPr lang="en-US" dirty="0"/>
        </a:p>
      </dgm:t>
    </dgm:pt>
    <dgm:pt modelId="{1C10F06D-860A-4604-A7AD-02E614FE3976}" type="parTrans" cxnId="{EBD8BE8D-6018-43E2-B081-034BB5656EB6}">
      <dgm:prSet/>
      <dgm:spPr/>
      <dgm:t>
        <a:bodyPr/>
        <a:lstStyle/>
        <a:p>
          <a:endParaRPr lang="en-US"/>
        </a:p>
      </dgm:t>
    </dgm:pt>
    <dgm:pt modelId="{43C18EFF-81FC-4D70-8C6B-E95FF3730413}" type="sibTrans" cxnId="{EBD8BE8D-6018-43E2-B081-034BB5656EB6}">
      <dgm:prSet/>
      <dgm:spPr/>
      <dgm:t>
        <a:bodyPr/>
        <a:lstStyle/>
        <a:p>
          <a:endParaRPr lang="en-US"/>
        </a:p>
      </dgm:t>
    </dgm:pt>
    <dgm:pt modelId="{EFF2750D-B4B3-474C-8B62-8B638DC31F7E}">
      <dgm:prSet phldrT="[Text]"/>
      <dgm:spPr/>
      <dgm:t>
        <a:bodyPr/>
        <a:lstStyle/>
        <a:p>
          <a:endParaRPr lang="en-US" dirty="0"/>
        </a:p>
      </dgm:t>
    </dgm:pt>
    <dgm:pt modelId="{AEBC78E6-CDDC-4C8F-A157-3C51E907FACD}" type="parTrans" cxnId="{A058DDA2-48CA-4E5B-B389-F71A59C262B0}">
      <dgm:prSet/>
      <dgm:spPr/>
      <dgm:t>
        <a:bodyPr/>
        <a:lstStyle/>
        <a:p>
          <a:endParaRPr lang="en-US"/>
        </a:p>
      </dgm:t>
    </dgm:pt>
    <dgm:pt modelId="{75C067D7-FCD2-4969-8F27-4BBDA88E75ED}" type="sibTrans" cxnId="{A058DDA2-48CA-4E5B-B389-F71A59C262B0}">
      <dgm:prSet/>
      <dgm:spPr/>
      <dgm:t>
        <a:bodyPr/>
        <a:lstStyle/>
        <a:p>
          <a:endParaRPr lang="en-US"/>
        </a:p>
      </dgm:t>
    </dgm:pt>
    <dgm:pt modelId="{3929B1E1-4BC4-4C73-ABE8-27CEF96A3652}">
      <dgm:prSet phldrT="[Text]"/>
      <dgm:spPr/>
      <dgm:t>
        <a:bodyPr/>
        <a:lstStyle/>
        <a:p>
          <a:r>
            <a:rPr lang="en-US" dirty="0" smtClean="0"/>
            <a:t>IS IT OPEN ENDED?</a:t>
          </a:r>
          <a:endParaRPr lang="en-US" dirty="0"/>
        </a:p>
      </dgm:t>
    </dgm:pt>
    <dgm:pt modelId="{F356CC76-9117-4B79-A270-BBBAFD3E9C79}" type="parTrans" cxnId="{1339090C-9A95-4C05-841C-FA3AF987601B}">
      <dgm:prSet/>
      <dgm:spPr/>
      <dgm:t>
        <a:bodyPr/>
        <a:lstStyle/>
        <a:p>
          <a:endParaRPr lang="en-US"/>
        </a:p>
      </dgm:t>
    </dgm:pt>
    <dgm:pt modelId="{19BA0C22-38BB-4E9F-89D5-0FF5FF9F12CE}" type="sibTrans" cxnId="{1339090C-9A95-4C05-841C-FA3AF987601B}">
      <dgm:prSet/>
      <dgm:spPr/>
      <dgm:t>
        <a:bodyPr/>
        <a:lstStyle/>
        <a:p>
          <a:endParaRPr lang="en-US"/>
        </a:p>
      </dgm:t>
    </dgm:pt>
    <dgm:pt modelId="{99E0600D-9954-43F4-8926-13B8777FAAA1}">
      <dgm:prSet phldrT="[Text]"/>
      <dgm:spPr/>
      <dgm:t>
        <a:bodyPr/>
        <a:lstStyle/>
        <a:p>
          <a:endParaRPr lang="en-US" dirty="0"/>
        </a:p>
      </dgm:t>
    </dgm:pt>
    <dgm:pt modelId="{BE23F476-2C5C-42ED-BF2B-CD5FC7ADDDF6}" type="parTrans" cxnId="{09FCCB9D-A30A-4326-970E-26252D39327F}">
      <dgm:prSet/>
      <dgm:spPr/>
      <dgm:t>
        <a:bodyPr/>
        <a:lstStyle/>
        <a:p>
          <a:endParaRPr lang="en-US"/>
        </a:p>
      </dgm:t>
    </dgm:pt>
    <dgm:pt modelId="{C44937DC-4907-4769-AA8B-1B3E7391D7B0}" type="sibTrans" cxnId="{09FCCB9D-A30A-4326-970E-26252D39327F}">
      <dgm:prSet/>
      <dgm:spPr/>
      <dgm:t>
        <a:bodyPr/>
        <a:lstStyle/>
        <a:p>
          <a:endParaRPr lang="en-US"/>
        </a:p>
      </dgm:t>
    </dgm:pt>
    <dgm:pt modelId="{60CDF8D0-D4FC-4467-A51E-79C5A58B0B2C}">
      <dgm:prSet phldrT="[Text]"/>
      <dgm:spPr/>
      <dgm:t>
        <a:bodyPr/>
        <a:lstStyle/>
        <a:p>
          <a:r>
            <a:rPr lang="en-US" dirty="0" smtClean="0"/>
            <a:t>IS IT ORIGINAL?</a:t>
          </a:r>
          <a:endParaRPr lang="en-US" dirty="0"/>
        </a:p>
      </dgm:t>
    </dgm:pt>
    <dgm:pt modelId="{E12A269F-AB82-486A-9077-80F2BBBE48C2}" type="parTrans" cxnId="{2BA65DEC-E719-4ED3-8135-48349D42DD04}">
      <dgm:prSet/>
      <dgm:spPr/>
      <dgm:t>
        <a:bodyPr/>
        <a:lstStyle/>
        <a:p>
          <a:endParaRPr lang="en-US"/>
        </a:p>
      </dgm:t>
    </dgm:pt>
    <dgm:pt modelId="{3F7FD59D-A716-4310-A89A-AB6F740D9FFF}" type="sibTrans" cxnId="{2BA65DEC-E719-4ED3-8135-48349D42DD04}">
      <dgm:prSet/>
      <dgm:spPr/>
      <dgm:t>
        <a:bodyPr/>
        <a:lstStyle/>
        <a:p>
          <a:endParaRPr lang="en-US"/>
        </a:p>
      </dgm:t>
    </dgm:pt>
    <dgm:pt modelId="{50629C12-7464-4473-ADEF-1A284F8A9957}">
      <dgm:prSet phldrT="[Text]"/>
      <dgm:spPr/>
      <dgm:t>
        <a:bodyPr/>
        <a:lstStyle/>
        <a:p>
          <a:endParaRPr lang="en-US" dirty="0"/>
        </a:p>
      </dgm:t>
    </dgm:pt>
    <dgm:pt modelId="{9D1CB46C-0CFA-4B27-9224-267431FBD094}" type="parTrans" cxnId="{1D32FCC9-657C-4348-9C0D-52115D559FEB}">
      <dgm:prSet/>
      <dgm:spPr/>
      <dgm:t>
        <a:bodyPr/>
        <a:lstStyle/>
        <a:p>
          <a:endParaRPr lang="en-US"/>
        </a:p>
      </dgm:t>
    </dgm:pt>
    <dgm:pt modelId="{4576BCC5-0598-4332-A2E7-87AC3ADD4EB8}" type="sibTrans" cxnId="{1D32FCC9-657C-4348-9C0D-52115D559FEB}">
      <dgm:prSet/>
      <dgm:spPr/>
      <dgm:t>
        <a:bodyPr/>
        <a:lstStyle/>
        <a:p>
          <a:endParaRPr lang="en-US"/>
        </a:p>
      </dgm:t>
    </dgm:pt>
    <dgm:pt modelId="{9FB66097-88F7-42ED-9AE3-1130FF2208E7}" type="pres">
      <dgm:prSet presAssocID="{3F442EA2-39BA-4C9A-AD59-755D4917D532}" presName="Name0" presStyleCnt="0">
        <dgm:presLayoutVars>
          <dgm:chMax val="7"/>
          <dgm:chPref val="7"/>
          <dgm:dir/>
        </dgm:presLayoutVars>
      </dgm:prSet>
      <dgm:spPr/>
      <dgm:t>
        <a:bodyPr/>
        <a:lstStyle/>
        <a:p>
          <a:endParaRPr lang="en-US"/>
        </a:p>
      </dgm:t>
    </dgm:pt>
    <dgm:pt modelId="{F4B5EF72-EDB1-4C63-8F32-5EE2CC3CB433}" type="pres">
      <dgm:prSet presAssocID="{3F442EA2-39BA-4C9A-AD59-755D4917D532}" presName="dot1" presStyleLbl="alignNode1" presStyleIdx="0" presStyleCnt="12"/>
      <dgm:spPr/>
      <dgm:t>
        <a:bodyPr/>
        <a:lstStyle/>
        <a:p>
          <a:endParaRPr lang="en-US"/>
        </a:p>
      </dgm:t>
    </dgm:pt>
    <dgm:pt modelId="{61C8C866-BA71-46B2-A4CF-9A7CD85CBA5C}" type="pres">
      <dgm:prSet presAssocID="{3F442EA2-39BA-4C9A-AD59-755D4917D532}" presName="dot2" presStyleLbl="alignNode1" presStyleIdx="1" presStyleCnt="12"/>
      <dgm:spPr/>
      <dgm:t>
        <a:bodyPr/>
        <a:lstStyle/>
        <a:p>
          <a:endParaRPr lang="en-US"/>
        </a:p>
      </dgm:t>
    </dgm:pt>
    <dgm:pt modelId="{128D4A73-5F59-482F-9AC7-4770ED935F51}" type="pres">
      <dgm:prSet presAssocID="{3F442EA2-39BA-4C9A-AD59-755D4917D532}" presName="dot3" presStyleLbl="alignNode1" presStyleIdx="2" presStyleCnt="12"/>
      <dgm:spPr/>
      <dgm:t>
        <a:bodyPr/>
        <a:lstStyle/>
        <a:p>
          <a:endParaRPr lang="en-US"/>
        </a:p>
      </dgm:t>
    </dgm:pt>
    <dgm:pt modelId="{F1FFE26C-CB04-49BD-BA0D-7BA803CE2992}" type="pres">
      <dgm:prSet presAssocID="{3F442EA2-39BA-4C9A-AD59-755D4917D532}" presName="dot4" presStyleLbl="alignNode1" presStyleIdx="3" presStyleCnt="12"/>
      <dgm:spPr/>
      <dgm:t>
        <a:bodyPr/>
        <a:lstStyle/>
        <a:p>
          <a:endParaRPr lang="en-US"/>
        </a:p>
      </dgm:t>
    </dgm:pt>
    <dgm:pt modelId="{3EC45CB5-2E3B-4EA9-A303-9F08DC9730C3}" type="pres">
      <dgm:prSet presAssocID="{3F442EA2-39BA-4C9A-AD59-755D4917D532}" presName="dot5" presStyleLbl="alignNode1" presStyleIdx="4" presStyleCnt="12"/>
      <dgm:spPr/>
      <dgm:t>
        <a:bodyPr/>
        <a:lstStyle/>
        <a:p>
          <a:endParaRPr lang="en-US"/>
        </a:p>
      </dgm:t>
    </dgm:pt>
    <dgm:pt modelId="{BCF0AB07-2053-4865-B29F-43792EE0847E}" type="pres">
      <dgm:prSet presAssocID="{3F442EA2-39BA-4C9A-AD59-755D4917D532}" presName="dotArrow1" presStyleLbl="alignNode1" presStyleIdx="5" presStyleCnt="12"/>
      <dgm:spPr/>
      <dgm:t>
        <a:bodyPr/>
        <a:lstStyle/>
        <a:p>
          <a:endParaRPr lang="en-US"/>
        </a:p>
      </dgm:t>
    </dgm:pt>
    <dgm:pt modelId="{E58ADA29-B1A7-40B7-A1FB-E807D7479E36}" type="pres">
      <dgm:prSet presAssocID="{3F442EA2-39BA-4C9A-AD59-755D4917D532}" presName="dotArrow2" presStyleLbl="alignNode1" presStyleIdx="6" presStyleCnt="12"/>
      <dgm:spPr/>
      <dgm:t>
        <a:bodyPr/>
        <a:lstStyle/>
        <a:p>
          <a:endParaRPr lang="en-US"/>
        </a:p>
      </dgm:t>
    </dgm:pt>
    <dgm:pt modelId="{86E18E9F-DB06-49C7-AE12-2140BE1B3ACB}" type="pres">
      <dgm:prSet presAssocID="{3F442EA2-39BA-4C9A-AD59-755D4917D532}" presName="dotArrow3" presStyleLbl="alignNode1" presStyleIdx="7" presStyleCnt="12"/>
      <dgm:spPr/>
      <dgm:t>
        <a:bodyPr/>
        <a:lstStyle/>
        <a:p>
          <a:endParaRPr lang="en-US"/>
        </a:p>
      </dgm:t>
    </dgm:pt>
    <dgm:pt modelId="{E068CC5B-5384-4656-8D8D-C82EEF660941}" type="pres">
      <dgm:prSet presAssocID="{3F442EA2-39BA-4C9A-AD59-755D4917D532}" presName="dotArrow4" presStyleLbl="alignNode1" presStyleIdx="8" presStyleCnt="12"/>
      <dgm:spPr/>
      <dgm:t>
        <a:bodyPr/>
        <a:lstStyle/>
        <a:p>
          <a:endParaRPr lang="en-US"/>
        </a:p>
      </dgm:t>
    </dgm:pt>
    <dgm:pt modelId="{174C872F-5B24-4F63-BD3E-0C77ED96AA20}" type="pres">
      <dgm:prSet presAssocID="{3F442EA2-39BA-4C9A-AD59-755D4917D532}" presName="dotArrow5" presStyleLbl="alignNode1" presStyleIdx="9" presStyleCnt="12"/>
      <dgm:spPr/>
      <dgm:t>
        <a:bodyPr/>
        <a:lstStyle/>
        <a:p>
          <a:endParaRPr lang="en-US"/>
        </a:p>
      </dgm:t>
    </dgm:pt>
    <dgm:pt modelId="{BB7D13DB-EF33-4AA6-B8B2-13FE718DF511}" type="pres">
      <dgm:prSet presAssocID="{3F442EA2-39BA-4C9A-AD59-755D4917D532}" presName="dotArrow6" presStyleLbl="alignNode1" presStyleIdx="10" presStyleCnt="12"/>
      <dgm:spPr/>
      <dgm:t>
        <a:bodyPr/>
        <a:lstStyle/>
        <a:p>
          <a:endParaRPr lang="en-US"/>
        </a:p>
      </dgm:t>
    </dgm:pt>
    <dgm:pt modelId="{97EEF1DA-41C0-4E24-855E-99D41F396893}" type="pres">
      <dgm:prSet presAssocID="{3F442EA2-39BA-4C9A-AD59-755D4917D532}" presName="dotArrow7" presStyleLbl="alignNode1" presStyleIdx="11" presStyleCnt="12"/>
      <dgm:spPr/>
      <dgm:t>
        <a:bodyPr/>
        <a:lstStyle/>
        <a:p>
          <a:endParaRPr lang="en-US"/>
        </a:p>
      </dgm:t>
    </dgm:pt>
    <dgm:pt modelId="{040F93A2-C4DF-4475-8A05-43662B8DE8F3}" type="pres">
      <dgm:prSet presAssocID="{4DF9FE7B-F642-4898-A360-D4E3814E1A3D}" presName="parTx1" presStyleLbl="node1" presStyleIdx="0" presStyleCnt="3"/>
      <dgm:spPr/>
      <dgm:t>
        <a:bodyPr/>
        <a:lstStyle/>
        <a:p>
          <a:endParaRPr lang="en-US"/>
        </a:p>
      </dgm:t>
    </dgm:pt>
    <dgm:pt modelId="{C5FE67C6-B94F-4655-A021-6C15141F90D5}" type="pres">
      <dgm:prSet presAssocID="{4DF9FE7B-F642-4898-A360-D4E3814E1A3D}" presName="desTx1" presStyleLbl="revTx" presStyleIdx="0" presStyleCnt="3">
        <dgm:presLayoutVars>
          <dgm:bulletEnabled val="1"/>
        </dgm:presLayoutVars>
      </dgm:prSet>
      <dgm:spPr/>
      <dgm:t>
        <a:bodyPr/>
        <a:lstStyle/>
        <a:p>
          <a:endParaRPr lang="en-US"/>
        </a:p>
      </dgm:t>
    </dgm:pt>
    <dgm:pt modelId="{1ECF935B-FD45-4896-9AF6-27543900EFA8}" type="pres">
      <dgm:prSet presAssocID="{43C18EFF-81FC-4D70-8C6B-E95FF3730413}" presName="picture1" presStyleCnt="0"/>
      <dgm:spPr/>
      <dgm:t>
        <a:bodyPr/>
        <a:lstStyle/>
        <a:p>
          <a:endParaRPr lang="en-US"/>
        </a:p>
      </dgm:t>
    </dgm:pt>
    <dgm:pt modelId="{057C8AA8-F878-489E-81C5-1D9AA3063A82}" type="pres">
      <dgm:prSet presAssocID="{43C18EFF-81FC-4D70-8C6B-E95FF3730413}" presName="imageRepeatNode" presStyleLbl="fgImgPlace1" presStyleIdx="0" presStyleCnt="3"/>
      <dgm:spPr/>
      <dgm:t>
        <a:bodyPr/>
        <a:lstStyle/>
        <a:p>
          <a:endParaRPr lang="en-US"/>
        </a:p>
      </dgm:t>
    </dgm:pt>
    <dgm:pt modelId="{5A3FFECF-91EB-4C79-B8E4-52CFFAD809FD}" type="pres">
      <dgm:prSet presAssocID="{3929B1E1-4BC4-4C73-ABE8-27CEF96A3652}" presName="parTx2" presStyleLbl="node1" presStyleIdx="1" presStyleCnt="3"/>
      <dgm:spPr/>
      <dgm:t>
        <a:bodyPr/>
        <a:lstStyle/>
        <a:p>
          <a:endParaRPr lang="en-US"/>
        </a:p>
      </dgm:t>
    </dgm:pt>
    <dgm:pt modelId="{2412DD49-829D-4142-922A-51F22F7F3A69}" type="pres">
      <dgm:prSet presAssocID="{3929B1E1-4BC4-4C73-ABE8-27CEF96A3652}" presName="desTx2" presStyleLbl="revTx" presStyleIdx="1" presStyleCnt="3">
        <dgm:presLayoutVars>
          <dgm:bulletEnabled val="1"/>
        </dgm:presLayoutVars>
      </dgm:prSet>
      <dgm:spPr/>
      <dgm:t>
        <a:bodyPr/>
        <a:lstStyle/>
        <a:p>
          <a:endParaRPr lang="en-US"/>
        </a:p>
      </dgm:t>
    </dgm:pt>
    <dgm:pt modelId="{4F3AD7D8-4169-4F82-A7DB-BC6E4D92927C}" type="pres">
      <dgm:prSet presAssocID="{19BA0C22-38BB-4E9F-89D5-0FF5FF9F12CE}" presName="picture2" presStyleCnt="0"/>
      <dgm:spPr/>
      <dgm:t>
        <a:bodyPr/>
        <a:lstStyle/>
        <a:p>
          <a:endParaRPr lang="en-US"/>
        </a:p>
      </dgm:t>
    </dgm:pt>
    <dgm:pt modelId="{F91A96EF-9968-46FF-BECE-5B975F1885C2}" type="pres">
      <dgm:prSet presAssocID="{19BA0C22-38BB-4E9F-89D5-0FF5FF9F12CE}" presName="imageRepeatNode" presStyleLbl="fgImgPlace1" presStyleIdx="1" presStyleCnt="3"/>
      <dgm:spPr/>
      <dgm:t>
        <a:bodyPr/>
        <a:lstStyle/>
        <a:p>
          <a:endParaRPr lang="en-US"/>
        </a:p>
      </dgm:t>
    </dgm:pt>
    <dgm:pt modelId="{C3035E2B-8DB2-4060-B170-EC3D2FF7CF77}" type="pres">
      <dgm:prSet presAssocID="{60CDF8D0-D4FC-4467-A51E-79C5A58B0B2C}" presName="parTx3" presStyleLbl="node1" presStyleIdx="2" presStyleCnt="3"/>
      <dgm:spPr/>
      <dgm:t>
        <a:bodyPr/>
        <a:lstStyle/>
        <a:p>
          <a:endParaRPr lang="en-US"/>
        </a:p>
      </dgm:t>
    </dgm:pt>
    <dgm:pt modelId="{2667140C-0294-4BC1-A416-3A265DF3C5BD}" type="pres">
      <dgm:prSet presAssocID="{60CDF8D0-D4FC-4467-A51E-79C5A58B0B2C}" presName="desTx3" presStyleLbl="revTx" presStyleIdx="2" presStyleCnt="3">
        <dgm:presLayoutVars>
          <dgm:bulletEnabled val="1"/>
        </dgm:presLayoutVars>
      </dgm:prSet>
      <dgm:spPr/>
      <dgm:t>
        <a:bodyPr/>
        <a:lstStyle/>
        <a:p>
          <a:endParaRPr lang="en-US"/>
        </a:p>
      </dgm:t>
    </dgm:pt>
    <dgm:pt modelId="{9287A32A-7344-4258-AC99-5F6CE1231D01}" type="pres">
      <dgm:prSet presAssocID="{3F7FD59D-A716-4310-A89A-AB6F740D9FFF}" presName="picture3" presStyleCnt="0"/>
      <dgm:spPr/>
      <dgm:t>
        <a:bodyPr/>
        <a:lstStyle/>
        <a:p>
          <a:endParaRPr lang="en-US"/>
        </a:p>
      </dgm:t>
    </dgm:pt>
    <dgm:pt modelId="{F01E6548-DFD4-4CCE-BD16-2AB93FA1A705}" type="pres">
      <dgm:prSet presAssocID="{3F7FD59D-A716-4310-A89A-AB6F740D9FFF}" presName="imageRepeatNode" presStyleLbl="fgImgPlace1" presStyleIdx="2" presStyleCnt="3"/>
      <dgm:spPr/>
      <dgm:t>
        <a:bodyPr/>
        <a:lstStyle/>
        <a:p>
          <a:endParaRPr lang="en-US"/>
        </a:p>
      </dgm:t>
    </dgm:pt>
  </dgm:ptLst>
  <dgm:cxnLst>
    <dgm:cxn modelId="{2BA65DEC-E719-4ED3-8135-48349D42DD04}" srcId="{3F442EA2-39BA-4C9A-AD59-755D4917D532}" destId="{60CDF8D0-D4FC-4467-A51E-79C5A58B0B2C}" srcOrd="2" destOrd="0" parTransId="{E12A269F-AB82-486A-9077-80F2BBBE48C2}" sibTransId="{3F7FD59D-A716-4310-A89A-AB6F740D9FFF}"/>
    <dgm:cxn modelId="{48615A62-E033-48FD-BAD4-70B77AB81B8C}" type="presOf" srcId="{3F442EA2-39BA-4C9A-AD59-755D4917D532}" destId="{9FB66097-88F7-42ED-9AE3-1130FF2208E7}" srcOrd="0" destOrd="0" presId="urn:microsoft.com/office/officeart/2008/layout/AscendingPictureAccentProcess"/>
    <dgm:cxn modelId="{1339090C-9A95-4C05-841C-FA3AF987601B}" srcId="{3F442EA2-39BA-4C9A-AD59-755D4917D532}" destId="{3929B1E1-4BC4-4C73-ABE8-27CEF96A3652}" srcOrd="1" destOrd="0" parTransId="{F356CC76-9117-4B79-A270-BBBAFD3E9C79}" sibTransId="{19BA0C22-38BB-4E9F-89D5-0FF5FF9F12CE}"/>
    <dgm:cxn modelId="{0B38E927-248C-42D3-B30E-67352B9D1963}" type="presOf" srcId="{50629C12-7464-4473-ADEF-1A284F8A9957}" destId="{2667140C-0294-4BC1-A416-3A265DF3C5BD}" srcOrd="0" destOrd="0" presId="urn:microsoft.com/office/officeart/2008/layout/AscendingPictureAccentProcess"/>
    <dgm:cxn modelId="{1D32FCC9-657C-4348-9C0D-52115D559FEB}" srcId="{60CDF8D0-D4FC-4467-A51E-79C5A58B0B2C}" destId="{50629C12-7464-4473-ADEF-1A284F8A9957}" srcOrd="0" destOrd="0" parTransId="{9D1CB46C-0CFA-4B27-9224-267431FBD094}" sibTransId="{4576BCC5-0598-4332-A2E7-87AC3ADD4EB8}"/>
    <dgm:cxn modelId="{BC4B2F8E-8959-4566-8ED9-B00B7D85A962}" type="presOf" srcId="{60CDF8D0-D4FC-4467-A51E-79C5A58B0B2C}" destId="{C3035E2B-8DB2-4060-B170-EC3D2FF7CF77}" srcOrd="0" destOrd="0" presId="urn:microsoft.com/office/officeart/2008/layout/AscendingPictureAccentProcess"/>
    <dgm:cxn modelId="{26440341-833C-4E61-8015-C4E1FE23E140}" type="presOf" srcId="{3F7FD59D-A716-4310-A89A-AB6F740D9FFF}" destId="{F01E6548-DFD4-4CCE-BD16-2AB93FA1A705}" srcOrd="0" destOrd="0" presId="urn:microsoft.com/office/officeart/2008/layout/AscendingPictureAccentProcess"/>
    <dgm:cxn modelId="{7C4B3D61-0ABC-40BD-894F-04041AE63351}" type="presOf" srcId="{EFF2750D-B4B3-474C-8B62-8B638DC31F7E}" destId="{C5FE67C6-B94F-4655-A021-6C15141F90D5}" srcOrd="0" destOrd="0" presId="urn:microsoft.com/office/officeart/2008/layout/AscendingPictureAccentProcess"/>
    <dgm:cxn modelId="{3B8249C6-3EA3-4F49-AF35-CAC2624D5F03}" type="presOf" srcId="{4DF9FE7B-F642-4898-A360-D4E3814E1A3D}" destId="{040F93A2-C4DF-4475-8A05-43662B8DE8F3}" srcOrd="0" destOrd="0" presId="urn:microsoft.com/office/officeart/2008/layout/AscendingPictureAccentProcess"/>
    <dgm:cxn modelId="{09FCCB9D-A30A-4326-970E-26252D39327F}" srcId="{3929B1E1-4BC4-4C73-ABE8-27CEF96A3652}" destId="{99E0600D-9954-43F4-8926-13B8777FAAA1}" srcOrd="0" destOrd="0" parTransId="{BE23F476-2C5C-42ED-BF2B-CD5FC7ADDDF6}" sibTransId="{C44937DC-4907-4769-AA8B-1B3E7391D7B0}"/>
    <dgm:cxn modelId="{1CF82758-98CE-40B6-95F0-56319262F531}" type="presOf" srcId="{43C18EFF-81FC-4D70-8C6B-E95FF3730413}" destId="{057C8AA8-F878-489E-81C5-1D9AA3063A82}" srcOrd="0" destOrd="0" presId="urn:microsoft.com/office/officeart/2008/layout/AscendingPictureAccentProcess"/>
    <dgm:cxn modelId="{4F9C1A86-1E3D-4478-95F7-0A7933F24704}" type="presOf" srcId="{3929B1E1-4BC4-4C73-ABE8-27CEF96A3652}" destId="{5A3FFECF-91EB-4C79-B8E4-52CFFAD809FD}" srcOrd="0" destOrd="0" presId="urn:microsoft.com/office/officeart/2008/layout/AscendingPictureAccentProcess"/>
    <dgm:cxn modelId="{A48704F2-0464-48D8-9301-2CAB80B1A487}" type="presOf" srcId="{99E0600D-9954-43F4-8926-13B8777FAAA1}" destId="{2412DD49-829D-4142-922A-51F22F7F3A69}" srcOrd="0" destOrd="0" presId="urn:microsoft.com/office/officeart/2008/layout/AscendingPictureAccentProcess"/>
    <dgm:cxn modelId="{EBD8BE8D-6018-43E2-B081-034BB5656EB6}" srcId="{3F442EA2-39BA-4C9A-AD59-755D4917D532}" destId="{4DF9FE7B-F642-4898-A360-D4E3814E1A3D}" srcOrd="0" destOrd="0" parTransId="{1C10F06D-860A-4604-A7AD-02E614FE3976}" sibTransId="{43C18EFF-81FC-4D70-8C6B-E95FF3730413}"/>
    <dgm:cxn modelId="{A058DDA2-48CA-4E5B-B389-F71A59C262B0}" srcId="{4DF9FE7B-F642-4898-A360-D4E3814E1A3D}" destId="{EFF2750D-B4B3-474C-8B62-8B638DC31F7E}" srcOrd="0" destOrd="0" parTransId="{AEBC78E6-CDDC-4C8F-A157-3C51E907FACD}" sibTransId="{75C067D7-FCD2-4969-8F27-4BBDA88E75ED}"/>
    <dgm:cxn modelId="{BA252C17-DA5B-4458-BE56-689FC3280FA9}" type="presOf" srcId="{19BA0C22-38BB-4E9F-89D5-0FF5FF9F12CE}" destId="{F91A96EF-9968-46FF-BECE-5B975F1885C2}" srcOrd="0" destOrd="0" presId="urn:microsoft.com/office/officeart/2008/layout/AscendingPictureAccentProcess"/>
    <dgm:cxn modelId="{D80AD909-C635-47FF-B29C-0A48F799E82C}" type="presParOf" srcId="{9FB66097-88F7-42ED-9AE3-1130FF2208E7}" destId="{F4B5EF72-EDB1-4C63-8F32-5EE2CC3CB433}" srcOrd="0" destOrd="0" presId="urn:microsoft.com/office/officeart/2008/layout/AscendingPictureAccentProcess"/>
    <dgm:cxn modelId="{FC7A6121-FD34-48C0-8314-04918E402406}" type="presParOf" srcId="{9FB66097-88F7-42ED-9AE3-1130FF2208E7}" destId="{61C8C866-BA71-46B2-A4CF-9A7CD85CBA5C}" srcOrd="1" destOrd="0" presId="urn:microsoft.com/office/officeart/2008/layout/AscendingPictureAccentProcess"/>
    <dgm:cxn modelId="{709F3F08-4D63-4EB3-89D4-1CD1FE3E72D0}" type="presParOf" srcId="{9FB66097-88F7-42ED-9AE3-1130FF2208E7}" destId="{128D4A73-5F59-482F-9AC7-4770ED935F51}" srcOrd="2" destOrd="0" presId="urn:microsoft.com/office/officeart/2008/layout/AscendingPictureAccentProcess"/>
    <dgm:cxn modelId="{D76E394D-180E-4B84-9BD6-6B85F3AD3427}" type="presParOf" srcId="{9FB66097-88F7-42ED-9AE3-1130FF2208E7}" destId="{F1FFE26C-CB04-49BD-BA0D-7BA803CE2992}" srcOrd="3" destOrd="0" presId="urn:microsoft.com/office/officeart/2008/layout/AscendingPictureAccentProcess"/>
    <dgm:cxn modelId="{71912E3C-52AB-41D1-B9E2-4B52EA803ED7}" type="presParOf" srcId="{9FB66097-88F7-42ED-9AE3-1130FF2208E7}" destId="{3EC45CB5-2E3B-4EA9-A303-9F08DC9730C3}" srcOrd="4" destOrd="0" presId="urn:microsoft.com/office/officeart/2008/layout/AscendingPictureAccentProcess"/>
    <dgm:cxn modelId="{25EF6EDA-0F08-43F2-A7D5-0D7D8787C524}" type="presParOf" srcId="{9FB66097-88F7-42ED-9AE3-1130FF2208E7}" destId="{BCF0AB07-2053-4865-B29F-43792EE0847E}" srcOrd="5" destOrd="0" presId="urn:microsoft.com/office/officeart/2008/layout/AscendingPictureAccentProcess"/>
    <dgm:cxn modelId="{58D73399-CC34-4ED5-AE5F-17AE458CC58F}" type="presParOf" srcId="{9FB66097-88F7-42ED-9AE3-1130FF2208E7}" destId="{E58ADA29-B1A7-40B7-A1FB-E807D7479E36}" srcOrd="6" destOrd="0" presId="urn:microsoft.com/office/officeart/2008/layout/AscendingPictureAccentProcess"/>
    <dgm:cxn modelId="{1029F029-F2AE-48BD-B5F6-14CA15090D0E}" type="presParOf" srcId="{9FB66097-88F7-42ED-9AE3-1130FF2208E7}" destId="{86E18E9F-DB06-49C7-AE12-2140BE1B3ACB}" srcOrd="7" destOrd="0" presId="urn:microsoft.com/office/officeart/2008/layout/AscendingPictureAccentProcess"/>
    <dgm:cxn modelId="{B3AF7BA0-F696-4407-ADB3-89BAAA7BD395}" type="presParOf" srcId="{9FB66097-88F7-42ED-9AE3-1130FF2208E7}" destId="{E068CC5B-5384-4656-8D8D-C82EEF660941}" srcOrd="8" destOrd="0" presId="urn:microsoft.com/office/officeart/2008/layout/AscendingPictureAccentProcess"/>
    <dgm:cxn modelId="{02276930-04B1-44C5-BE84-F761418224A1}" type="presParOf" srcId="{9FB66097-88F7-42ED-9AE3-1130FF2208E7}" destId="{174C872F-5B24-4F63-BD3E-0C77ED96AA20}" srcOrd="9" destOrd="0" presId="urn:microsoft.com/office/officeart/2008/layout/AscendingPictureAccentProcess"/>
    <dgm:cxn modelId="{948DE1E7-E280-44DE-B326-AFDD08F0FBD6}" type="presParOf" srcId="{9FB66097-88F7-42ED-9AE3-1130FF2208E7}" destId="{BB7D13DB-EF33-4AA6-B8B2-13FE718DF511}" srcOrd="10" destOrd="0" presId="urn:microsoft.com/office/officeart/2008/layout/AscendingPictureAccentProcess"/>
    <dgm:cxn modelId="{F4E9FD9C-9F38-4CA4-B7EC-7E271975F0E4}" type="presParOf" srcId="{9FB66097-88F7-42ED-9AE3-1130FF2208E7}" destId="{97EEF1DA-41C0-4E24-855E-99D41F396893}" srcOrd="11" destOrd="0" presId="urn:microsoft.com/office/officeart/2008/layout/AscendingPictureAccentProcess"/>
    <dgm:cxn modelId="{F294B657-B522-488B-9FCF-415D0D7A364C}" type="presParOf" srcId="{9FB66097-88F7-42ED-9AE3-1130FF2208E7}" destId="{040F93A2-C4DF-4475-8A05-43662B8DE8F3}" srcOrd="12" destOrd="0" presId="urn:microsoft.com/office/officeart/2008/layout/AscendingPictureAccentProcess"/>
    <dgm:cxn modelId="{73F70DBE-60A0-48B4-A640-6EF25E443C40}" type="presParOf" srcId="{9FB66097-88F7-42ED-9AE3-1130FF2208E7}" destId="{C5FE67C6-B94F-4655-A021-6C15141F90D5}" srcOrd="13" destOrd="0" presId="urn:microsoft.com/office/officeart/2008/layout/AscendingPictureAccentProcess"/>
    <dgm:cxn modelId="{EA3A9844-B50A-41D7-AC77-952613E3B171}" type="presParOf" srcId="{9FB66097-88F7-42ED-9AE3-1130FF2208E7}" destId="{1ECF935B-FD45-4896-9AF6-27543900EFA8}" srcOrd="14" destOrd="0" presId="urn:microsoft.com/office/officeart/2008/layout/AscendingPictureAccentProcess"/>
    <dgm:cxn modelId="{45149FE0-76FB-4515-8735-8F0A9D2F74D9}" type="presParOf" srcId="{1ECF935B-FD45-4896-9AF6-27543900EFA8}" destId="{057C8AA8-F878-489E-81C5-1D9AA3063A82}" srcOrd="0" destOrd="0" presId="urn:microsoft.com/office/officeart/2008/layout/AscendingPictureAccentProcess"/>
    <dgm:cxn modelId="{40B90837-E378-43AD-8EF4-C1B88A9EA159}" type="presParOf" srcId="{9FB66097-88F7-42ED-9AE3-1130FF2208E7}" destId="{5A3FFECF-91EB-4C79-B8E4-52CFFAD809FD}" srcOrd="15" destOrd="0" presId="urn:microsoft.com/office/officeart/2008/layout/AscendingPictureAccentProcess"/>
    <dgm:cxn modelId="{7EDB733C-F7E5-40F2-B513-5DE2CF59AC86}" type="presParOf" srcId="{9FB66097-88F7-42ED-9AE3-1130FF2208E7}" destId="{2412DD49-829D-4142-922A-51F22F7F3A69}" srcOrd="16" destOrd="0" presId="urn:microsoft.com/office/officeart/2008/layout/AscendingPictureAccentProcess"/>
    <dgm:cxn modelId="{B72F1691-5C86-4F8A-B7C2-F91035BDF006}" type="presParOf" srcId="{9FB66097-88F7-42ED-9AE3-1130FF2208E7}" destId="{4F3AD7D8-4169-4F82-A7DB-BC6E4D92927C}" srcOrd="17" destOrd="0" presId="urn:microsoft.com/office/officeart/2008/layout/AscendingPictureAccentProcess"/>
    <dgm:cxn modelId="{5A953258-9425-406F-84DC-69D91F07728C}" type="presParOf" srcId="{4F3AD7D8-4169-4F82-A7DB-BC6E4D92927C}" destId="{F91A96EF-9968-46FF-BECE-5B975F1885C2}" srcOrd="0" destOrd="0" presId="urn:microsoft.com/office/officeart/2008/layout/AscendingPictureAccentProcess"/>
    <dgm:cxn modelId="{9FDD5ED4-0A1B-4B4C-860A-B7F2B4E2F6B2}" type="presParOf" srcId="{9FB66097-88F7-42ED-9AE3-1130FF2208E7}" destId="{C3035E2B-8DB2-4060-B170-EC3D2FF7CF77}" srcOrd="18" destOrd="0" presId="urn:microsoft.com/office/officeart/2008/layout/AscendingPictureAccentProcess"/>
    <dgm:cxn modelId="{C0F96679-00D7-4FD4-B6D8-B79088A38C30}" type="presParOf" srcId="{9FB66097-88F7-42ED-9AE3-1130FF2208E7}" destId="{2667140C-0294-4BC1-A416-3A265DF3C5BD}" srcOrd="19" destOrd="0" presId="urn:microsoft.com/office/officeart/2008/layout/AscendingPictureAccentProcess"/>
    <dgm:cxn modelId="{27ABCD4B-4709-4F1F-B995-2123F9AC27CD}" type="presParOf" srcId="{9FB66097-88F7-42ED-9AE3-1130FF2208E7}" destId="{9287A32A-7344-4258-AC99-5F6CE1231D01}" srcOrd="20" destOrd="0" presId="urn:microsoft.com/office/officeart/2008/layout/AscendingPictureAccentProcess"/>
    <dgm:cxn modelId="{A914228D-B955-40D4-B771-3D05288BE036}" type="presParOf" srcId="{9287A32A-7344-4258-AC99-5F6CE1231D01}" destId="{F01E6548-DFD4-4CCE-BD16-2AB93FA1A705}" srcOrd="0" destOrd="0" presId="urn:microsoft.com/office/officeart/2008/layout/AscendingPictureAccen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B5EF72-EDB1-4C63-8F32-5EE2CC3CB433}">
      <dsp:nvSpPr>
        <dsp:cNvPr id="0" name=""/>
        <dsp:cNvSpPr/>
      </dsp:nvSpPr>
      <dsp:spPr>
        <a:xfrm>
          <a:off x="2032181" y="3320277"/>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61C8C866-BA71-46B2-A4CF-9A7CD85CBA5C}">
      <dsp:nvSpPr>
        <dsp:cNvPr id="0" name=""/>
        <dsp:cNvSpPr/>
      </dsp:nvSpPr>
      <dsp:spPr>
        <a:xfrm>
          <a:off x="1797447" y="3433302"/>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128D4A73-5F59-482F-9AC7-4770ED935F51}">
      <dsp:nvSpPr>
        <dsp:cNvPr id="0" name=""/>
        <dsp:cNvSpPr/>
      </dsp:nvSpPr>
      <dsp:spPr>
        <a:xfrm>
          <a:off x="1551938" y="3522577"/>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F1FFE26C-CB04-49BD-BA0D-7BA803CE2992}">
      <dsp:nvSpPr>
        <dsp:cNvPr id="0" name=""/>
        <dsp:cNvSpPr/>
      </dsp:nvSpPr>
      <dsp:spPr>
        <a:xfrm>
          <a:off x="3158905" y="2011923"/>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3EC45CB5-2E3B-4EA9-A303-9F08DC9730C3}">
      <dsp:nvSpPr>
        <dsp:cNvPr id="0" name=""/>
        <dsp:cNvSpPr/>
      </dsp:nvSpPr>
      <dsp:spPr>
        <a:xfrm>
          <a:off x="3065011" y="2241930"/>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BCF0AB07-2053-4865-B29F-43792EE0847E}">
      <dsp:nvSpPr>
        <dsp:cNvPr id="0" name=""/>
        <dsp:cNvSpPr/>
      </dsp:nvSpPr>
      <dsp:spPr>
        <a:xfrm>
          <a:off x="2998054" y="280498"/>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E58ADA29-B1A7-40B7-A1FB-E807D7479E36}">
      <dsp:nvSpPr>
        <dsp:cNvPr id="0" name=""/>
        <dsp:cNvSpPr/>
      </dsp:nvSpPr>
      <dsp:spPr>
        <a:xfrm>
          <a:off x="3170449" y="170553"/>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86E18E9F-DB06-49C7-AE12-2140BE1B3ACB}">
      <dsp:nvSpPr>
        <dsp:cNvPr id="0" name=""/>
        <dsp:cNvSpPr/>
      </dsp:nvSpPr>
      <dsp:spPr>
        <a:xfrm>
          <a:off x="3343614" y="60607"/>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E068CC5B-5384-4656-8D8D-C82EEF660941}">
      <dsp:nvSpPr>
        <dsp:cNvPr id="0" name=""/>
        <dsp:cNvSpPr/>
      </dsp:nvSpPr>
      <dsp:spPr>
        <a:xfrm>
          <a:off x="3516778" y="170553"/>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174C872F-5B24-4F63-BD3E-0C77ED96AA20}">
      <dsp:nvSpPr>
        <dsp:cNvPr id="0" name=""/>
        <dsp:cNvSpPr/>
      </dsp:nvSpPr>
      <dsp:spPr>
        <a:xfrm>
          <a:off x="3689943" y="280498"/>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BB7D13DB-EF33-4AA6-B8B2-13FE718DF511}">
      <dsp:nvSpPr>
        <dsp:cNvPr id="0" name=""/>
        <dsp:cNvSpPr/>
      </dsp:nvSpPr>
      <dsp:spPr>
        <a:xfrm>
          <a:off x="3343614" y="292372"/>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97EEF1DA-41C0-4E24-855E-99D41F396893}">
      <dsp:nvSpPr>
        <dsp:cNvPr id="0" name=""/>
        <dsp:cNvSpPr/>
      </dsp:nvSpPr>
      <dsp:spPr>
        <a:xfrm>
          <a:off x="3343614" y="524578"/>
          <a:ext cx="124678" cy="124678"/>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w="11430" cap="flat" cmpd="sng" algn="ctr">
          <a:solidFill>
            <a:schemeClr val="accent1">
              <a:hueOff val="0"/>
              <a:satOff val="0"/>
              <a:lumOff val="0"/>
              <a:alphaOff val="0"/>
            </a:schemeClr>
          </a:solidFill>
          <a:prstDash val="solid"/>
        </a:ln>
        <a:effectLst>
          <a:outerShdw blurRad="39000" dist="25400" dir="5400000" rotWithShape="0">
            <a:schemeClr val="accent1">
              <a:hueOff val="0"/>
              <a:satOff val="0"/>
              <a:lumOff val="0"/>
              <a:alphaOff val="0"/>
              <a:shade val="33000"/>
              <a:alpha val="83000"/>
            </a:schemeClr>
          </a:outerShdw>
        </a:effectLst>
      </dsp:spPr>
      <dsp:style>
        <a:lnRef idx="1">
          <a:scrgbClr r="0" g="0" b="0"/>
        </a:lnRef>
        <a:fillRef idx="3">
          <a:scrgbClr r="0" g="0" b="0"/>
        </a:fillRef>
        <a:effectRef idx="2">
          <a:scrgbClr r="0" g="0" b="0"/>
        </a:effectRef>
        <a:fontRef idx="minor">
          <a:schemeClr val="lt1"/>
        </a:fontRef>
      </dsp:style>
    </dsp:sp>
    <dsp:sp modelId="{040F93A2-C4DF-4475-8A05-43662B8DE8F3}">
      <dsp:nvSpPr>
        <dsp:cNvPr id="0" name=""/>
        <dsp:cNvSpPr/>
      </dsp:nvSpPr>
      <dsp:spPr>
        <a:xfrm>
          <a:off x="944708" y="3807447"/>
          <a:ext cx="2686743" cy="720364"/>
        </a:xfrm>
        <a:prstGeom prst="roundRect">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8694"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t>IS IT GLOBAL?</a:t>
          </a:r>
          <a:endParaRPr lang="en-US" sz="1800" kern="1200" dirty="0"/>
        </a:p>
      </dsp:txBody>
      <dsp:txXfrm>
        <a:off x="979873" y="3842612"/>
        <a:ext cx="2616413" cy="650034"/>
      </dsp:txXfrm>
    </dsp:sp>
    <dsp:sp modelId="{C5FE67C6-B94F-4655-A021-6C15141F90D5}">
      <dsp:nvSpPr>
        <dsp:cNvPr id="0" name=""/>
        <dsp:cNvSpPr/>
      </dsp:nvSpPr>
      <dsp:spPr>
        <a:xfrm>
          <a:off x="3631451" y="3807447"/>
          <a:ext cx="3865031" cy="72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93980" rIns="93980" bIns="93980" numCol="1" spcCol="1270" anchor="ctr" anchorCtr="0">
          <a:noAutofit/>
        </a:bodyPr>
        <a:lstStyle/>
        <a:p>
          <a:pPr lvl="0" algn="l" defTabSz="1644650">
            <a:lnSpc>
              <a:spcPct val="90000"/>
            </a:lnSpc>
            <a:spcBef>
              <a:spcPct val="0"/>
            </a:spcBef>
            <a:spcAft>
              <a:spcPct val="35000"/>
            </a:spcAft>
          </a:pPr>
          <a:endParaRPr lang="en-US" sz="3700" kern="1200" dirty="0"/>
        </a:p>
      </dsp:txBody>
      <dsp:txXfrm>
        <a:off x="3631451" y="3807447"/>
        <a:ext cx="3865031" cy="720364"/>
      </dsp:txXfrm>
    </dsp:sp>
    <dsp:sp modelId="{057C8AA8-F878-489E-81C5-1D9AA3063A82}">
      <dsp:nvSpPr>
        <dsp:cNvPr id="0" name=""/>
        <dsp:cNvSpPr/>
      </dsp:nvSpPr>
      <dsp:spPr>
        <a:xfrm>
          <a:off x="199716" y="3081365"/>
          <a:ext cx="1245245" cy="1245465"/>
        </a:xfrm>
        <a:prstGeom prst="ellipse">
          <a:avLst/>
        </a:prstGeom>
        <a:solidFill>
          <a:schemeClr val="accent1">
            <a:tint val="50000"/>
            <a:hueOff val="0"/>
            <a:satOff val="0"/>
            <a:lumOff val="0"/>
            <a:alphaOff val="0"/>
          </a:schemeClr>
        </a:solidFill>
        <a:ln>
          <a:noFill/>
        </a:ln>
        <a:effectLst>
          <a:outerShdw blurRad="39000" dist="25400" dir="5400000" rotWithShape="0">
            <a:schemeClr val="accent1">
              <a:tint val="50000"/>
              <a:hueOff val="0"/>
              <a:satOff val="0"/>
              <a:lumOff val="0"/>
              <a:alphaOff val="0"/>
              <a:shade val="33000"/>
              <a:alpha val="83000"/>
            </a:schemeClr>
          </a:outerShdw>
        </a:effectLst>
      </dsp:spPr>
      <dsp:style>
        <a:lnRef idx="0">
          <a:scrgbClr r="0" g="0" b="0"/>
        </a:lnRef>
        <a:fillRef idx="1">
          <a:scrgbClr r="0" g="0" b="0"/>
        </a:fillRef>
        <a:effectRef idx="2">
          <a:scrgbClr r="0" g="0" b="0"/>
        </a:effectRef>
        <a:fontRef idx="minor"/>
      </dsp:style>
    </dsp:sp>
    <dsp:sp modelId="{5A3FFECF-91EB-4C79-B8E4-52CFFAD809FD}">
      <dsp:nvSpPr>
        <dsp:cNvPr id="0" name=""/>
        <dsp:cNvSpPr/>
      </dsp:nvSpPr>
      <dsp:spPr>
        <a:xfrm>
          <a:off x="2672505" y="2872029"/>
          <a:ext cx="2686743" cy="720364"/>
        </a:xfrm>
        <a:prstGeom prst="roundRect">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8694"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t>IS IT OPEN ENDED?</a:t>
          </a:r>
          <a:endParaRPr lang="en-US" sz="1800" kern="1200" dirty="0"/>
        </a:p>
      </dsp:txBody>
      <dsp:txXfrm>
        <a:off x="2707670" y="2907194"/>
        <a:ext cx="2616413" cy="650034"/>
      </dsp:txXfrm>
    </dsp:sp>
    <dsp:sp modelId="{2412DD49-829D-4142-922A-51F22F7F3A69}">
      <dsp:nvSpPr>
        <dsp:cNvPr id="0" name=""/>
        <dsp:cNvSpPr/>
      </dsp:nvSpPr>
      <dsp:spPr>
        <a:xfrm>
          <a:off x="5359248" y="2872029"/>
          <a:ext cx="2137234" cy="72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93980" rIns="93980" bIns="93980" numCol="1" spcCol="1270" anchor="ctr" anchorCtr="0">
          <a:noAutofit/>
        </a:bodyPr>
        <a:lstStyle/>
        <a:p>
          <a:pPr lvl="0" algn="l" defTabSz="1644650">
            <a:lnSpc>
              <a:spcPct val="90000"/>
            </a:lnSpc>
            <a:spcBef>
              <a:spcPct val="0"/>
            </a:spcBef>
            <a:spcAft>
              <a:spcPct val="35000"/>
            </a:spcAft>
          </a:pPr>
          <a:endParaRPr lang="en-US" sz="3700" kern="1200" dirty="0"/>
        </a:p>
      </dsp:txBody>
      <dsp:txXfrm>
        <a:off x="5359248" y="2872029"/>
        <a:ext cx="2137234" cy="720364"/>
      </dsp:txXfrm>
    </dsp:sp>
    <dsp:sp modelId="{F91A96EF-9968-46FF-BECE-5B975F1885C2}">
      <dsp:nvSpPr>
        <dsp:cNvPr id="0" name=""/>
        <dsp:cNvSpPr/>
      </dsp:nvSpPr>
      <dsp:spPr>
        <a:xfrm>
          <a:off x="1927513" y="2145947"/>
          <a:ext cx="1245245" cy="1245465"/>
        </a:xfrm>
        <a:prstGeom prst="ellipse">
          <a:avLst/>
        </a:prstGeom>
        <a:solidFill>
          <a:schemeClr val="accent1">
            <a:tint val="50000"/>
            <a:hueOff val="0"/>
            <a:satOff val="0"/>
            <a:lumOff val="0"/>
            <a:alphaOff val="0"/>
          </a:schemeClr>
        </a:solidFill>
        <a:ln>
          <a:noFill/>
        </a:ln>
        <a:effectLst>
          <a:outerShdw blurRad="39000" dist="25400" dir="5400000" rotWithShape="0">
            <a:schemeClr val="accent1">
              <a:tint val="50000"/>
              <a:hueOff val="0"/>
              <a:satOff val="0"/>
              <a:lumOff val="0"/>
              <a:alphaOff val="0"/>
              <a:shade val="33000"/>
              <a:alpha val="83000"/>
            </a:schemeClr>
          </a:outerShdw>
        </a:effectLst>
      </dsp:spPr>
      <dsp:style>
        <a:lnRef idx="0">
          <a:scrgbClr r="0" g="0" b="0"/>
        </a:lnRef>
        <a:fillRef idx="1">
          <a:scrgbClr r="0" g="0" b="0"/>
        </a:fillRef>
        <a:effectRef idx="2">
          <a:scrgbClr r="0" g="0" b="0"/>
        </a:effectRef>
        <a:fontRef idx="minor"/>
      </dsp:style>
    </dsp:sp>
    <dsp:sp modelId="{C3035E2B-8DB2-4060-B170-EC3D2FF7CF77}">
      <dsp:nvSpPr>
        <dsp:cNvPr id="0" name=""/>
        <dsp:cNvSpPr/>
      </dsp:nvSpPr>
      <dsp:spPr>
        <a:xfrm>
          <a:off x="3465983" y="1453289"/>
          <a:ext cx="2686743" cy="720364"/>
        </a:xfrm>
        <a:prstGeom prst="roundRect">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8694"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t>IS IT ORIGINAL?</a:t>
          </a:r>
          <a:endParaRPr lang="en-US" sz="1800" kern="1200" dirty="0"/>
        </a:p>
      </dsp:txBody>
      <dsp:txXfrm>
        <a:off x="3501148" y="1488454"/>
        <a:ext cx="2616413" cy="650034"/>
      </dsp:txXfrm>
    </dsp:sp>
    <dsp:sp modelId="{2667140C-0294-4BC1-A416-3A265DF3C5BD}">
      <dsp:nvSpPr>
        <dsp:cNvPr id="0" name=""/>
        <dsp:cNvSpPr/>
      </dsp:nvSpPr>
      <dsp:spPr>
        <a:xfrm>
          <a:off x="6152727" y="1453289"/>
          <a:ext cx="1343756" cy="72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93980" rIns="93980" bIns="93980" numCol="1" spcCol="1270" anchor="ctr" anchorCtr="0">
          <a:noAutofit/>
        </a:bodyPr>
        <a:lstStyle/>
        <a:p>
          <a:pPr lvl="0" algn="l" defTabSz="1644650">
            <a:lnSpc>
              <a:spcPct val="90000"/>
            </a:lnSpc>
            <a:spcBef>
              <a:spcPct val="0"/>
            </a:spcBef>
            <a:spcAft>
              <a:spcPct val="35000"/>
            </a:spcAft>
          </a:pPr>
          <a:endParaRPr lang="en-US" sz="3700" kern="1200" dirty="0"/>
        </a:p>
      </dsp:txBody>
      <dsp:txXfrm>
        <a:off x="6152727" y="1453289"/>
        <a:ext cx="1343756" cy="720364"/>
      </dsp:txXfrm>
    </dsp:sp>
    <dsp:sp modelId="{F01E6548-DFD4-4CCE-BD16-2AB93FA1A705}">
      <dsp:nvSpPr>
        <dsp:cNvPr id="0" name=""/>
        <dsp:cNvSpPr/>
      </dsp:nvSpPr>
      <dsp:spPr>
        <a:xfrm>
          <a:off x="2720991" y="727208"/>
          <a:ext cx="1245245" cy="1245465"/>
        </a:xfrm>
        <a:prstGeom prst="ellipse">
          <a:avLst/>
        </a:prstGeom>
        <a:solidFill>
          <a:schemeClr val="accent1">
            <a:tint val="50000"/>
            <a:hueOff val="0"/>
            <a:satOff val="0"/>
            <a:lumOff val="0"/>
            <a:alphaOff val="0"/>
          </a:schemeClr>
        </a:solidFill>
        <a:ln>
          <a:noFill/>
        </a:ln>
        <a:effectLst>
          <a:outerShdw blurRad="39000" dist="25400" dir="5400000" rotWithShape="0">
            <a:schemeClr val="accent1">
              <a:tint val="50000"/>
              <a:hueOff val="0"/>
              <a:satOff val="0"/>
              <a:lumOff val="0"/>
              <a:alphaOff val="0"/>
              <a:shade val="33000"/>
              <a:alpha val="83000"/>
            </a:schemeClr>
          </a:outerShdw>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132EAF-C064-4DBD-893A-E9C483F7B72B}" type="datetimeFigureOut">
              <a:rPr lang="en-US" smtClean="0"/>
              <a:t>5/17/2017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72E445-32C1-478D-BA37-0AEE81A2366D}" type="slidenum">
              <a:rPr lang="en-US" smtClean="0"/>
              <a:t>‹#›</a:t>
            </a:fld>
            <a:endParaRPr lang="en-US"/>
          </a:p>
        </p:txBody>
      </p:sp>
    </p:spTree>
    <p:extLst>
      <p:ext uri="{BB962C8B-B14F-4D97-AF65-F5344CB8AC3E}">
        <p14:creationId xmlns:p14="http://schemas.microsoft.com/office/powerpoint/2010/main" val="3699431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968482-7B14-4CB2-8D4B-1D596CC92045}" type="datetimeFigureOut">
              <a:rPr lang="en-US" smtClean="0"/>
              <a:t>5/17/2017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B14A3-4BF5-4460-A475-6ABA76B862A2}" type="slidenum">
              <a:rPr lang="en-US" smtClean="0"/>
              <a:t>‹#›</a:t>
            </a:fld>
            <a:endParaRPr lang="en-US"/>
          </a:p>
        </p:txBody>
      </p:sp>
    </p:spTree>
    <p:extLst>
      <p:ext uri="{BB962C8B-B14F-4D97-AF65-F5344CB8AC3E}">
        <p14:creationId xmlns:p14="http://schemas.microsoft.com/office/powerpoint/2010/main" val="2215671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B14A3-4BF5-4460-A475-6ABA76B862A2}" type="slidenum">
              <a:rPr lang="en-US" smtClean="0"/>
              <a:t>1</a:t>
            </a:fld>
            <a:endParaRPr lang="en-US"/>
          </a:p>
        </p:txBody>
      </p:sp>
    </p:spTree>
    <p:extLst>
      <p:ext uri="{BB962C8B-B14F-4D97-AF65-F5344CB8AC3E}">
        <p14:creationId xmlns:p14="http://schemas.microsoft.com/office/powerpoint/2010/main" val="3218779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B14A3-4BF5-4460-A475-6ABA76B862A2}" type="slidenum">
              <a:rPr lang="en-US" smtClean="0"/>
              <a:t>7</a:t>
            </a:fld>
            <a:endParaRPr lang="en-US"/>
          </a:p>
        </p:txBody>
      </p:sp>
    </p:spTree>
    <p:extLst>
      <p:ext uri="{BB962C8B-B14F-4D97-AF65-F5344CB8AC3E}">
        <p14:creationId xmlns:p14="http://schemas.microsoft.com/office/powerpoint/2010/main" val="2771205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1"/>
          <p:cNvGrpSpPr/>
          <p:nvPr/>
        </p:nvGrpSpPr>
        <p:grpSpPr>
          <a:xfrm>
            <a:off x="-2841" y="0"/>
            <a:ext cx="12194841" cy="6858000"/>
            <a:chOff x="-2841" y="0"/>
            <a:chExt cx="12194841" cy="6858000"/>
          </a:xfrm>
        </p:grpSpPr>
        <p:sp>
          <p:nvSpPr>
            <p:cNvPr id="117" name="Rectangle 116"/>
            <p:cNvSpPr/>
            <p:nvPr/>
          </p:nvSpPr>
          <p:spPr>
            <a:xfrm>
              <a:off x="-2841" y="0"/>
              <a:ext cx="12188952" cy="68580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103"/>
            <p:cNvGrpSpPr>
              <a:grpSpLocks/>
            </p:cNvGrpSpPr>
            <p:nvPr/>
          </p:nvGrpSpPr>
          <p:grpSpPr bwMode="auto">
            <a:xfrm>
              <a:off x="-1" y="0"/>
              <a:ext cx="12192001" cy="6846888"/>
              <a:chOff x="0" y="0"/>
              <a:chExt cx="5745" cy="4313"/>
            </a:xfrm>
            <a:solidFill>
              <a:schemeClr val="bg2">
                <a:lumMod val="20000"/>
                <a:lumOff val="80000"/>
              </a:schemeClr>
            </a:solidFill>
          </p:grpSpPr>
          <p:sp>
            <p:nvSpPr>
              <p:cNvPr id="11" name="Rectangle 2"/>
              <p:cNvSpPr>
                <a:spLocks noChangeArrowheads="1"/>
              </p:cNvSpPr>
              <p:nvPr/>
            </p:nvSpPr>
            <p:spPr bwMode="ltGray">
              <a:xfrm>
                <a:off x="2201" y="4113"/>
                <a:ext cx="62" cy="64"/>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3" name="Rectangle 3"/>
              <p:cNvSpPr>
                <a:spLocks noChangeArrowheads="1"/>
              </p:cNvSpPr>
              <p:nvPr/>
            </p:nvSpPr>
            <p:spPr bwMode="ltGray">
              <a:xfrm>
                <a:off x="276" y="3715"/>
                <a:ext cx="62" cy="65"/>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4" name="Freeform 4"/>
              <p:cNvSpPr>
                <a:spLocks/>
              </p:cNvSpPr>
              <p:nvPr/>
            </p:nvSpPr>
            <p:spPr bwMode="ltGray">
              <a:xfrm>
                <a:off x="4516" y="3856"/>
                <a:ext cx="99" cy="311"/>
              </a:xfrm>
              <a:custGeom>
                <a:avLst/>
                <a:gdLst>
                  <a:gd name="T0" fmla="*/ 49 w 99"/>
                  <a:gd name="T1" fmla="*/ 304 h 311"/>
                  <a:gd name="T2" fmla="*/ 52 w 99"/>
                  <a:gd name="T3" fmla="*/ 294 h 311"/>
                  <a:gd name="T4" fmla="*/ 55 w 99"/>
                  <a:gd name="T5" fmla="*/ 288 h 311"/>
                  <a:gd name="T6" fmla="*/ 60 w 99"/>
                  <a:gd name="T7" fmla="*/ 272 h 311"/>
                  <a:gd name="T8" fmla="*/ 69 w 99"/>
                  <a:gd name="T9" fmla="*/ 245 h 311"/>
                  <a:gd name="T10" fmla="*/ 72 w 99"/>
                  <a:gd name="T11" fmla="*/ 232 h 311"/>
                  <a:gd name="T12" fmla="*/ 75 w 99"/>
                  <a:gd name="T13" fmla="*/ 213 h 311"/>
                  <a:gd name="T14" fmla="*/ 75 w 99"/>
                  <a:gd name="T15" fmla="*/ 203 h 311"/>
                  <a:gd name="T16" fmla="*/ 75 w 99"/>
                  <a:gd name="T17" fmla="*/ 191 h 311"/>
                  <a:gd name="T18" fmla="*/ 75 w 99"/>
                  <a:gd name="T19" fmla="*/ 181 h 311"/>
                  <a:gd name="T20" fmla="*/ 69 w 99"/>
                  <a:gd name="T21" fmla="*/ 171 h 311"/>
                  <a:gd name="T22" fmla="*/ 64 w 99"/>
                  <a:gd name="T23" fmla="*/ 162 h 311"/>
                  <a:gd name="T24" fmla="*/ 52 w 99"/>
                  <a:gd name="T25" fmla="*/ 148 h 311"/>
                  <a:gd name="T26" fmla="*/ 40 w 99"/>
                  <a:gd name="T27" fmla="*/ 135 h 311"/>
                  <a:gd name="T28" fmla="*/ 23 w 99"/>
                  <a:gd name="T29" fmla="*/ 110 h 311"/>
                  <a:gd name="T30" fmla="*/ 9 w 99"/>
                  <a:gd name="T31" fmla="*/ 94 h 311"/>
                  <a:gd name="T32" fmla="*/ 3 w 99"/>
                  <a:gd name="T33" fmla="*/ 84 h 311"/>
                  <a:gd name="T34" fmla="*/ 0 w 99"/>
                  <a:gd name="T35" fmla="*/ 74 h 311"/>
                  <a:gd name="T36" fmla="*/ 0 w 99"/>
                  <a:gd name="T37" fmla="*/ 58 h 311"/>
                  <a:gd name="T38" fmla="*/ 0 w 99"/>
                  <a:gd name="T39" fmla="*/ 45 h 311"/>
                  <a:gd name="T40" fmla="*/ 0 w 99"/>
                  <a:gd name="T41" fmla="*/ 32 h 311"/>
                  <a:gd name="T42" fmla="*/ 6 w 99"/>
                  <a:gd name="T43" fmla="*/ 16 h 311"/>
                  <a:gd name="T44" fmla="*/ 9 w 99"/>
                  <a:gd name="T45" fmla="*/ 0 h 311"/>
                  <a:gd name="T46" fmla="*/ 29 w 99"/>
                  <a:gd name="T47" fmla="*/ 22 h 311"/>
                  <a:gd name="T48" fmla="*/ 26 w 99"/>
                  <a:gd name="T49" fmla="*/ 32 h 311"/>
                  <a:gd name="T50" fmla="*/ 21 w 99"/>
                  <a:gd name="T51" fmla="*/ 48 h 311"/>
                  <a:gd name="T52" fmla="*/ 17 w 99"/>
                  <a:gd name="T53" fmla="*/ 62 h 311"/>
                  <a:gd name="T54" fmla="*/ 17 w 99"/>
                  <a:gd name="T55" fmla="*/ 74 h 311"/>
                  <a:gd name="T56" fmla="*/ 17 w 99"/>
                  <a:gd name="T57" fmla="*/ 84 h 311"/>
                  <a:gd name="T58" fmla="*/ 23 w 99"/>
                  <a:gd name="T59" fmla="*/ 100 h 311"/>
                  <a:gd name="T60" fmla="*/ 26 w 99"/>
                  <a:gd name="T61" fmla="*/ 110 h 311"/>
                  <a:gd name="T62" fmla="*/ 35 w 99"/>
                  <a:gd name="T63" fmla="*/ 119 h 311"/>
                  <a:gd name="T64" fmla="*/ 43 w 99"/>
                  <a:gd name="T65" fmla="*/ 129 h 311"/>
                  <a:gd name="T66" fmla="*/ 58 w 99"/>
                  <a:gd name="T67" fmla="*/ 142 h 311"/>
                  <a:gd name="T68" fmla="*/ 69 w 99"/>
                  <a:gd name="T69" fmla="*/ 154 h 311"/>
                  <a:gd name="T70" fmla="*/ 75 w 99"/>
                  <a:gd name="T71" fmla="*/ 168 h 311"/>
                  <a:gd name="T72" fmla="*/ 86 w 99"/>
                  <a:gd name="T73" fmla="*/ 187 h 311"/>
                  <a:gd name="T74" fmla="*/ 95 w 99"/>
                  <a:gd name="T75" fmla="*/ 200 h 311"/>
                  <a:gd name="T76" fmla="*/ 95 w 99"/>
                  <a:gd name="T77" fmla="*/ 210 h 311"/>
                  <a:gd name="T78" fmla="*/ 98 w 99"/>
                  <a:gd name="T79" fmla="*/ 226 h 311"/>
                  <a:gd name="T80" fmla="*/ 98 w 99"/>
                  <a:gd name="T81" fmla="*/ 248 h 311"/>
                  <a:gd name="T82" fmla="*/ 95 w 99"/>
                  <a:gd name="T83" fmla="*/ 262 h 311"/>
                  <a:gd name="T84" fmla="*/ 95 w 99"/>
                  <a:gd name="T85" fmla="*/ 278 h 311"/>
                  <a:gd name="T86" fmla="*/ 93 w 99"/>
                  <a:gd name="T87" fmla="*/ 288 h 311"/>
                  <a:gd name="T88" fmla="*/ 89 w 99"/>
                  <a:gd name="T89" fmla="*/ 300 h 311"/>
                  <a:gd name="T90" fmla="*/ 86 w 99"/>
                  <a:gd name="T91" fmla="*/ 310 h 311"/>
                  <a:gd name="T92" fmla="*/ 49 w 99"/>
                  <a:gd name="T93" fmla="*/ 304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 h="311">
                    <a:moveTo>
                      <a:pt x="49" y="304"/>
                    </a:moveTo>
                    <a:lnTo>
                      <a:pt x="52" y="294"/>
                    </a:lnTo>
                    <a:lnTo>
                      <a:pt x="55" y="288"/>
                    </a:lnTo>
                    <a:lnTo>
                      <a:pt x="60" y="272"/>
                    </a:lnTo>
                    <a:lnTo>
                      <a:pt x="69" y="245"/>
                    </a:lnTo>
                    <a:lnTo>
                      <a:pt x="72" y="232"/>
                    </a:lnTo>
                    <a:lnTo>
                      <a:pt x="75" y="213"/>
                    </a:lnTo>
                    <a:lnTo>
                      <a:pt x="75" y="203"/>
                    </a:lnTo>
                    <a:lnTo>
                      <a:pt x="75" y="191"/>
                    </a:lnTo>
                    <a:lnTo>
                      <a:pt x="75" y="181"/>
                    </a:lnTo>
                    <a:lnTo>
                      <a:pt x="69" y="171"/>
                    </a:lnTo>
                    <a:lnTo>
                      <a:pt x="64" y="162"/>
                    </a:lnTo>
                    <a:lnTo>
                      <a:pt x="52" y="148"/>
                    </a:lnTo>
                    <a:lnTo>
                      <a:pt x="40" y="135"/>
                    </a:lnTo>
                    <a:lnTo>
                      <a:pt x="23" y="110"/>
                    </a:lnTo>
                    <a:lnTo>
                      <a:pt x="9" y="94"/>
                    </a:lnTo>
                    <a:lnTo>
                      <a:pt x="3" y="84"/>
                    </a:lnTo>
                    <a:lnTo>
                      <a:pt x="0" y="74"/>
                    </a:lnTo>
                    <a:lnTo>
                      <a:pt x="0" y="58"/>
                    </a:lnTo>
                    <a:lnTo>
                      <a:pt x="0" y="45"/>
                    </a:lnTo>
                    <a:lnTo>
                      <a:pt x="0" y="32"/>
                    </a:lnTo>
                    <a:lnTo>
                      <a:pt x="6" y="16"/>
                    </a:lnTo>
                    <a:lnTo>
                      <a:pt x="9" y="0"/>
                    </a:lnTo>
                    <a:lnTo>
                      <a:pt x="29" y="22"/>
                    </a:lnTo>
                    <a:lnTo>
                      <a:pt x="26" y="32"/>
                    </a:lnTo>
                    <a:lnTo>
                      <a:pt x="21" y="48"/>
                    </a:lnTo>
                    <a:lnTo>
                      <a:pt x="17" y="62"/>
                    </a:lnTo>
                    <a:lnTo>
                      <a:pt x="17" y="74"/>
                    </a:lnTo>
                    <a:lnTo>
                      <a:pt x="17" y="84"/>
                    </a:lnTo>
                    <a:lnTo>
                      <a:pt x="23" y="100"/>
                    </a:lnTo>
                    <a:lnTo>
                      <a:pt x="26" y="110"/>
                    </a:lnTo>
                    <a:lnTo>
                      <a:pt x="35" y="119"/>
                    </a:lnTo>
                    <a:lnTo>
                      <a:pt x="43" y="129"/>
                    </a:lnTo>
                    <a:lnTo>
                      <a:pt x="58" y="142"/>
                    </a:lnTo>
                    <a:lnTo>
                      <a:pt x="69" y="154"/>
                    </a:lnTo>
                    <a:lnTo>
                      <a:pt x="75" y="168"/>
                    </a:lnTo>
                    <a:lnTo>
                      <a:pt x="86" y="187"/>
                    </a:lnTo>
                    <a:lnTo>
                      <a:pt x="95" y="200"/>
                    </a:lnTo>
                    <a:lnTo>
                      <a:pt x="95" y="210"/>
                    </a:lnTo>
                    <a:lnTo>
                      <a:pt x="98" y="226"/>
                    </a:lnTo>
                    <a:lnTo>
                      <a:pt x="98" y="248"/>
                    </a:lnTo>
                    <a:lnTo>
                      <a:pt x="95" y="262"/>
                    </a:lnTo>
                    <a:lnTo>
                      <a:pt x="95" y="278"/>
                    </a:lnTo>
                    <a:lnTo>
                      <a:pt x="93" y="288"/>
                    </a:lnTo>
                    <a:lnTo>
                      <a:pt x="89" y="300"/>
                    </a:lnTo>
                    <a:lnTo>
                      <a:pt x="86" y="310"/>
                    </a:lnTo>
                    <a:lnTo>
                      <a:pt x="49" y="30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5" name="Freeform 5"/>
              <p:cNvSpPr>
                <a:spLocks/>
              </p:cNvSpPr>
              <p:nvPr/>
            </p:nvSpPr>
            <p:spPr bwMode="ltGray">
              <a:xfrm>
                <a:off x="262" y="2361"/>
                <a:ext cx="101" cy="309"/>
              </a:xfrm>
              <a:custGeom>
                <a:avLst/>
                <a:gdLst>
                  <a:gd name="T0" fmla="*/ 50 w 101"/>
                  <a:gd name="T1" fmla="*/ 305 h 309"/>
                  <a:gd name="T2" fmla="*/ 53 w 101"/>
                  <a:gd name="T3" fmla="*/ 296 h 309"/>
                  <a:gd name="T4" fmla="*/ 56 w 101"/>
                  <a:gd name="T5" fmla="*/ 292 h 309"/>
                  <a:gd name="T6" fmla="*/ 56 w 101"/>
                  <a:gd name="T7" fmla="*/ 286 h 309"/>
                  <a:gd name="T8" fmla="*/ 65 w 101"/>
                  <a:gd name="T9" fmla="*/ 270 h 309"/>
                  <a:gd name="T10" fmla="*/ 71 w 101"/>
                  <a:gd name="T11" fmla="*/ 247 h 309"/>
                  <a:gd name="T12" fmla="*/ 76 w 101"/>
                  <a:gd name="T13" fmla="*/ 231 h 309"/>
                  <a:gd name="T14" fmla="*/ 76 w 101"/>
                  <a:gd name="T15" fmla="*/ 215 h 309"/>
                  <a:gd name="T16" fmla="*/ 80 w 101"/>
                  <a:gd name="T17" fmla="*/ 202 h 309"/>
                  <a:gd name="T18" fmla="*/ 80 w 101"/>
                  <a:gd name="T19" fmla="*/ 188 h 309"/>
                  <a:gd name="T20" fmla="*/ 76 w 101"/>
                  <a:gd name="T21" fmla="*/ 178 h 309"/>
                  <a:gd name="T22" fmla="*/ 73 w 101"/>
                  <a:gd name="T23" fmla="*/ 172 h 309"/>
                  <a:gd name="T24" fmla="*/ 65 w 101"/>
                  <a:gd name="T25" fmla="*/ 159 h 309"/>
                  <a:gd name="T26" fmla="*/ 56 w 101"/>
                  <a:gd name="T27" fmla="*/ 146 h 309"/>
                  <a:gd name="T28" fmla="*/ 44 w 101"/>
                  <a:gd name="T29" fmla="*/ 134 h 309"/>
                  <a:gd name="T30" fmla="*/ 24 w 101"/>
                  <a:gd name="T31" fmla="*/ 110 h 309"/>
                  <a:gd name="T32" fmla="*/ 12 w 101"/>
                  <a:gd name="T33" fmla="*/ 91 h 309"/>
                  <a:gd name="T34" fmla="*/ 6 w 101"/>
                  <a:gd name="T35" fmla="*/ 81 h 309"/>
                  <a:gd name="T36" fmla="*/ 3 w 101"/>
                  <a:gd name="T37" fmla="*/ 72 h 309"/>
                  <a:gd name="T38" fmla="*/ 0 w 101"/>
                  <a:gd name="T39" fmla="*/ 56 h 309"/>
                  <a:gd name="T40" fmla="*/ 0 w 101"/>
                  <a:gd name="T41" fmla="*/ 43 h 309"/>
                  <a:gd name="T42" fmla="*/ 3 w 101"/>
                  <a:gd name="T43" fmla="*/ 32 h 309"/>
                  <a:gd name="T44" fmla="*/ 6 w 101"/>
                  <a:gd name="T45" fmla="*/ 13 h 309"/>
                  <a:gd name="T46" fmla="*/ 12 w 101"/>
                  <a:gd name="T47" fmla="*/ 0 h 309"/>
                  <a:gd name="T48" fmla="*/ 29 w 101"/>
                  <a:gd name="T49" fmla="*/ 20 h 309"/>
                  <a:gd name="T50" fmla="*/ 27 w 101"/>
                  <a:gd name="T51" fmla="*/ 29 h 309"/>
                  <a:gd name="T52" fmla="*/ 24 w 101"/>
                  <a:gd name="T53" fmla="*/ 46 h 309"/>
                  <a:gd name="T54" fmla="*/ 21 w 101"/>
                  <a:gd name="T55" fmla="*/ 59 h 309"/>
                  <a:gd name="T56" fmla="*/ 21 w 101"/>
                  <a:gd name="T57" fmla="*/ 72 h 309"/>
                  <a:gd name="T58" fmla="*/ 21 w 101"/>
                  <a:gd name="T59" fmla="*/ 85 h 309"/>
                  <a:gd name="T60" fmla="*/ 27 w 101"/>
                  <a:gd name="T61" fmla="*/ 97 h 309"/>
                  <a:gd name="T62" fmla="*/ 29 w 101"/>
                  <a:gd name="T63" fmla="*/ 110 h 309"/>
                  <a:gd name="T64" fmla="*/ 36 w 101"/>
                  <a:gd name="T65" fmla="*/ 118 h 309"/>
                  <a:gd name="T66" fmla="*/ 47 w 101"/>
                  <a:gd name="T67" fmla="*/ 127 h 309"/>
                  <a:gd name="T68" fmla="*/ 61 w 101"/>
                  <a:gd name="T69" fmla="*/ 140 h 309"/>
                  <a:gd name="T70" fmla="*/ 71 w 101"/>
                  <a:gd name="T71" fmla="*/ 153 h 309"/>
                  <a:gd name="T72" fmla="*/ 80 w 101"/>
                  <a:gd name="T73" fmla="*/ 166 h 309"/>
                  <a:gd name="T74" fmla="*/ 88 w 101"/>
                  <a:gd name="T75" fmla="*/ 185 h 309"/>
                  <a:gd name="T76" fmla="*/ 97 w 101"/>
                  <a:gd name="T77" fmla="*/ 199 h 309"/>
                  <a:gd name="T78" fmla="*/ 100 w 101"/>
                  <a:gd name="T79" fmla="*/ 208 h 309"/>
                  <a:gd name="T80" fmla="*/ 100 w 101"/>
                  <a:gd name="T81" fmla="*/ 227 h 309"/>
                  <a:gd name="T82" fmla="*/ 100 w 101"/>
                  <a:gd name="T83" fmla="*/ 247 h 309"/>
                  <a:gd name="T84" fmla="*/ 100 w 101"/>
                  <a:gd name="T85" fmla="*/ 259 h 309"/>
                  <a:gd name="T86" fmla="*/ 97 w 101"/>
                  <a:gd name="T87" fmla="*/ 276 h 309"/>
                  <a:gd name="T88" fmla="*/ 94 w 101"/>
                  <a:gd name="T89" fmla="*/ 286 h 309"/>
                  <a:gd name="T90" fmla="*/ 94 w 101"/>
                  <a:gd name="T91" fmla="*/ 299 h 309"/>
                  <a:gd name="T92" fmla="*/ 88 w 101"/>
                  <a:gd name="T93" fmla="*/ 308 h 309"/>
                  <a:gd name="T94" fmla="*/ 50 w 101"/>
                  <a:gd name="T95" fmla="*/ 30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1" h="309">
                    <a:moveTo>
                      <a:pt x="50" y="305"/>
                    </a:moveTo>
                    <a:lnTo>
                      <a:pt x="53" y="296"/>
                    </a:lnTo>
                    <a:lnTo>
                      <a:pt x="56" y="292"/>
                    </a:lnTo>
                    <a:lnTo>
                      <a:pt x="56" y="286"/>
                    </a:lnTo>
                    <a:lnTo>
                      <a:pt x="65" y="270"/>
                    </a:lnTo>
                    <a:lnTo>
                      <a:pt x="71" y="247"/>
                    </a:lnTo>
                    <a:lnTo>
                      <a:pt x="76" y="231"/>
                    </a:lnTo>
                    <a:lnTo>
                      <a:pt x="76" y="215"/>
                    </a:lnTo>
                    <a:lnTo>
                      <a:pt x="80" y="202"/>
                    </a:lnTo>
                    <a:lnTo>
                      <a:pt x="80" y="188"/>
                    </a:lnTo>
                    <a:lnTo>
                      <a:pt x="76" y="178"/>
                    </a:lnTo>
                    <a:lnTo>
                      <a:pt x="73" y="172"/>
                    </a:lnTo>
                    <a:lnTo>
                      <a:pt x="65" y="159"/>
                    </a:lnTo>
                    <a:lnTo>
                      <a:pt x="56" y="146"/>
                    </a:lnTo>
                    <a:lnTo>
                      <a:pt x="44" y="134"/>
                    </a:lnTo>
                    <a:lnTo>
                      <a:pt x="24" y="110"/>
                    </a:lnTo>
                    <a:lnTo>
                      <a:pt x="12" y="91"/>
                    </a:lnTo>
                    <a:lnTo>
                      <a:pt x="6" y="81"/>
                    </a:lnTo>
                    <a:lnTo>
                      <a:pt x="3" y="72"/>
                    </a:lnTo>
                    <a:lnTo>
                      <a:pt x="0" y="56"/>
                    </a:lnTo>
                    <a:lnTo>
                      <a:pt x="0" y="43"/>
                    </a:lnTo>
                    <a:lnTo>
                      <a:pt x="3" y="32"/>
                    </a:lnTo>
                    <a:lnTo>
                      <a:pt x="6" y="13"/>
                    </a:lnTo>
                    <a:lnTo>
                      <a:pt x="12" y="0"/>
                    </a:lnTo>
                    <a:lnTo>
                      <a:pt x="29" y="20"/>
                    </a:lnTo>
                    <a:lnTo>
                      <a:pt x="27" y="29"/>
                    </a:lnTo>
                    <a:lnTo>
                      <a:pt x="24" y="46"/>
                    </a:lnTo>
                    <a:lnTo>
                      <a:pt x="21" y="59"/>
                    </a:lnTo>
                    <a:lnTo>
                      <a:pt x="21" y="72"/>
                    </a:lnTo>
                    <a:lnTo>
                      <a:pt x="21" y="85"/>
                    </a:lnTo>
                    <a:lnTo>
                      <a:pt x="27" y="97"/>
                    </a:lnTo>
                    <a:lnTo>
                      <a:pt x="29" y="110"/>
                    </a:lnTo>
                    <a:lnTo>
                      <a:pt x="36" y="118"/>
                    </a:lnTo>
                    <a:lnTo>
                      <a:pt x="47" y="127"/>
                    </a:lnTo>
                    <a:lnTo>
                      <a:pt x="61" y="140"/>
                    </a:lnTo>
                    <a:lnTo>
                      <a:pt x="71" y="153"/>
                    </a:lnTo>
                    <a:lnTo>
                      <a:pt x="80" y="166"/>
                    </a:lnTo>
                    <a:lnTo>
                      <a:pt x="88" y="185"/>
                    </a:lnTo>
                    <a:lnTo>
                      <a:pt x="97" y="199"/>
                    </a:lnTo>
                    <a:lnTo>
                      <a:pt x="100" y="208"/>
                    </a:lnTo>
                    <a:lnTo>
                      <a:pt x="100" y="227"/>
                    </a:lnTo>
                    <a:lnTo>
                      <a:pt x="100" y="247"/>
                    </a:lnTo>
                    <a:lnTo>
                      <a:pt x="100" y="259"/>
                    </a:lnTo>
                    <a:lnTo>
                      <a:pt x="97" y="276"/>
                    </a:lnTo>
                    <a:lnTo>
                      <a:pt x="94" y="286"/>
                    </a:lnTo>
                    <a:lnTo>
                      <a:pt x="94" y="299"/>
                    </a:lnTo>
                    <a:lnTo>
                      <a:pt x="88" y="308"/>
                    </a:lnTo>
                    <a:lnTo>
                      <a:pt x="50" y="30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 name="Freeform 6"/>
              <p:cNvSpPr>
                <a:spLocks/>
              </p:cNvSpPr>
              <p:nvPr/>
            </p:nvSpPr>
            <p:spPr bwMode="ltGray">
              <a:xfrm>
                <a:off x="5204" y="0"/>
                <a:ext cx="103" cy="312"/>
              </a:xfrm>
              <a:custGeom>
                <a:avLst/>
                <a:gdLst>
                  <a:gd name="T0" fmla="*/ 49 w 103"/>
                  <a:gd name="T1" fmla="*/ 305 h 312"/>
                  <a:gd name="T2" fmla="*/ 56 w 103"/>
                  <a:gd name="T3" fmla="*/ 295 h 312"/>
                  <a:gd name="T4" fmla="*/ 56 w 103"/>
                  <a:gd name="T5" fmla="*/ 292 h 312"/>
                  <a:gd name="T6" fmla="*/ 58 w 103"/>
                  <a:gd name="T7" fmla="*/ 286 h 312"/>
                  <a:gd name="T8" fmla="*/ 64 w 103"/>
                  <a:gd name="T9" fmla="*/ 269 h 312"/>
                  <a:gd name="T10" fmla="*/ 70 w 103"/>
                  <a:gd name="T11" fmla="*/ 246 h 312"/>
                  <a:gd name="T12" fmla="*/ 76 w 103"/>
                  <a:gd name="T13" fmla="*/ 234 h 312"/>
                  <a:gd name="T14" fmla="*/ 78 w 103"/>
                  <a:gd name="T15" fmla="*/ 214 h 312"/>
                  <a:gd name="T16" fmla="*/ 78 w 103"/>
                  <a:gd name="T17" fmla="*/ 202 h 312"/>
                  <a:gd name="T18" fmla="*/ 78 w 103"/>
                  <a:gd name="T19" fmla="*/ 191 h 312"/>
                  <a:gd name="T20" fmla="*/ 76 w 103"/>
                  <a:gd name="T21" fmla="*/ 178 h 312"/>
                  <a:gd name="T22" fmla="*/ 73 w 103"/>
                  <a:gd name="T23" fmla="*/ 172 h 312"/>
                  <a:gd name="T24" fmla="*/ 64 w 103"/>
                  <a:gd name="T25" fmla="*/ 159 h 312"/>
                  <a:gd name="T26" fmla="*/ 56 w 103"/>
                  <a:gd name="T27" fmla="*/ 146 h 312"/>
                  <a:gd name="T28" fmla="*/ 44 w 103"/>
                  <a:gd name="T29" fmla="*/ 133 h 312"/>
                  <a:gd name="T30" fmla="*/ 23 w 103"/>
                  <a:gd name="T31" fmla="*/ 110 h 312"/>
                  <a:gd name="T32" fmla="*/ 12 w 103"/>
                  <a:gd name="T33" fmla="*/ 94 h 312"/>
                  <a:gd name="T34" fmla="*/ 5 w 103"/>
                  <a:gd name="T35" fmla="*/ 81 h 312"/>
                  <a:gd name="T36" fmla="*/ 3 w 103"/>
                  <a:gd name="T37" fmla="*/ 72 h 312"/>
                  <a:gd name="T38" fmla="*/ 0 w 103"/>
                  <a:gd name="T39" fmla="*/ 56 h 312"/>
                  <a:gd name="T40" fmla="*/ 0 w 103"/>
                  <a:gd name="T41" fmla="*/ 43 h 312"/>
                  <a:gd name="T42" fmla="*/ 3 w 103"/>
                  <a:gd name="T43" fmla="*/ 32 h 312"/>
                  <a:gd name="T44" fmla="*/ 5 w 103"/>
                  <a:gd name="T45" fmla="*/ 16 h 312"/>
                  <a:gd name="T46" fmla="*/ 12 w 103"/>
                  <a:gd name="T47" fmla="*/ 0 h 312"/>
                  <a:gd name="T48" fmla="*/ 32 w 103"/>
                  <a:gd name="T49" fmla="*/ 19 h 312"/>
                  <a:gd name="T50" fmla="*/ 26 w 103"/>
                  <a:gd name="T51" fmla="*/ 32 h 312"/>
                  <a:gd name="T52" fmla="*/ 23 w 103"/>
                  <a:gd name="T53" fmla="*/ 46 h 312"/>
                  <a:gd name="T54" fmla="*/ 20 w 103"/>
                  <a:gd name="T55" fmla="*/ 59 h 312"/>
                  <a:gd name="T56" fmla="*/ 20 w 103"/>
                  <a:gd name="T57" fmla="*/ 72 h 312"/>
                  <a:gd name="T58" fmla="*/ 20 w 103"/>
                  <a:gd name="T59" fmla="*/ 84 h 312"/>
                  <a:gd name="T60" fmla="*/ 26 w 103"/>
                  <a:gd name="T61" fmla="*/ 100 h 312"/>
                  <a:gd name="T62" fmla="*/ 29 w 103"/>
                  <a:gd name="T63" fmla="*/ 110 h 312"/>
                  <a:gd name="T64" fmla="*/ 35 w 103"/>
                  <a:gd name="T65" fmla="*/ 121 h 312"/>
                  <a:gd name="T66" fmla="*/ 46 w 103"/>
                  <a:gd name="T67" fmla="*/ 127 h 312"/>
                  <a:gd name="T68" fmla="*/ 61 w 103"/>
                  <a:gd name="T69" fmla="*/ 143 h 312"/>
                  <a:gd name="T70" fmla="*/ 73 w 103"/>
                  <a:gd name="T71" fmla="*/ 156 h 312"/>
                  <a:gd name="T72" fmla="*/ 78 w 103"/>
                  <a:gd name="T73" fmla="*/ 165 h 312"/>
                  <a:gd name="T74" fmla="*/ 90 w 103"/>
                  <a:gd name="T75" fmla="*/ 185 h 312"/>
                  <a:gd name="T76" fmla="*/ 96 w 103"/>
                  <a:gd name="T77" fmla="*/ 198 h 312"/>
                  <a:gd name="T78" fmla="*/ 99 w 103"/>
                  <a:gd name="T79" fmla="*/ 208 h 312"/>
                  <a:gd name="T80" fmla="*/ 102 w 103"/>
                  <a:gd name="T81" fmla="*/ 227 h 312"/>
                  <a:gd name="T82" fmla="*/ 102 w 103"/>
                  <a:gd name="T83" fmla="*/ 246 h 312"/>
                  <a:gd name="T84" fmla="*/ 99 w 103"/>
                  <a:gd name="T85" fmla="*/ 259 h 312"/>
                  <a:gd name="T86" fmla="*/ 99 w 103"/>
                  <a:gd name="T87" fmla="*/ 276 h 312"/>
                  <a:gd name="T88" fmla="*/ 96 w 103"/>
                  <a:gd name="T89" fmla="*/ 289 h 312"/>
                  <a:gd name="T90" fmla="*/ 93 w 103"/>
                  <a:gd name="T91" fmla="*/ 302 h 312"/>
                  <a:gd name="T92" fmla="*/ 87 w 103"/>
                  <a:gd name="T93" fmla="*/ 311 h 312"/>
                  <a:gd name="T94" fmla="*/ 49 w 103"/>
                  <a:gd name="T95" fmla="*/ 30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3" h="312">
                    <a:moveTo>
                      <a:pt x="49" y="305"/>
                    </a:moveTo>
                    <a:lnTo>
                      <a:pt x="56" y="295"/>
                    </a:lnTo>
                    <a:lnTo>
                      <a:pt x="56" y="292"/>
                    </a:lnTo>
                    <a:lnTo>
                      <a:pt x="58" y="286"/>
                    </a:lnTo>
                    <a:lnTo>
                      <a:pt x="64" y="269"/>
                    </a:lnTo>
                    <a:lnTo>
                      <a:pt x="70" y="246"/>
                    </a:lnTo>
                    <a:lnTo>
                      <a:pt x="76" y="234"/>
                    </a:lnTo>
                    <a:lnTo>
                      <a:pt x="78" y="214"/>
                    </a:lnTo>
                    <a:lnTo>
                      <a:pt x="78" y="202"/>
                    </a:lnTo>
                    <a:lnTo>
                      <a:pt x="78" y="191"/>
                    </a:lnTo>
                    <a:lnTo>
                      <a:pt x="76" y="178"/>
                    </a:lnTo>
                    <a:lnTo>
                      <a:pt x="73" y="172"/>
                    </a:lnTo>
                    <a:lnTo>
                      <a:pt x="64" y="159"/>
                    </a:lnTo>
                    <a:lnTo>
                      <a:pt x="56" y="146"/>
                    </a:lnTo>
                    <a:lnTo>
                      <a:pt x="44" y="133"/>
                    </a:lnTo>
                    <a:lnTo>
                      <a:pt x="23" y="110"/>
                    </a:lnTo>
                    <a:lnTo>
                      <a:pt x="12" y="94"/>
                    </a:lnTo>
                    <a:lnTo>
                      <a:pt x="5" y="81"/>
                    </a:lnTo>
                    <a:lnTo>
                      <a:pt x="3" y="72"/>
                    </a:lnTo>
                    <a:lnTo>
                      <a:pt x="0" y="56"/>
                    </a:lnTo>
                    <a:lnTo>
                      <a:pt x="0" y="43"/>
                    </a:lnTo>
                    <a:lnTo>
                      <a:pt x="3" y="32"/>
                    </a:lnTo>
                    <a:lnTo>
                      <a:pt x="5" y="16"/>
                    </a:lnTo>
                    <a:lnTo>
                      <a:pt x="12" y="0"/>
                    </a:lnTo>
                    <a:lnTo>
                      <a:pt x="32" y="19"/>
                    </a:lnTo>
                    <a:lnTo>
                      <a:pt x="26" y="32"/>
                    </a:lnTo>
                    <a:lnTo>
                      <a:pt x="23" y="46"/>
                    </a:lnTo>
                    <a:lnTo>
                      <a:pt x="20" y="59"/>
                    </a:lnTo>
                    <a:lnTo>
                      <a:pt x="20" y="72"/>
                    </a:lnTo>
                    <a:lnTo>
                      <a:pt x="20" y="84"/>
                    </a:lnTo>
                    <a:lnTo>
                      <a:pt x="26" y="100"/>
                    </a:lnTo>
                    <a:lnTo>
                      <a:pt x="29" y="110"/>
                    </a:lnTo>
                    <a:lnTo>
                      <a:pt x="35" y="121"/>
                    </a:lnTo>
                    <a:lnTo>
                      <a:pt x="46" y="127"/>
                    </a:lnTo>
                    <a:lnTo>
                      <a:pt x="61" y="143"/>
                    </a:lnTo>
                    <a:lnTo>
                      <a:pt x="73" y="156"/>
                    </a:lnTo>
                    <a:lnTo>
                      <a:pt x="78" y="165"/>
                    </a:lnTo>
                    <a:lnTo>
                      <a:pt x="90" y="185"/>
                    </a:lnTo>
                    <a:lnTo>
                      <a:pt x="96" y="198"/>
                    </a:lnTo>
                    <a:lnTo>
                      <a:pt x="99" y="208"/>
                    </a:lnTo>
                    <a:lnTo>
                      <a:pt x="102" y="227"/>
                    </a:lnTo>
                    <a:lnTo>
                      <a:pt x="102" y="246"/>
                    </a:lnTo>
                    <a:lnTo>
                      <a:pt x="99" y="259"/>
                    </a:lnTo>
                    <a:lnTo>
                      <a:pt x="99" y="276"/>
                    </a:lnTo>
                    <a:lnTo>
                      <a:pt x="96" y="289"/>
                    </a:lnTo>
                    <a:lnTo>
                      <a:pt x="93" y="302"/>
                    </a:lnTo>
                    <a:lnTo>
                      <a:pt x="87" y="311"/>
                    </a:lnTo>
                    <a:lnTo>
                      <a:pt x="49" y="30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 name="Freeform 7"/>
              <p:cNvSpPr>
                <a:spLocks/>
              </p:cNvSpPr>
              <p:nvPr/>
            </p:nvSpPr>
            <p:spPr bwMode="ltGray">
              <a:xfrm>
                <a:off x="5358" y="2133"/>
                <a:ext cx="229" cy="114"/>
              </a:xfrm>
              <a:custGeom>
                <a:avLst/>
                <a:gdLst>
                  <a:gd name="T0" fmla="*/ 0 w 229"/>
                  <a:gd name="T1" fmla="*/ 110 h 114"/>
                  <a:gd name="T2" fmla="*/ 6 w 229"/>
                  <a:gd name="T3" fmla="*/ 113 h 114"/>
                  <a:gd name="T4" fmla="*/ 18 w 229"/>
                  <a:gd name="T5" fmla="*/ 113 h 114"/>
                  <a:gd name="T6" fmla="*/ 28 w 229"/>
                  <a:gd name="T7" fmla="*/ 113 h 114"/>
                  <a:gd name="T8" fmla="*/ 36 w 229"/>
                  <a:gd name="T9" fmla="*/ 110 h 114"/>
                  <a:gd name="T10" fmla="*/ 48 w 229"/>
                  <a:gd name="T11" fmla="*/ 107 h 114"/>
                  <a:gd name="T12" fmla="*/ 58 w 229"/>
                  <a:gd name="T13" fmla="*/ 103 h 114"/>
                  <a:gd name="T14" fmla="*/ 64 w 229"/>
                  <a:gd name="T15" fmla="*/ 101 h 114"/>
                  <a:gd name="T16" fmla="*/ 69 w 229"/>
                  <a:gd name="T17" fmla="*/ 92 h 114"/>
                  <a:gd name="T18" fmla="*/ 76 w 229"/>
                  <a:gd name="T19" fmla="*/ 82 h 114"/>
                  <a:gd name="T20" fmla="*/ 79 w 229"/>
                  <a:gd name="T21" fmla="*/ 77 h 114"/>
                  <a:gd name="T22" fmla="*/ 82 w 229"/>
                  <a:gd name="T23" fmla="*/ 70 h 114"/>
                  <a:gd name="T24" fmla="*/ 94 w 229"/>
                  <a:gd name="T25" fmla="*/ 55 h 114"/>
                  <a:gd name="T26" fmla="*/ 106 w 229"/>
                  <a:gd name="T27" fmla="*/ 39 h 114"/>
                  <a:gd name="T28" fmla="*/ 115 w 229"/>
                  <a:gd name="T29" fmla="*/ 36 h 114"/>
                  <a:gd name="T30" fmla="*/ 130 w 229"/>
                  <a:gd name="T31" fmla="*/ 31 h 114"/>
                  <a:gd name="T32" fmla="*/ 143 w 229"/>
                  <a:gd name="T33" fmla="*/ 24 h 114"/>
                  <a:gd name="T34" fmla="*/ 155 w 229"/>
                  <a:gd name="T35" fmla="*/ 21 h 114"/>
                  <a:gd name="T36" fmla="*/ 164 w 229"/>
                  <a:gd name="T37" fmla="*/ 18 h 114"/>
                  <a:gd name="T38" fmla="*/ 176 w 229"/>
                  <a:gd name="T39" fmla="*/ 21 h 114"/>
                  <a:gd name="T40" fmla="*/ 191 w 229"/>
                  <a:gd name="T41" fmla="*/ 24 h 114"/>
                  <a:gd name="T42" fmla="*/ 206 w 229"/>
                  <a:gd name="T43" fmla="*/ 31 h 114"/>
                  <a:gd name="T44" fmla="*/ 213 w 229"/>
                  <a:gd name="T45" fmla="*/ 36 h 114"/>
                  <a:gd name="T46" fmla="*/ 219 w 229"/>
                  <a:gd name="T47" fmla="*/ 42 h 114"/>
                  <a:gd name="T48" fmla="*/ 228 w 229"/>
                  <a:gd name="T49" fmla="*/ 11 h 114"/>
                  <a:gd name="T50" fmla="*/ 221 w 229"/>
                  <a:gd name="T51" fmla="*/ 9 h 114"/>
                  <a:gd name="T52" fmla="*/ 206 w 229"/>
                  <a:gd name="T53" fmla="*/ 3 h 114"/>
                  <a:gd name="T54" fmla="*/ 195 w 229"/>
                  <a:gd name="T55" fmla="*/ 0 h 114"/>
                  <a:gd name="T56" fmla="*/ 180 w 229"/>
                  <a:gd name="T57" fmla="*/ 0 h 114"/>
                  <a:gd name="T58" fmla="*/ 167 w 229"/>
                  <a:gd name="T59" fmla="*/ 0 h 114"/>
                  <a:gd name="T60" fmla="*/ 155 w 229"/>
                  <a:gd name="T61" fmla="*/ 3 h 114"/>
                  <a:gd name="T62" fmla="*/ 140 w 229"/>
                  <a:gd name="T63" fmla="*/ 9 h 114"/>
                  <a:gd name="T64" fmla="*/ 127 w 229"/>
                  <a:gd name="T65" fmla="*/ 15 h 114"/>
                  <a:gd name="T66" fmla="*/ 124 w 229"/>
                  <a:gd name="T67" fmla="*/ 18 h 114"/>
                  <a:gd name="T68" fmla="*/ 109 w 229"/>
                  <a:gd name="T69" fmla="*/ 31 h 114"/>
                  <a:gd name="T70" fmla="*/ 97 w 229"/>
                  <a:gd name="T71" fmla="*/ 42 h 114"/>
                  <a:gd name="T72" fmla="*/ 88 w 229"/>
                  <a:gd name="T73" fmla="*/ 55 h 114"/>
                  <a:gd name="T74" fmla="*/ 76 w 229"/>
                  <a:gd name="T75" fmla="*/ 67 h 114"/>
                  <a:gd name="T76" fmla="*/ 69 w 229"/>
                  <a:gd name="T77" fmla="*/ 73 h 114"/>
                  <a:gd name="T78" fmla="*/ 61 w 229"/>
                  <a:gd name="T79" fmla="*/ 82 h 114"/>
                  <a:gd name="T80" fmla="*/ 51 w 229"/>
                  <a:gd name="T81" fmla="*/ 85 h 114"/>
                  <a:gd name="T82" fmla="*/ 43 w 229"/>
                  <a:gd name="T83" fmla="*/ 88 h 114"/>
                  <a:gd name="T84" fmla="*/ 30 w 229"/>
                  <a:gd name="T85" fmla="*/ 88 h 114"/>
                  <a:gd name="T86" fmla="*/ 24 w 229"/>
                  <a:gd name="T87" fmla="*/ 88 h 114"/>
                  <a:gd name="T88" fmla="*/ 18 w 229"/>
                  <a:gd name="T89" fmla="*/ 85 h 114"/>
                  <a:gd name="T90" fmla="*/ 6 w 229"/>
                  <a:gd name="T91" fmla="*/ 79 h 114"/>
                  <a:gd name="T92" fmla="*/ 0 w 229"/>
                  <a:gd name="T93" fmla="*/ 11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 h="114">
                    <a:moveTo>
                      <a:pt x="0" y="110"/>
                    </a:moveTo>
                    <a:lnTo>
                      <a:pt x="6" y="113"/>
                    </a:lnTo>
                    <a:lnTo>
                      <a:pt x="18" y="113"/>
                    </a:lnTo>
                    <a:lnTo>
                      <a:pt x="28" y="113"/>
                    </a:lnTo>
                    <a:lnTo>
                      <a:pt x="36" y="110"/>
                    </a:lnTo>
                    <a:lnTo>
                      <a:pt x="48" y="107"/>
                    </a:lnTo>
                    <a:lnTo>
                      <a:pt x="58" y="103"/>
                    </a:lnTo>
                    <a:lnTo>
                      <a:pt x="64" y="101"/>
                    </a:lnTo>
                    <a:lnTo>
                      <a:pt x="69" y="92"/>
                    </a:lnTo>
                    <a:lnTo>
                      <a:pt x="76" y="82"/>
                    </a:lnTo>
                    <a:lnTo>
                      <a:pt x="79" y="77"/>
                    </a:lnTo>
                    <a:lnTo>
                      <a:pt x="82" y="70"/>
                    </a:lnTo>
                    <a:lnTo>
                      <a:pt x="94" y="55"/>
                    </a:lnTo>
                    <a:lnTo>
                      <a:pt x="106" y="39"/>
                    </a:lnTo>
                    <a:lnTo>
                      <a:pt x="115" y="36"/>
                    </a:lnTo>
                    <a:lnTo>
                      <a:pt x="130" y="31"/>
                    </a:lnTo>
                    <a:lnTo>
                      <a:pt x="143" y="24"/>
                    </a:lnTo>
                    <a:lnTo>
                      <a:pt x="155" y="21"/>
                    </a:lnTo>
                    <a:lnTo>
                      <a:pt x="164" y="18"/>
                    </a:lnTo>
                    <a:lnTo>
                      <a:pt x="176" y="21"/>
                    </a:lnTo>
                    <a:lnTo>
                      <a:pt x="191" y="24"/>
                    </a:lnTo>
                    <a:lnTo>
                      <a:pt x="206" y="31"/>
                    </a:lnTo>
                    <a:lnTo>
                      <a:pt x="213" y="36"/>
                    </a:lnTo>
                    <a:lnTo>
                      <a:pt x="219" y="42"/>
                    </a:lnTo>
                    <a:lnTo>
                      <a:pt x="228" y="11"/>
                    </a:lnTo>
                    <a:lnTo>
                      <a:pt x="221" y="9"/>
                    </a:lnTo>
                    <a:lnTo>
                      <a:pt x="206" y="3"/>
                    </a:lnTo>
                    <a:lnTo>
                      <a:pt x="195" y="0"/>
                    </a:lnTo>
                    <a:lnTo>
                      <a:pt x="180" y="0"/>
                    </a:lnTo>
                    <a:lnTo>
                      <a:pt x="167" y="0"/>
                    </a:lnTo>
                    <a:lnTo>
                      <a:pt x="155" y="3"/>
                    </a:lnTo>
                    <a:lnTo>
                      <a:pt x="140" y="9"/>
                    </a:lnTo>
                    <a:lnTo>
                      <a:pt x="127" y="15"/>
                    </a:lnTo>
                    <a:lnTo>
                      <a:pt x="124" y="18"/>
                    </a:lnTo>
                    <a:lnTo>
                      <a:pt x="109" y="31"/>
                    </a:lnTo>
                    <a:lnTo>
                      <a:pt x="97" y="42"/>
                    </a:lnTo>
                    <a:lnTo>
                      <a:pt x="88" y="55"/>
                    </a:lnTo>
                    <a:lnTo>
                      <a:pt x="76" y="67"/>
                    </a:lnTo>
                    <a:lnTo>
                      <a:pt x="69" y="73"/>
                    </a:lnTo>
                    <a:lnTo>
                      <a:pt x="61" y="82"/>
                    </a:lnTo>
                    <a:lnTo>
                      <a:pt x="51" y="85"/>
                    </a:lnTo>
                    <a:lnTo>
                      <a:pt x="43" y="88"/>
                    </a:lnTo>
                    <a:lnTo>
                      <a:pt x="30" y="88"/>
                    </a:lnTo>
                    <a:lnTo>
                      <a:pt x="24" y="88"/>
                    </a:lnTo>
                    <a:lnTo>
                      <a:pt x="18" y="85"/>
                    </a:lnTo>
                    <a:lnTo>
                      <a:pt x="6" y="79"/>
                    </a:lnTo>
                    <a:lnTo>
                      <a:pt x="0" y="11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 name="Freeform 8"/>
              <p:cNvSpPr>
                <a:spLocks/>
              </p:cNvSpPr>
              <p:nvPr/>
            </p:nvSpPr>
            <p:spPr bwMode="ltGray">
              <a:xfrm>
                <a:off x="43" y="1862"/>
                <a:ext cx="233" cy="119"/>
              </a:xfrm>
              <a:custGeom>
                <a:avLst/>
                <a:gdLst>
                  <a:gd name="T0" fmla="*/ 0 w 233"/>
                  <a:gd name="T1" fmla="*/ 115 h 119"/>
                  <a:gd name="T2" fmla="*/ 7 w 233"/>
                  <a:gd name="T3" fmla="*/ 118 h 119"/>
                  <a:gd name="T4" fmla="*/ 19 w 233"/>
                  <a:gd name="T5" fmla="*/ 118 h 119"/>
                  <a:gd name="T6" fmla="*/ 28 w 233"/>
                  <a:gd name="T7" fmla="*/ 118 h 119"/>
                  <a:gd name="T8" fmla="*/ 40 w 233"/>
                  <a:gd name="T9" fmla="*/ 118 h 119"/>
                  <a:gd name="T10" fmla="*/ 49 w 233"/>
                  <a:gd name="T11" fmla="*/ 111 h 119"/>
                  <a:gd name="T12" fmla="*/ 58 w 233"/>
                  <a:gd name="T13" fmla="*/ 108 h 119"/>
                  <a:gd name="T14" fmla="*/ 65 w 233"/>
                  <a:gd name="T15" fmla="*/ 105 h 119"/>
                  <a:gd name="T16" fmla="*/ 73 w 233"/>
                  <a:gd name="T17" fmla="*/ 95 h 119"/>
                  <a:gd name="T18" fmla="*/ 76 w 233"/>
                  <a:gd name="T19" fmla="*/ 86 h 119"/>
                  <a:gd name="T20" fmla="*/ 83 w 233"/>
                  <a:gd name="T21" fmla="*/ 79 h 119"/>
                  <a:gd name="T22" fmla="*/ 86 w 233"/>
                  <a:gd name="T23" fmla="*/ 73 h 119"/>
                  <a:gd name="T24" fmla="*/ 95 w 233"/>
                  <a:gd name="T25" fmla="*/ 58 h 119"/>
                  <a:gd name="T26" fmla="*/ 110 w 233"/>
                  <a:gd name="T27" fmla="*/ 45 h 119"/>
                  <a:gd name="T28" fmla="*/ 116 w 233"/>
                  <a:gd name="T29" fmla="*/ 39 h 119"/>
                  <a:gd name="T30" fmla="*/ 131 w 233"/>
                  <a:gd name="T31" fmla="*/ 32 h 119"/>
                  <a:gd name="T32" fmla="*/ 146 w 233"/>
                  <a:gd name="T33" fmla="*/ 26 h 119"/>
                  <a:gd name="T34" fmla="*/ 156 w 233"/>
                  <a:gd name="T35" fmla="*/ 23 h 119"/>
                  <a:gd name="T36" fmla="*/ 164 w 233"/>
                  <a:gd name="T37" fmla="*/ 23 h 119"/>
                  <a:gd name="T38" fmla="*/ 177 w 233"/>
                  <a:gd name="T39" fmla="*/ 23 h 119"/>
                  <a:gd name="T40" fmla="*/ 192 w 233"/>
                  <a:gd name="T41" fmla="*/ 26 h 119"/>
                  <a:gd name="T42" fmla="*/ 207 w 233"/>
                  <a:gd name="T43" fmla="*/ 32 h 119"/>
                  <a:gd name="T44" fmla="*/ 217 w 233"/>
                  <a:gd name="T45" fmla="*/ 42 h 119"/>
                  <a:gd name="T46" fmla="*/ 220 w 233"/>
                  <a:gd name="T47" fmla="*/ 48 h 119"/>
                  <a:gd name="T48" fmla="*/ 232 w 233"/>
                  <a:gd name="T49" fmla="*/ 16 h 119"/>
                  <a:gd name="T50" fmla="*/ 222 w 233"/>
                  <a:gd name="T51" fmla="*/ 10 h 119"/>
                  <a:gd name="T52" fmla="*/ 210 w 233"/>
                  <a:gd name="T53" fmla="*/ 4 h 119"/>
                  <a:gd name="T54" fmla="*/ 195 w 233"/>
                  <a:gd name="T55" fmla="*/ 4 h 119"/>
                  <a:gd name="T56" fmla="*/ 183 w 233"/>
                  <a:gd name="T57" fmla="*/ 0 h 119"/>
                  <a:gd name="T58" fmla="*/ 167 w 233"/>
                  <a:gd name="T59" fmla="*/ 0 h 119"/>
                  <a:gd name="T60" fmla="*/ 156 w 233"/>
                  <a:gd name="T61" fmla="*/ 4 h 119"/>
                  <a:gd name="T62" fmla="*/ 141 w 233"/>
                  <a:gd name="T63" fmla="*/ 10 h 119"/>
                  <a:gd name="T64" fmla="*/ 131 w 233"/>
                  <a:gd name="T65" fmla="*/ 16 h 119"/>
                  <a:gd name="T66" fmla="*/ 126 w 233"/>
                  <a:gd name="T67" fmla="*/ 20 h 119"/>
                  <a:gd name="T68" fmla="*/ 110 w 233"/>
                  <a:gd name="T69" fmla="*/ 32 h 119"/>
                  <a:gd name="T70" fmla="*/ 101 w 233"/>
                  <a:gd name="T71" fmla="*/ 45 h 119"/>
                  <a:gd name="T72" fmla="*/ 88 w 233"/>
                  <a:gd name="T73" fmla="*/ 58 h 119"/>
                  <a:gd name="T74" fmla="*/ 80 w 233"/>
                  <a:gd name="T75" fmla="*/ 70 h 119"/>
                  <a:gd name="T76" fmla="*/ 73 w 233"/>
                  <a:gd name="T77" fmla="*/ 79 h 119"/>
                  <a:gd name="T78" fmla="*/ 61 w 233"/>
                  <a:gd name="T79" fmla="*/ 86 h 119"/>
                  <a:gd name="T80" fmla="*/ 52 w 233"/>
                  <a:gd name="T81" fmla="*/ 89 h 119"/>
                  <a:gd name="T82" fmla="*/ 43 w 233"/>
                  <a:gd name="T83" fmla="*/ 92 h 119"/>
                  <a:gd name="T84" fmla="*/ 34 w 233"/>
                  <a:gd name="T85" fmla="*/ 92 h 119"/>
                  <a:gd name="T86" fmla="*/ 25 w 233"/>
                  <a:gd name="T87" fmla="*/ 92 h 119"/>
                  <a:gd name="T88" fmla="*/ 19 w 233"/>
                  <a:gd name="T89" fmla="*/ 89 h 119"/>
                  <a:gd name="T90" fmla="*/ 7 w 233"/>
                  <a:gd name="T91" fmla="*/ 83 h 119"/>
                  <a:gd name="T92" fmla="*/ 0 w 233"/>
                  <a:gd name="T93" fmla="*/ 11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19">
                    <a:moveTo>
                      <a:pt x="0" y="115"/>
                    </a:moveTo>
                    <a:lnTo>
                      <a:pt x="7" y="118"/>
                    </a:lnTo>
                    <a:lnTo>
                      <a:pt x="19" y="118"/>
                    </a:lnTo>
                    <a:lnTo>
                      <a:pt x="28" y="118"/>
                    </a:lnTo>
                    <a:lnTo>
                      <a:pt x="40" y="118"/>
                    </a:lnTo>
                    <a:lnTo>
                      <a:pt x="49" y="111"/>
                    </a:lnTo>
                    <a:lnTo>
                      <a:pt x="58" y="108"/>
                    </a:lnTo>
                    <a:lnTo>
                      <a:pt x="65" y="105"/>
                    </a:lnTo>
                    <a:lnTo>
                      <a:pt x="73" y="95"/>
                    </a:lnTo>
                    <a:lnTo>
                      <a:pt x="76" y="86"/>
                    </a:lnTo>
                    <a:lnTo>
                      <a:pt x="83" y="79"/>
                    </a:lnTo>
                    <a:lnTo>
                      <a:pt x="86" y="73"/>
                    </a:lnTo>
                    <a:lnTo>
                      <a:pt x="95" y="58"/>
                    </a:lnTo>
                    <a:lnTo>
                      <a:pt x="110" y="45"/>
                    </a:lnTo>
                    <a:lnTo>
                      <a:pt x="116" y="39"/>
                    </a:lnTo>
                    <a:lnTo>
                      <a:pt x="131" y="32"/>
                    </a:lnTo>
                    <a:lnTo>
                      <a:pt x="146" y="26"/>
                    </a:lnTo>
                    <a:lnTo>
                      <a:pt x="156" y="23"/>
                    </a:lnTo>
                    <a:lnTo>
                      <a:pt x="164" y="23"/>
                    </a:lnTo>
                    <a:lnTo>
                      <a:pt x="177" y="23"/>
                    </a:lnTo>
                    <a:lnTo>
                      <a:pt x="192" y="26"/>
                    </a:lnTo>
                    <a:lnTo>
                      <a:pt x="207" y="32"/>
                    </a:lnTo>
                    <a:lnTo>
                      <a:pt x="217" y="42"/>
                    </a:lnTo>
                    <a:lnTo>
                      <a:pt x="220" y="48"/>
                    </a:lnTo>
                    <a:lnTo>
                      <a:pt x="232" y="16"/>
                    </a:lnTo>
                    <a:lnTo>
                      <a:pt x="222" y="10"/>
                    </a:lnTo>
                    <a:lnTo>
                      <a:pt x="210" y="4"/>
                    </a:lnTo>
                    <a:lnTo>
                      <a:pt x="195" y="4"/>
                    </a:lnTo>
                    <a:lnTo>
                      <a:pt x="183" y="0"/>
                    </a:lnTo>
                    <a:lnTo>
                      <a:pt x="167" y="0"/>
                    </a:lnTo>
                    <a:lnTo>
                      <a:pt x="156" y="4"/>
                    </a:lnTo>
                    <a:lnTo>
                      <a:pt x="141" y="10"/>
                    </a:lnTo>
                    <a:lnTo>
                      <a:pt x="131" y="16"/>
                    </a:lnTo>
                    <a:lnTo>
                      <a:pt x="126" y="20"/>
                    </a:lnTo>
                    <a:lnTo>
                      <a:pt x="110" y="32"/>
                    </a:lnTo>
                    <a:lnTo>
                      <a:pt x="101" y="45"/>
                    </a:lnTo>
                    <a:lnTo>
                      <a:pt x="88" y="58"/>
                    </a:lnTo>
                    <a:lnTo>
                      <a:pt x="80" y="70"/>
                    </a:lnTo>
                    <a:lnTo>
                      <a:pt x="73" y="79"/>
                    </a:lnTo>
                    <a:lnTo>
                      <a:pt x="61" y="86"/>
                    </a:lnTo>
                    <a:lnTo>
                      <a:pt x="52" y="89"/>
                    </a:lnTo>
                    <a:lnTo>
                      <a:pt x="43" y="92"/>
                    </a:lnTo>
                    <a:lnTo>
                      <a:pt x="34" y="92"/>
                    </a:lnTo>
                    <a:lnTo>
                      <a:pt x="25" y="92"/>
                    </a:lnTo>
                    <a:lnTo>
                      <a:pt x="19" y="89"/>
                    </a:lnTo>
                    <a:lnTo>
                      <a:pt x="7" y="83"/>
                    </a:lnTo>
                    <a:lnTo>
                      <a:pt x="0" y="11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0" name="Freeform 9"/>
              <p:cNvSpPr>
                <a:spLocks/>
              </p:cNvSpPr>
              <p:nvPr/>
            </p:nvSpPr>
            <p:spPr bwMode="ltGray">
              <a:xfrm>
                <a:off x="454" y="3914"/>
                <a:ext cx="232" cy="116"/>
              </a:xfrm>
              <a:custGeom>
                <a:avLst/>
                <a:gdLst>
                  <a:gd name="T0" fmla="*/ 0 w 232"/>
                  <a:gd name="T1" fmla="*/ 111 h 116"/>
                  <a:gd name="T2" fmla="*/ 9 w 232"/>
                  <a:gd name="T3" fmla="*/ 115 h 116"/>
                  <a:gd name="T4" fmla="*/ 19 w 232"/>
                  <a:gd name="T5" fmla="*/ 115 h 116"/>
                  <a:gd name="T6" fmla="*/ 30 w 232"/>
                  <a:gd name="T7" fmla="*/ 115 h 116"/>
                  <a:gd name="T8" fmla="*/ 40 w 232"/>
                  <a:gd name="T9" fmla="*/ 111 h 116"/>
                  <a:gd name="T10" fmla="*/ 49 w 232"/>
                  <a:gd name="T11" fmla="*/ 108 h 116"/>
                  <a:gd name="T12" fmla="*/ 61 w 232"/>
                  <a:gd name="T13" fmla="*/ 105 h 116"/>
                  <a:gd name="T14" fmla="*/ 64 w 232"/>
                  <a:gd name="T15" fmla="*/ 102 h 116"/>
                  <a:gd name="T16" fmla="*/ 73 w 232"/>
                  <a:gd name="T17" fmla="*/ 93 h 116"/>
                  <a:gd name="T18" fmla="*/ 76 w 232"/>
                  <a:gd name="T19" fmla="*/ 84 h 116"/>
                  <a:gd name="T20" fmla="*/ 82 w 232"/>
                  <a:gd name="T21" fmla="*/ 77 h 116"/>
                  <a:gd name="T22" fmla="*/ 85 w 232"/>
                  <a:gd name="T23" fmla="*/ 72 h 116"/>
                  <a:gd name="T24" fmla="*/ 95 w 232"/>
                  <a:gd name="T25" fmla="*/ 56 h 116"/>
                  <a:gd name="T26" fmla="*/ 110 w 232"/>
                  <a:gd name="T27" fmla="*/ 43 h 116"/>
                  <a:gd name="T28" fmla="*/ 116 w 232"/>
                  <a:gd name="T29" fmla="*/ 38 h 116"/>
                  <a:gd name="T30" fmla="*/ 131 w 232"/>
                  <a:gd name="T31" fmla="*/ 31 h 116"/>
                  <a:gd name="T32" fmla="*/ 146 w 232"/>
                  <a:gd name="T33" fmla="*/ 25 h 116"/>
                  <a:gd name="T34" fmla="*/ 155 w 232"/>
                  <a:gd name="T35" fmla="*/ 22 h 116"/>
                  <a:gd name="T36" fmla="*/ 167 w 232"/>
                  <a:gd name="T37" fmla="*/ 18 h 116"/>
                  <a:gd name="T38" fmla="*/ 176 w 232"/>
                  <a:gd name="T39" fmla="*/ 22 h 116"/>
                  <a:gd name="T40" fmla="*/ 191 w 232"/>
                  <a:gd name="T41" fmla="*/ 25 h 116"/>
                  <a:gd name="T42" fmla="*/ 206 w 232"/>
                  <a:gd name="T43" fmla="*/ 31 h 116"/>
                  <a:gd name="T44" fmla="*/ 216 w 232"/>
                  <a:gd name="T45" fmla="*/ 38 h 116"/>
                  <a:gd name="T46" fmla="*/ 219 w 232"/>
                  <a:gd name="T47" fmla="*/ 46 h 116"/>
                  <a:gd name="T48" fmla="*/ 231 w 232"/>
                  <a:gd name="T49" fmla="*/ 13 h 116"/>
                  <a:gd name="T50" fmla="*/ 222 w 232"/>
                  <a:gd name="T51" fmla="*/ 10 h 116"/>
                  <a:gd name="T52" fmla="*/ 209 w 232"/>
                  <a:gd name="T53" fmla="*/ 3 h 116"/>
                  <a:gd name="T54" fmla="*/ 194 w 232"/>
                  <a:gd name="T55" fmla="*/ 0 h 116"/>
                  <a:gd name="T56" fmla="*/ 182 w 232"/>
                  <a:gd name="T57" fmla="*/ 0 h 116"/>
                  <a:gd name="T58" fmla="*/ 167 w 232"/>
                  <a:gd name="T59" fmla="*/ 0 h 116"/>
                  <a:gd name="T60" fmla="*/ 155 w 232"/>
                  <a:gd name="T61" fmla="*/ 3 h 116"/>
                  <a:gd name="T62" fmla="*/ 143 w 232"/>
                  <a:gd name="T63" fmla="*/ 10 h 116"/>
                  <a:gd name="T64" fmla="*/ 131 w 232"/>
                  <a:gd name="T65" fmla="*/ 13 h 116"/>
                  <a:gd name="T66" fmla="*/ 125 w 232"/>
                  <a:gd name="T67" fmla="*/ 18 h 116"/>
                  <a:gd name="T68" fmla="*/ 113 w 232"/>
                  <a:gd name="T69" fmla="*/ 31 h 116"/>
                  <a:gd name="T70" fmla="*/ 100 w 232"/>
                  <a:gd name="T71" fmla="*/ 43 h 116"/>
                  <a:gd name="T72" fmla="*/ 88 w 232"/>
                  <a:gd name="T73" fmla="*/ 56 h 116"/>
                  <a:gd name="T74" fmla="*/ 80 w 232"/>
                  <a:gd name="T75" fmla="*/ 69 h 116"/>
                  <a:gd name="T76" fmla="*/ 73 w 232"/>
                  <a:gd name="T77" fmla="*/ 74 h 116"/>
                  <a:gd name="T78" fmla="*/ 61 w 232"/>
                  <a:gd name="T79" fmla="*/ 84 h 116"/>
                  <a:gd name="T80" fmla="*/ 52 w 232"/>
                  <a:gd name="T81" fmla="*/ 87 h 116"/>
                  <a:gd name="T82" fmla="*/ 45 w 232"/>
                  <a:gd name="T83" fmla="*/ 90 h 116"/>
                  <a:gd name="T84" fmla="*/ 34 w 232"/>
                  <a:gd name="T85" fmla="*/ 90 h 116"/>
                  <a:gd name="T86" fmla="*/ 25 w 232"/>
                  <a:gd name="T87" fmla="*/ 90 h 116"/>
                  <a:gd name="T88" fmla="*/ 19 w 232"/>
                  <a:gd name="T89" fmla="*/ 87 h 116"/>
                  <a:gd name="T90" fmla="*/ 7 w 232"/>
                  <a:gd name="T91" fmla="*/ 80 h 116"/>
                  <a:gd name="T92" fmla="*/ 0 w 232"/>
                  <a:gd name="T93" fmla="*/ 11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2" h="116">
                    <a:moveTo>
                      <a:pt x="0" y="111"/>
                    </a:moveTo>
                    <a:lnTo>
                      <a:pt x="9" y="115"/>
                    </a:lnTo>
                    <a:lnTo>
                      <a:pt x="19" y="115"/>
                    </a:lnTo>
                    <a:lnTo>
                      <a:pt x="30" y="115"/>
                    </a:lnTo>
                    <a:lnTo>
                      <a:pt x="40" y="111"/>
                    </a:lnTo>
                    <a:lnTo>
                      <a:pt x="49" y="108"/>
                    </a:lnTo>
                    <a:lnTo>
                      <a:pt x="61" y="105"/>
                    </a:lnTo>
                    <a:lnTo>
                      <a:pt x="64" y="102"/>
                    </a:lnTo>
                    <a:lnTo>
                      <a:pt x="73" y="93"/>
                    </a:lnTo>
                    <a:lnTo>
                      <a:pt x="76" y="84"/>
                    </a:lnTo>
                    <a:lnTo>
                      <a:pt x="82" y="77"/>
                    </a:lnTo>
                    <a:lnTo>
                      <a:pt x="85" y="72"/>
                    </a:lnTo>
                    <a:lnTo>
                      <a:pt x="95" y="56"/>
                    </a:lnTo>
                    <a:lnTo>
                      <a:pt x="110" y="43"/>
                    </a:lnTo>
                    <a:lnTo>
                      <a:pt x="116" y="38"/>
                    </a:lnTo>
                    <a:lnTo>
                      <a:pt x="131" y="31"/>
                    </a:lnTo>
                    <a:lnTo>
                      <a:pt x="146" y="25"/>
                    </a:lnTo>
                    <a:lnTo>
                      <a:pt x="155" y="22"/>
                    </a:lnTo>
                    <a:lnTo>
                      <a:pt x="167" y="18"/>
                    </a:lnTo>
                    <a:lnTo>
                      <a:pt x="176" y="22"/>
                    </a:lnTo>
                    <a:lnTo>
                      <a:pt x="191" y="25"/>
                    </a:lnTo>
                    <a:lnTo>
                      <a:pt x="206" y="31"/>
                    </a:lnTo>
                    <a:lnTo>
                      <a:pt x="216" y="38"/>
                    </a:lnTo>
                    <a:lnTo>
                      <a:pt x="219" y="46"/>
                    </a:lnTo>
                    <a:lnTo>
                      <a:pt x="231" y="13"/>
                    </a:lnTo>
                    <a:lnTo>
                      <a:pt x="222" y="10"/>
                    </a:lnTo>
                    <a:lnTo>
                      <a:pt x="209" y="3"/>
                    </a:lnTo>
                    <a:lnTo>
                      <a:pt x="194" y="0"/>
                    </a:lnTo>
                    <a:lnTo>
                      <a:pt x="182" y="0"/>
                    </a:lnTo>
                    <a:lnTo>
                      <a:pt x="167" y="0"/>
                    </a:lnTo>
                    <a:lnTo>
                      <a:pt x="155" y="3"/>
                    </a:lnTo>
                    <a:lnTo>
                      <a:pt x="143" y="10"/>
                    </a:lnTo>
                    <a:lnTo>
                      <a:pt x="131" y="13"/>
                    </a:lnTo>
                    <a:lnTo>
                      <a:pt x="125" y="18"/>
                    </a:lnTo>
                    <a:lnTo>
                      <a:pt x="113" y="31"/>
                    </a:lnTo>
                    <a:lnTo>
                      <a:pt x="100" y="43"/>
                    </a:lnTo>
                    <a:lnTo>
                      <a:pt x="88" y="56"/>
                    </a:lnTo>
                    <a:lnTo>
                      <a:pt x="80" y="69"/>
                    </a:lnTo>
                    <a:lnTo>
                      <a:pt x="73" y="74"/>
                    </a:lnTo>
                    <a:lnTo>
                      <a:pt x="61" y="84"/>
                    </a:lnTo>
                    <a:lnTo>
                      <a:pt x="52" y="87"/>
                    </a:lnTo>
                    <a:lnTo>
                      <a:pt x="45" y="90"/>
                    </a:lnTo>
                    <a:lnTo>
                      <a:pt x="34" y="90"/>
                    </a:lnTo>
                    <a:lnTo>
                      <a:pt x="25" y="90"/>
                    </a:lnTo>
                    <a:lnTo>
                      <a:pt x="19" y="87"/>
                    </a:lnTo>
                    <a:lnTo>
                      <a:pt x="7" y="80"/>
                    </a:lnTo>
                    <a:lnTo>
                      <a:pt x="0" y="11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 name="Freeform 10"/>
              <p:cNvSpPr>
                <a:spLocks/>
              </p:cNvSpPr>
              <p:nvPr/>
            </p:nvSpPr>
            <p:spPr bwMode="ltGray">
              <a:xfrm>
                <a:off x="5314" y="1011"/>
                <a:ext cx="233" cy="119"/>
              </a:xfrm>
              <a:custGeom>
                <a:avLst/>
                <a:gdLst>
                  <a:gd name="T0" fmla="*/ 232 w 233"/>
                  <a:gd name="T1" fmla="*/ 115 h 119"/>
                  <a:gd name="T2" fmla="*/ 222 w 233"/>
                  <a:gd name="T3" fmla="*/ 115 h 119"/>
                  <a:gd name="T4" fmla="*/ 214 w 233"/>
                  <a:gd name="T5" fmla="*/ 118 h 119"/>
                  <a:gd name="T6" fmla="*/ 201 w 233"/>
                  <a:gd name="T7" fmla="*/ 118 h 119"/>
                  <a:gd name="T8" fmla="*/ 192 w 233"/>
                  <a:gd name="T9" fmla="*/ 115 h 119"/>
                  <a:gd name="T10" fmla="*/ 183 w 233"/>
                  <a:gd name="T11" fmla="*/ 112 h 119"/>
                  <a:gd name="T12" fmla="*/ 171 w 233"/>
                  <a:gd name="T13" fmla="*/ 106 h 119"/>
                  <a:gd name="T14" fmla="*/ 164 w 233"/>
                  <a:gd name="T15" fmla="*/ 102 h 119"/>
                  <a:gd name="T16" fmla="*/ 158 w 233"/>
                  <a:gd name="T17" fmla="*/ 94 h 119"/>
                  <a:gd name="T18" fmla="*/ 153 w 233"/>
                  <a:gd name="T19" fmla="*/ 84 h 119"/>
                  <a:gd name="T20" fmla="*/ 149 w 233"/>
                  <a:gd name="T21" fmla="*/ 78 h 119"/>
                  <a:gd name="T22" fmla="*/ 146 w 233"/>
                  <a:gd name="T23" fmla="*/ 71 h 119"/>
                  <a:gd name="T24" fmla="*/ 134 w 233"/>
                  <a:gd name="T25" fmla="*/ 59 h 119"/>
                  <a:gd name="T26" fmla="*/ 122 w 233"/>
                  <a:gd name="T27" fmla="*/ 44 h 119"/>
                  <a:gd name="T28" fmla="*/ 113 w 233"/>
                  <a:gd name="T29" fmla="*/ 37 h 119"/>
                  <a:gd name="T30" fmla="*/ 97 w 233"/>
                  <a:gd name="T31" fmla="*/ 31 h 119"/>
                  <a:gd name="T32" fmla="*/ 85 w 233"/>
                  <a:gd name="T33" fmla="*/ 28 h 119"/>
                  <a:gd name="T34" fmla="*/ 73 w 233"/>
                  <a:gd name="T35" fmla="*/ 24 h 119"/>
                  <a:gd name="T36" fmla="*/ 64 w 233"/>
                  <a:gd name="T37" fmla="*/ 21 h 119"/>
                  <a:gd name="T38" fmla="*/ 52 w 233"/>
                  <a:gd name="T39" fmla="*/ 24 h 119"/>
                  <a:gd name="T40" fmla="*/ 39 w 233"/>
                  <a:gd name="T41" fmla="*/ 28 h 119"/>
                  <a:gd name="T42" fmla="*/ 24 w 233"/>
                  <a:gd name="T43" fmla="*/ 31 h 119"/>
                  <a:gd name="T44" fmla="*/ 15 w 233"/>
                  <a:gd name="T45" fmla="*/ 40 h 119"/>
                  <a:gd name="T46" fmla="*/ 9 w 233"/>
                  <a:gd name="T47" fmla="*/ 47 h 119"/>
                  <a:gd name="T48" fmla="*/ 0 w 233"/>
                  <a:gd name="T49" fmla="*/ 16 h 119"/>
                  <a:gd name="T50" fmla="*/ 6 w 233"/>
                  <a:gd name="T51" fmla="*/ 9 h 119"/>
                  <a:gd name="T52" fmla="*/ 21 w 233"/>
                  <a:gd name="T53" fmla="*/ 6 h 119"/>
                  <a:gd name="T54" fmla="*/ 33 w 233"/>
                  <a:gd name="T55" fmla="*/ 3 h 119"/>
                  <a:gd name="T56" fmla="*/ 49 w 233"/>
                  <a:gd name="T57" fmla="*/ 0 h 119"/>
                  <a:gd name="T58" fmla="*/ 61 w 233"/>
                  <a:gd name="T59" fmla="*/ 3 h 119"/>
                  <a:gd name="T60" fmla="*/ 73 w 233"/>
                  <a:gd name="T61" fmla="*/ 6 h 119"/>
                  <a:gd name="T62" fmla="*/ 88 w 233"/>
                  <a:gd name="T63" fmla="*/ 13 h 119"/>
                  <a:gd name="T64" fmla="*/ 100 w 233"/>
                  <a:gd name="T65" fmla="*/ 16 h 119"/>
                  <a:gd name="T66" fmla="*/ 107 w 233"/>
                  <a:gd name="T67" fmla="*/ 21 h 119"/>
                  <a:gd name="T68" fmla="*/ 118 w 233"/>
                  <a:gd name="T69" fmla="*/ 31 h 119"/>
                  <a:gd name="T70" fmla="*/ 131 w 233"/>
                  <a:gd name="T71" fmla="*/ 47 h 119"/>
                  <a:gd name="T72" fmla="*/ 143 w 233"/>
                  <a:gd name="T73" fmla="*/ 59 h 119"/>
                  <a:gd name="T74" fmla="*/ 153 w 233"/>
                  <a:gd name="T75" fmla="*/ 71 h 119"/>
                  <a:gd name="T76" fmla="*/ 158 w 233"/>
                  <a:gd name="T77" fmla="*/ 78 h 119"/>
                  <a:gd name="T78" fmla="*/ 168 w 233"/>
                  <a:gd name="T79" fmla="*/ 84 h 119"/>
                  <a:gd name="T80" fmla="*/ 177 w 233"/>
                  <a:gd name="T81" fmla="*/ 91 h 119"/>
                  <a:gd name="T82" fmla="*/ 186 w 233"/>
                  <a:gd name="T83" fmla="*/ 94 h 119"/>
                  <a:gd name="T84" fmla="*/ 199 w 233"/>
                  <a:gd name="T85" fmla="*/ 94 h 119"/>
                  <a:gd name="T86" fmla="*/ 204 w 233"/>
                  <a:gd name="T87" fmla="*/ 91 h 119"/>
                  <a:gd name="T88" fmla="*/ 214 w 233"/>
                  <a:gd name="T89" fmla="*/ 91 h 119"/>
                  <a:gd name="T90" fmla="*/ 225 w 233"/>
                  <a:gd name="T91" fmla="*/ 84 h 119"/>
                  <a:gd name="T92" fmla="*/ 232 w 233"/>
                  <a:gd name="T93" fmla="*/ 11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19">
                    <a:moveTo>
                      <a:pt x="232" y="115"/>
                    </a:moveTo>
                    <a:lnTo>
                      <a:pt x="222" y="115"/>
                    </a:lnTo>
                    <a:lnTo>
                      <a:pt x="214" y="118"/>
                    </a:lnTo>
                    <a:lnTo>
                      <a:pt x="201" y="118"/>
                    </a:lnTo>
                    <a:lnTo>
                      <a:pt x="192" y="115"/>
                    </a:lnTo>
                    <a:lnTo>
                      <a:pt x="183" y="112"/>
                    </a:lnTo>
                    <a:lnTo>
                      <a:pt x="171" y="106"/>
                    </a:lnTo>
                    <a:lnTo>
                      <a:pt x="164" y="102"/>
                    </a:lnTo>
                    <a:lnTo>
                      <a:pt x="158" y="94"/>
                    </a:lnTo>
                    <a:lnTo>
                      <a:pt x="153" y="84"/>
                    </a:lnTo>
                    <a:lnTo>
                      <a:pt x="149" y="78"/>
                    </a:lnTo>
                    <a:lnTo>
                      <a:pt x="146" y="71"/>
                    </a:lnTo>
                    <a:lnTo>
                      <a:pt x="134" y="59"/>
                    </a:lnTo>
                    <a:lnTo>
                      <a:pt x="122" y="44"/>
                    </a:lnTo>
                    <a:lnTo>
                      <a:pt x="113" y="37"/>
                    </a:lnTo>
                    <a:lnTo>
                      <a:pt x="97" y="31"/>
                    </a:lnTo>
                    <a:lnTo>
                      <a:pt x="85" y="28"/>
                    </a:lnTo>
                    <a:lnTo>
                      <a:pt x="73" y="24"/>
                    </a:lnTo>
                    <a:lnTo>
                      <a:pt x="64" y="21"/>
                    </a:lnTo>
                    <a:lnTo>
                      <a:pt x="52" y="24"/>
                    </a:lnTo>
                    <a:lnTo>
                      <a:pt x="39" y="28"/>
                    </a:lnTo>
                    <a:lnTo>
                      <a:pt x="24" y="31"/>
                    </a:lnTo>
                    <a:lnTo>
                      <a:pt x="15" y="40"/>
                    </a:lnTo>
                    <a:lnTo>
                      <a:pt x="9" y="47"/>
                    </a:lnTo>
                    <a:lnTo>
                      <a:pt x="0" y="16"/>
                    </a:lnTo>
                    <a:lnTo>
                      <a:pt x="6" y="9"/>
                    </a:lnTo>
                    <a:lnTo>
                      <a:pt x="21" y="6"/>
                    </a:lnTo>
                    <a:lnTo>
                      <a:pt x="33" y="3"/>
                    </a:lnTo>
                    <a:lnTo>
                      <a:pt x="49" y="0"/>
                    </a:lnTo>
                    <a:lnTo>
                      <a:pt x="61" y="3"/>
                    </a:lnTo>
                    <a:lnTo>
                      <a:pt x="73" y="6"/>
                    </a:lnTo>
                    <a:lnTo>
                      <a:pt x="88" y="13"/>
                    </a:lnTo>
                    <a:lnTo>
                      <a:pt x="100" y="16"/>
                    </a:lnTo>
                    <a:lnTo>
                      <a:pt x="107" y="21"/>
                    </a:lnTo>
                    <a:lnTo>
                      <a:pt x="118" y="31"/>
                    </a:lnTo>
                    <a:lnTo>
                      <a:pt x="131" y="47"/>
                    </a:lnTo>
                    <a:lnTo>
                      <a:pt x="143" y="59"/>
                    </a:lnTo>
                    <a:lnTo>
                      <a:pt x="153" y="71"/>
                    </a:lnTo>
                    <a:lnTo>
                      <a:pt x="158" y="78"/>
                    </a:lnTo>
                    <a:lnTo>
                      <a:pt x="168" y="84"/>
                    </a:lnTo>
                    <a:lnTo>
                      <a:pt x="177" y="91"/>
                    </a:lnTo>
                    <a:lnTo>
                      <a:pt x="186" y="94"/>
                    </a:lnTo>
                    <a:lnTo>
                      <a:pt x="199" y="94"/>
                    </a:lnTo>
                    <a:lnTo>
                      <a:pt x="204" y="91"/>
                    </a:lnTo>
                    <a:lnTo>
                      <a:pt x="214" y="91"/>
                    </a:lnTo>
                    <a:lnTo>
                      <a:pt x="225" y="84"/>
                    </a:lnTo>
                    <a:lnTo>
                      <a:pt x="232" y="11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2" name="Freeform 11"/>
              <p:cNvSpPr>
                <a:spLocks/>
              </p:cNvSpPr>
              <p:nvPr/>
            </p:nvSpPr>
            <p:spPr bwMode="ltGray">
              <a:xfrm>
                <a:off x="1852" y="147"/>
                <a:ext cx="232" cy="114"/>
              </a:xfrm>
              <a:custGeom>
                <a:avLst/>
                <a:gdLst>
                  <a:gd name="T0" fmla="*/ 231 w 232"/>
                  <a:gd name="T1" fmla="*/ 110 h 114"/>
                  <a:gd name="T2" fmla="*/ 221 w 232"/>
                  <a:gd name="T3" fmla="*/ 113 h 114"/>
                  <a:gd name="T4" fmla="*/ 213 w 232"/>
                  <a:gd name="T5" fmla="*/ 113 h 114"/>
                  <a:gd name="T6" fmla="*/ 201 w 232"/>
                  <a:gd name="T7" fmla="*/ 113 h 114"/>
                  <a:gd name="T8" fmla="*/ 191 w 232"/>
                  <a:gd name="T9" fmla="*/ 113 h 114"/>
                  <a:gd name="T10" fmla="*/ 183 w 232"/>
                  <a:gd name="T11" fmla="*/ 110 h 114"/>
                  <a:gd name="T12" fmla="*/ 170 w 232"/>
                  <a:gd name="T13" fmla="*/ 104 h 114"/>
                  <a:gd name="T14" fmla="*/ 167 w 232"/>
                  <a:gd name="T15" fmla="*/ 102 h 114"/>
                  <a:gd name="T16" fmla="*/ 158 w 232"/>
                  <a:gd name="T17" fmla="*/ 92 h 114"/>
                  <a:gd name="T18" fmla="*/ 155 w 232"/>
                  <a:gd name="T19" fmla="*/ 82 h 114"/>
                  <a:gd name="T20" fmla="*/ 148 w 232"/>
                  <a:gd name="T21" fmla="*/ 77 h 114"/>
                  <a:gd name="T22" fmla="*/ 145 w 232"/>
                  <a:gd name="T23" fmla="*/ 71 h 114"/>
                  <a:gd name="T24" fmla="*/ 133 w 232"/>
                  <a:gd name="T25" fmla="*/ 56 h 114"/>
                  <a:gd name="T26" fmla="*/ 122 w 232"/>
                  <a:gd name="T27" fmla="*/ 43 h 114"/>
                  <a:gd name="T28" fmla="*/ 112 w 232"/>
                  <a:gd name="T29" fmla="*/ 36 h 114"/>
                  <a:gd name="T30" fmla="*/ 100 w 232"/>
                  <a:gd name="T31" fmla="*/ 31 h 114"/>
                  <a:gd name="T32" fmla="*/ 85 w 232"/>
                  <a:gd name="T33" fmla="*/ 25 h 114"/>
                  <a:gd name="T34" fmla="*/ 76 w 232"/>
                  <a:gd name="T35" fmla="*/ 21 h 114"/>
                  <a:gd name="T36" fmla="*/ 64 w 232"/>
                  <a:gd name="T37" fmla="*/ 21 h 114"/>
                  <a:gd name="T38" fmla="*/ 54 w 232"/>
                  <a:gd name="T39" fmla="*/ 21 h 114"/>
                  <a:gd name="T40" fmla="*/ 39 w 232"/>
                  <a:gd name="T41" fmla="*/ 25 h 114"/>
                  <a:gd name="T42" fmla="*/ 24 w 232"/>
                  <a:gd name="T43" fmla="*/ 31 h 114"/>
                  <a:gd name="T44" fmla="*/ 15 w 232"/>
                  <a:gd name="T45" fmla="*/ 36 h 114"/>
                  <a:gd name="T46" fmla="*/ 9 w 232"/>
                  <a:gd name="T47" fmla="*/ 46 h 114"/>
                  <a:gd name="T48" fmla="*/ 0 w 232"/>
                  <a:gd name="T49" fmla="*/ 15 h 114"/>
                  <a:gd name="T50" fmla="*/ 9 w 232"/>
                  <a:gd name="T51" fmla="*/ 10 h 114"/>
                  <a:gd name="T52" fmla="*/ 21 w 232"/>
                  <a:gd name="T53" fmla="*/ 3 h 114"/>
                  <a:gd name="T54" fmla="*/ 33 w 232"/>
                  <a:gd name="T55" fmla="*/ 0 h 114"/>
                  <a:gd name="T56" fmla="*/ 48 w 232"/>
                  <a:gd name="T57" fmla="*/ 0 h 114"/>
                  <a:gd name="T58" fmla="*/ 64 w 232"/>
                  <a:gd name="T59" fmla="*/ 0 h 114"/>
                  <a:gd name="T60" fmla="*/ 72 w 232"/>
                  <a:gd name="T61" fmla="*/ 3 h 114"/>
                  <a:gd name="T62" fmla="*/ 87 w 232"/>
                  <a:gd name="T63" fmla="*/ 10 h 114"/>
                  <a:gd name="T64" fmla="*/ 100 w 232"/>
                  <a:gd name="T65" fmla="*/ 15 h 114"/>
                  <a:gd name="T66" fmla="*/ 106 w 232"/>
                  <a:gd name="T67" fmla="*/ 18 h 114"/>
                  <a:gd name="T68" fmla="*/ 118 w 232"/>
                  <a:gd name="T69" fmla="*/ 31 h 114"/>
                  <a:gd name="T70" fmla="*/ 130 w 232"/>
                  <a:gd name="T71" fmla="*/ 43 h 114"/>
                  <a:gd name="T72" fmla="*/ 143 w 232"/>
                  <a:gd name="T73" fmla="*/ 58 h 114"/>
                  <a:gd name="T74" fmla="*/ 152 w 232"/>
                  <a:gd name="T75" fmla="*/ 67 h 114"/>
                  <a:gd name="T76" fmla="*/ 158 w 232"/>
                  <a:gd name="T77" fmla="*/ 77 h 114"/>
                  <a:gd name="T78" fmla="*/ 167 w 232"/>
                  <a:gd name="T79" fmla="*/ 82 h 114"/>
                  <a:gd name="T80" fmla="*/ 179 w 232"/>
                  <a:gd name="T81" fmla="*/ 86 h 114"/>
                  <a:gd name="T82" fmla="*/ 185 w 232"/>
                  <a:gd name="T83" fmla="*/ 89 h 114"/>
                  <a:gd name="T84" fmla="*/ 198 w 232"/>
                  <a:gd name="T85" fmla="*/ 89 h 114"/>
                  <a:gd name="T86" fmla="*/ 206 w 232"/>
                  <a:gd name="T87" fmla="*/ 89 h 114"/>
                  <a:gd name="T88" fmla="*/ 213 w 232"/>
                  <a:gd name="T89" fmla="*/ 86 h 114"/>
                  <a:gd name="T90" fmla="*/ 224 w 232"/>
                  <a:gd name="T91" fmla="*/ 79 h 114"/>
                  <a:gd name="T92" fmla="*/ 231 w 232"/>
                  <a:gd name="T93" fmla="*/ 11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2" h="114">
                    <a:moveTo>
                      <a:pt x="231" y="110"/>
                    </a:moveTo>
                    <a:lnTo>
                      <a:pt x="221" y="113"/>
                    </a:lnTo>
                    <a:lnTo>
                      <a:pt x="213" y="113"/>
                    </a:lnTo>
                    <a:lnTo>
                      <a:pt x="201" y="113"/>
                    </a:lnTo>
                    <a:lnTo>
                      <a:pt x="191" y="113"/>
                    </a:lnTo>
                    <a:lnTo>
                      <a:pt x="183" y="110"/>
                    </a:lnTo>
                    <a:lnTo>
                      <a:pt x="170" y="104"/>
                    </a:lnTo>
                    <a:lnTo>
                      <a:pt x="167" y="102"/>
                    </a:lnTo>
                    <a:lnTo>
                      <a:pt x="158" y="92"/>
                    </a:lnTo>
                    <a:lnTo>
                      <a:pt x="155" y="82"/>
                    </a:lnTo>
                    <a:lnTo>
                      <a:pt x="148" y="77"/>
                    </a:lnTo>
                    <a:lnTo>
                      <a:pt x="145" y="71"/>
                    </a:lnTo>
                    <a:lnTo>
                      <a:pt x="133" y="56"/>
                    </a:lnTo>
                    <a:lnTo>
                      <a:pt x="122" y="43"/>
                    </a:lnTo>
                    <a:lnTo>
                      <a:pt x="112" y="36"/>
                    </a:lnTo>
                    <a:lnTo>
                      <a:pt x="100" y="31"/>
                    </a:lnTo>
                    <a:lnTo>
                      <a:pt x="85" y="25"/>
                    </a:lnTo>
                    <a:lnTo>
                      <a:pt x="76" y="21"/>
                    </a:lnTo>
                    <a:lnTo>
                      <a:pt x="64" y="21"/>
                    </a:lnTo>
                    <a:lnTo>
                      <a:pt x="54" y="21"/>
                    </a:lnTo>
                    <a:lnTo>
                      <a:pt x="39" y="25"/>
                    </a:lnTo>
                    <a:lnTo>
                      <a:pt x="24" y="31"/>
                    </a:lnTo>
                    <a:lnTo>
                      <a:pt x="15" y="36"/>
                    </a:lnTo>
                    <a:lnTo>
                      <a:pt x="9" y="46"/>
                    </a:lnTo>
                    <a:lnTo>
                      <a:pt x="0" y="15"/>
                    </a:lnTo>
                    <a:lnTo>
                      <a:pt x="9" y="10"/>
                    </a:lnTo>
                    <a:lnTo>
                      <a:pt x="21" y="3"/>
                    </a:lnTo>
                    <a:lnTo>
                      <a:pt x="33" y="0"/>
                    </a:lnTo>
                    <a:lnTo>
                      <a:pt x="48" y="0"/>
                    </a:lnTo>
                    <a:lnTo>
                      <a:pt x="64" y="0"/>
                    </a:lnTo>
                    <a:lnTo>
                      <a:pt x="72" y="3"/>
                    </a:lnTo>
                    <a:lnTo>
                      <a:pt x="87" y="10"/>
                    </a:lnTo>
                    <a:lnTo>
                      <a:pt x="100" y="15"/>
                    </a:lnTo>
                    <a:lnTo>
                      <a:pt x="106" y="18"/>
                    </a:lnTo>
                    <a:lnTo>
                      <a:pt x="118" y="31"/>
                    </a:lnTo>
                    <a:lnTo>
                      <a:pt x="130" y="43"/>
                    </a:lnTo>
                    <a:lnTo>
                      <a:pt x="143" y="58"/>
                    </a:lnTo>
                    <a:lnTo>
                      <a:pt x="152" y="67"/>
                    </a:lnTo>
                    <a:lnTo>
                      <a:pt x="158" y="77"/>
                    </a:lnTo>
                    <a:lnTo>
                      <a:pt x="167" y="82"/>
                    </a:lnTo>
                    <a:lnTo>
                      <a:pt x="179" y="86"/>
                    </a:lnTo>
                    <a:lnTo>
                      <a:pt x="185" y="89"/>
                    </a:lnTo>
                    <a:lnTo>
                      <a:pt x="198" y="89"/>
                    </a:lnTo>
                    <a:lnTo>
                      <a:pt x="206" y="89"/>
                    </a:lnTo>
                    <a:lnTo>
                      <a:pt x="213" y="86"/>
                    </a:lnTo>
                    <a:lnTo>
                      <a:pt x="224" y="79"/>
                    </a:lnTo>
                    <a:lnTo>
                      <a:pt x="231" y="11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3" name="Freeform 12"/>
              <p:cNvSpPr>
                <a:spLocks/>
              </p:cNvSpPr>
              <p:nvPr/>
            </p:nvSpPr>
            <p:spPr bwMode="ltGray">
              <a:xfrm>
                <a:off x="151" y="121"/>
                <a:ext cx="233" cy="120"/>
              </a:xfrm>
              <a:custGeom>
                <a:avLst/>
                <a:gdLst>
                  <a:gd name="T0" fmla="*/ 232 w 233"/>
                  <a:gd name="T1" fmla="*/ 116 h 120"/>
                  <a:gd name="T2" fmla="*/ 223 w 233"/>
                  <a:gd name="T3" fmla="*/ 116 h 120"/>
                  <a:gd name="T4" fmla="*/ 214 w 233"/>
                  <a:gd name="T5" fmla="*/ 119 h 120"/>
                  <a:gd name="T6" fmla="*/ 204 w 233"/>
                  <a:gd name="T7" fmla="*/ 119 h 120"/>
                  <a:gd name="T8" fmla="*/ 193 w 233"/>
                  <a:gd name="T9" fmla="*/ 116 h 120"/>
                  <a:gd name="T10" fmla="*/ 183 w 233"/>
                  <a:gd name="T11" fmla="*/ 112 h 120"/>
                  <a:gd name="T12" fmla="*/ 174 w 233"/>
                  <a:gd name="T13" fmla="*/ 106 h 120"/>
                  <a:gd name="T14" fmla="*/ 168 w 233"/>
                  <a:gd name="T15" fmla="*/ 103 h 120"/>
                  <a:gd name="T16" fmla="*/ 158 w 233"/>
                  <a:gd name="T17" fmla="*/ 94 h 120"/>
                  <a:gd name="T18" fmla="*/ 156 w 233"/>
                  <a:gd name="T19" fmla="*/ 85 h 120"/>
                  <a:gd name="T20" fmla="*/ 150 w 233"/>
                  <a:gd name="T21" fmla="*/ 78 h 120"/>
                  <a:gd name="T22" fmla="*/ 147 w 233"/>
                  <a:gd name="T23" fmla="*/ 72 h 120"/>
                  <a:gd name="T24" fmla="*/ 137 w 233"/>
                  <a:gd name="T25" fmla="*/ 60 h 120"/>
                  <a:gd name="T26" fmla="*/ 122 w 233"/>
                  <a:gd name="T27" fmla="*/ 44 h 120"/>
                  <a:gd name="T28" fmla="*/ 116 w 233"/>
                  <a:gd name="T29" fmla="*/ 38 h 120"/>
                  <a:gd name="T30" fmla="*/ 101 w 233"/>
                  <a:gd name="T31" fmla="*/ 31 h 120"/>
                  <a:gd name="T32" fmla="*/ 86 w 233"/>
                  <a:gd name="T33" fmla="*/ 25 h 120"/>
                  <a:gd name="T34" fmla="*/ 76 w 233"/>
                  <a:gd name="T35" fmla="*/ 22 h 120"/>
                  <a:gd name="T36" fmla="*/ 67 w 233"/>
                  <a:gd name="T37" fmla="*/ 22 h 120"/>
                  <a:gd name="T38" fmla="*/ 55 w 233"/>
                  <a:gd name="T39" fmla="*/ 22 h 120"/>
                  <a:gd name="T40" fmla="*/ 40 w 233"/>
                  <a:gd name="T41" fmla="*/ 28 h 120"/>
                  <a:gd name="T42" fmla="*/ 25 w 233"/>
                  <a:gd name="T43" fmla="*/ 31 h 120"/>
                  <a:gd name="T44" fmla="*/ 18 w 233"/>
                  <a:gd name="T45" fmla="*/ 41 h 120"/>
                  <a:gd name="T46" fmla="*/ 12 w 233"/>
                  <a:gd name="T47" fmla="*/ 47 h 120"/>
                  <a:gd name="T48" fmla="*/ 0 w 233"/>
                  <a:gd name="T49" fmla="*/ 16 h 120"/>
                  <a:gd name="T50" fmla="*/ 10 w 233"/>
                  <a:gd name="T51" fmla="*/ 10 h 120"/>
                  <a:gd name="T52" fmla="*/ 21 w 233"/>
                  <a:gd name="T53" fmla="*/ 7 h 120"/>
                  <a:gd name="T54" fmla="*/ 36 w 233"/>
                  <a:gd name="T55" fmla="*/ 3 h 120"/>
                  <a:gd name="T56" fmla="*/ 49 w 233"/>
                  <a:gd name="T57" fmla="*/ 0 h 120"/>
                  <a:gd name="T58" fmla="*/ 64 w 233"/>
                  <a:gd name="T59" fmla="*/ 3 h 120"/>
                  <a:gd name="T60" fmla="*/ 76 w 233"/>
                  <a:gd name="T61" fmla="*/ 7 h 120"/>
                  <a:gd name="T62" fmla="*/ 89 w 233"/>
                  <a:gd name="T63" fmla="*/ 13 h 120"/>
                  <a:gd name="T64" fmla="*/ 101 w 233"/>
                  <a:gd name="T65" fmla="*/ 16 h 120"/>
                  <a:gd name="T66" fmla="*/ 107 w 233"/>
                  <a:gd name="T67" fmla="*/ 22 h 120"/>
                  <a:gd name="T68" fmla="*/ 119 w 233"/>
                  <a:gd name="T69" fmla="*/ 31 h 120"/>
                  <a:gd name="T70" fmla="*/ 132 w 233"/>
                  <a:gd name="T71" fmla="*/ 47 h 120"/>
                  <a:gd name="T72" fmla="*/ 143 w 233"/>
                  <a:gd name="T73" fmla="*/ 60 h 120"/>
                  <a:gd name="T74" fmla="*/ 153 w 233"/>
                  <a:gd name="T75" fmla="*/ 72 h 120"/>
                  <a:gd name="T76" fmla="*/ 158 w 233"/>
                  <a:gd name="T77" fmla="*/ 78 h 120"/>
                  <a:gd name="T78" fmla="*/ 171 w 233"/>
                  <a:gd name="T79" fmla="*/ 85 h 120"/>
                  <a:gd name="T80" fmla="*/ 180 w 233"/>
                  <a:gd name="T81" fmla="*/ 91 h 120"/>
                  <a:gd name="T82" fmla="*/ 189 w 233"/>
                  <a:gd name="T83" fmla="*/ 94 h 120"/>
                  <a:gd name="T84" fmla="*/ 199 w 233"/>
                  <a:gd name="T85" fmla="*/ 94 h 120"/>
                  <a:gd name="T86" fmla="*/ 208 w 233"/>
                  <a:gd name="T87" fmla="*/ 91 h 120"/>
                  <a:gd name="T88" fmla="*/ 214 w 233"/>
                  <a:gd name="T89" fmla="*/ 91 h 120"/>
                  <a:gd name="T90" fmla="*/ 226 w 233"/>
                  <a:gd name="T91" fmla="*/ 85 h 120"/>
                  <a:gd name="T92" fmla="*/ 232 w 233"/>
                  <a:gd name="T93" fmla="*/ 1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20">
                    <a:moveTo>
                      <a:pt x="232" y="116"/>
                    </a:moveTo>
                    <a:lnTo>
                      <a:pt x="223" y="116"/>
                    </a:lnTo>
                    <a:lnTo>
                      <a:pt x="214" y="119"/>
                    </a:lnTo>
                    <a:lnTo>
                      <a:pt x="204" y="119"/>
                    </a:lnTo>
                    <a:lnTo>
                      <a:pt x="193" y="116"/>
                    </a:lnTo>
                    <a:lnTo>
                      <a:pt x="183" y="112"/>
                    </a:lnTo>
                    <a:lnTo>
                      <a:pt x="174" y="106"/>
                    </a:lnTo>
                    <a:lnTo>
                      <a:pt x="168" y="103"/>
                    </a:lnTo>
                    <a:lnTo>
                      <a:pt x="158" y="94"/>
                    </a:lnTo>
                    <a:lnTo>
                      <a:pt x="156" y="85"/>
                    </a:lnTo>
                    <a:lnTo>
                      <a:pt x="150" y="78"/>
                    </a:lnTo>
                    <a:lnTo>
                      <a:pt x="147" y="72"/>
                    </a:lnTo>
                    <a:lnTo>
                      <a:pt x="137" y="60"/>
                    </a:lnTo>
                    <a:lnTo>
                      <a:pt x="122" y="44"/>
                    </a:lnTo>
                    <a:lnTo>
                      <a:pt x="116" y="38"/>
                    </a:lnTo>
                    <a:lnTo>
                      <a:pt x="101" y="31"/>
                    </a:lnTo>
                    <a:lnTo>
                      <a:pt x="86" y="25"/>
                    </a:lnTo>
                    <a:lnTo>
                      <a:pt x="76" y="22"/>
                    </a:lnTo>
                    <a:lnTo>
                      <a:pt x="67" y="22"/>
                    </a:lnTo>
                    <a:lnTo>
                      <a:pt x="55" y="22"/>
                    </a:lnTo>
                    <a:lnTo>
                      <a:pt x="40" y="28"/>
                    </a:lnTo>
                    <a:lnTo>
                      <a:pt x="25" y="31"/>
                    </a:lnTo>
                    <a:lnTo>
                      <a:pt x="18" y="41"/>
                    </a:lnTo>
                    <a:lnTo>
                      <a:pt x="12" y="47"/>
                    </a:lnTo>
                    <a:lnTo>
                      <a:pt x="0" y="16"/>
                    </a:lnTo>
                    <a:lnTo>
                      <a:pt x="10" y="10"/>
                    </a:lnTo>
                    <a:lnTo>
                      <a:pt x="21" y="7"/>
                    </a:lnTo>
                    <a:lnTo>
                      <a:pt x="36" y="3"/>
                    </a:lnTo>
                    <a:lnTo>
                      <a:pt x="49" y="0"/>
                    </a:lnTo>
                    <a:lnTo>
                      <a:pt x="64" y="3"/>
                    </a:lnTo>
                    <a:lnTo>
                      <a:pt x="76" y="7"/>
                    </a:lnTo>
                    <a:lnTo>
                      <a:pt x="89" y="13"/>
                    </a:lnTo>
                    <a:lnTo>
                      <a:pt x="101" y="16"/>
                    </a:lnTo>
                    <a:lnTo>
                      <a:pt x="107" y="22"/>
                    </a:lnTo>
                    <a:lnTo>
                      <a:pt x="119" y="31"/>
                    </a:lnTo>
                    <a:lnTo>
                      <a:pt x="132" y="47"/>
                    </a:lnTo>
                    <a:lnTo>
                      <a:pt x="143" y="60"/>
                    </a:lnTo>
                    <a:lnTo>
                      <a:pt x="153" y="72"/>
                    </a:lnTo>
                    <a:lnTo>
                      <a:pt x="158" y="78"/>
                    </a:lnTo>
                    <a:lnTo>
                      <a:pt x="171" y="85"/>
                    </a:lnTo>
                    <a:lnTo>
                      <a:pt x="180" y="91"/>
                    </a:lnTo>
                    <a:lnTo>
                      <a:pt x="189" y="94"/>
                    </a:lnTo>
                    <a:lnTo>
                      <a:pt x="199" y="94"/>
                    </a:lnTo>
                    <a:lnTo>
                      <a:pt x="208" y="91"/>
                    </a:lnTo>
                    <a:lnTo>
                      <a:pt x="214" y="91"/>
                    </a:lnTo>
                    <a:lnTo>
                      <a:pt x="226" y="85"/>
                    </a:lnTo>
                    <a:lnTo>
                      <a:pt x="232" y="11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4" name="Freeform 13"/>
              <p:cNvSpPr>
                <a:spLocks/>
              </p:cNvSpPr>
              <p:nvPr/>
            </p:nvSpPr>
            <p:spPr bwMode="ltGray">
              <a:xfrm>
                <a:off x="1756" y="3890"/>
                <a:ext cx="228" cy="116"/>
              </a:xfrm>
              <a:custGeom>
                <a:avLst/>
                <a:gdLst>
                  <a:gd name="T0" fmla="*/ 227 w 228"/>
                  <a:gd name="T1" fmla="*/ 112 h 116"/>
                  <a:gd name="T2" fmla="*/ 220 w 228"/>
                  <a:gd name="T3" fmla="*/ 115 h 116"/>
                  <a:gd name="T4" fmla="*/ 209 w 228"/>
                  <a:gd name="T5" fmla="*/ 115 h 116"/>
                  <a:gd name="T6" fmla="*/ 200 w 228"/>
                  <a:gd name="T7" fmla="*/ 115 h 116"/>
                  <a:gd name="T8" fmla="*/ 187 w 228"/>
                  <a:gd name="T9" fmla="*/ 112 h 116"/>
                  <a:gd name="T10" fmla="*/ 179 w 228"/>
                  <a:gd name="T11" fmla="*/ 108 h 116"/>
                  <a:gd name="T12" fmla="*/ 169 w 228"/>
                  <a:gd name="T13" fmla="*/ 105 h 116"/>
                  <a:gd name="T14" fmla="*/ 164 w 228"/>
                  <a:gd name="T15" fmla="*/ 100 h 116"/>
                  <a:gd name="T16" fmla="*/ 157 w 228"/>
                  <a:gd name="T17" fmla="*/ 90 h 116"/>
                  <a:gd name="T18" fmla="*/ 151 w 228"/>
                  <a:gd name="T19" fmla="*/ 84 h 116"/>
                  <a:gd name="T20" fmla="*/ 148 w 228"/>
                  <a:gd name="T21" fmla="*/ 77 h 116"/>
                  <a:gd name="T22" fmla="*/ 145 w 228"/>
                  <a:gd name="T23" fmla="*/ 72 h 116"/>
                  <a:gd name="T24" fmla="*/ 133 w 228"/>
                  <a:gd name="T25" fmla="*/ 56 h 116"/>
                  <a:gd name="T26" fmla="*/ 118 w 228"/>
                  <a:gd name="T27" fmla="*/ 41 h 116"/>
                  <a:gd name="T28" fmla="*/ 112 w 228"/>
                  <a:gd name="T29" fmla="*/ 35 h 116"/>
                  <a:gd name="T30" fmla="*/ 96 w 228"/>
                  <a:gd name="T31" fmla="*/ 31 h 116"/>
                  <a:gd name="T32" fmla="*/ 84 w 228"/>
                  <a:gd name="T33" fmla="*/ 25 h 116"/>
                  <a:gd name="T34" fmla="*/ 73 w 228"/>
                  <a:gd name="T35" fmla="*/ 22 h 116"/>
                  <a:gd name="T36" fmla="*/ 63 w 228"/>
                  <a:gd name="T37" fmla="*/ 19 h 116"/>
                  <a:gd name="T38" fmla="*/ 51 w 228"/>
                  <a:gd name="T39" fmla="*/ 22 h 116"/>
                  <a:gd name="T40" fmla="*/ 36 w 228"/>
                  <a:gd name="T41" fmla="*/ 25 h 116"/>
                  <a:gd name="T42" fmla="*/ 21 w 228"/>
                  <a:gd name="T43" fmla="*/ 31 h 116"/>
                  <a:gd name="T44" fmla="*/ 15 w 228"/>
                  <a:gd name="T45" fmla="*/ 38 h 116"/>
                  <a:gd name="T46" fmla="*/ 9 w 228"/>
                  <a:gd name="T47" fmla="*/ 43 h 116"/>
                  <a:gd name="T48" fmla="*/ 0 w 228"/>
                  <a:gd name="T49" fmla="*/ 13 h 116"/>
                  <a:gd name="T50" fmla="*/ 6 w 228"/>
                  <a:gd name="T51" fmla="*/ 10 h 116"/>
                  <a:gd name="T52" fmla="*/ 21 w 228"/>
                  <a:gd name="T53" fmla="*/ 4 h 116"/>
                  <a:gd name="T54" fmla="*/ 33 w 228"/>
                  <a:gd name="T55" fmla="*/ 0 h 116"/>
                  <a:gd name="T56" fmla="*/ 48 w 228"/>
                  <a:gd name="T57" fmla="*/ 0 h 116"/>
                  <a:gd name="T58" fmla="*/ 61 w 228"/>
                  <a:gd name="T59" fmla="*/ 0 h 116"/>
                  <a:gd name="T60" fmla="*/ 73 w 228"/>
                  <a:gd name="T61" fmla="*/ 4 h 116"/>
                  <a:gd name="T62" fmla="*/ 88 w 228"/>
                  <a:gd name="T63" fmla="*/ 10 h 116"/>
                  <a:gd name="T64" fmla="*/ 96 w 228"/>
                  <a:gd name="T65" fmla="*/ 13 h 116"/>
                  <a:gd name="T66" fmla="*/ 103 w 228"/>
                  <a:gd name="T67" fmla="*/ 19 h 116"/>
                  <a:gd name="T68" fmla="*/ 118 w 228"/>
                  <a:gd name="T69" fmla="*/ 31 h 116"/>
                  <a:gd name="T70" fmla="*/ 130 w 228"/>
                  <a:gd name="T71" fmla="*/ 43 h 116"/>
                  <a:gd name="T72" fmla="*/ 139 w 228"/>
                  <a:gd name="T73" fmla="*/ 56 h 116"/>
                  <a:gd name="T74" fmla="*/ 148 w 228"/>
                  <a:gd name="T75" fmla="*/ 69 h 116"/>
                  <a:gd name="T76" fmla="*/ 157 w 228"/>
                  <a:gd name="T77" fmla="*/ 74 h 116"/>
                  <a:gd name="T78" fmla="*/ 166 w 228"/>
                  <a:gd name="T79" fmla="*/ 84 h 116"/>
                  <a:gd name="T80" fmla="*/ 175 w 228"/>
                  <a:gd name="T81" fmla="*/ 87 h 116"/>
                  <a:gd name="T82" fmla="*/ 184 w 228"/>
                  <a:gd name="T83" fmla="*/ 90 h 116"/>
                  <a:gd name="T84" fmla="*/ 194 w 228"/>
                  <a:gd name="T85" fmla="*/ 90 h 116"/>
                  <a:gd name="T86" fmla="*/ 202 w 228"/>
                  <a:gd name="T87" fmla="*/ 90 h 116"/>
                  <a:gd name="T88" fmla="*/ 209 w 228"/>
                  <a:gd name="T89" fmla="*/ 87 h 116"/>
                  <a:gd name="T90" fmla="*/ 220 w 228"/>
                  <a:gd name="T91" fmla="*/ 81 h 116"/>
                  <a:gd name="T92" fmla="*/ 227 w 228"/>
                  <a:gd name="T9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8" h="116">
                    <a:moveTo>
                      <a:pt x="227" y="112"/>
                    </a:moveTo>
                    <a:lnTo>
                      <a:pt x="220" y="115"/>
                    </a:lnTo>
                    <a:lnTo>
                      <a:pt x="209" y="115"/>
                    </a:lnTo>
                    <a:lnTo>
                      <a:pt x="200" y="115"/>
                    </a:lnTo>
                    <a:lnTo>
                      <a:pt x="187" y="112"/>
                    </a:lnTo>
                    <a:lnTo>
                      <a:pt x="179" y="108"/>
                    </a:lnTo>
                    <a:lnTo>
                      <a:pt x="169" y="105"/>
                    </a:lnTo>
                    <a:lnTo>
                      <a:pt x="164" y="100"/>
                    </a:lnTo>
                    <a:lnTo>
                      <a:pt x="157" y="90"/>
                    </a:lnTo>
                    <a:lnTo>
                      <a:pt x="151" y="84"/>
                    </a:lnTo>
                    <a:lnTo>
                      <a:pt x="148" y="77"/>
                    </a:lnTo>
                    <a:lnTo>
                      <a:pt x="145" y="72"/>
                    </a:lnTo>
                    <a:lnTo>
                      <a:pt x="133" y="56"/>
                    </a:lnTo>
                    <a:lnTo>
                      <a:pt x="118" y="41"/>
                    </a:lnTo>
                    <a:lnTo>
                      <a:pt x="112" y="35"/>
                    </a:lnTo>
                    <a:lnTo>
                      <a:pt x="96" y="31"/>
                    </a:lnTo>
                    <a:lnTo>
                      <a:pt x="84" y="25"/>
                    </a:lnTo>
                    <a:lnTo>
                      <a:pt x="73" y="22"/>
                    </a:lnTo>
                    <a:lnTo>
                      <a:pt x="63" y="19"/>
                    </a:lnTo>
                    <a:lnTo>
                      <a:pt x="51" y="22"/>
                    </a:lnTo>
                    <a:lnTo>
                      <a:pt x="36" y="25"/>
                    </a:lnTo>
                    <a:lnTo>
                      <a:pt x="21" y="31"/>
                    </a:lnTo>
                    <a:lnTo>
                      <a:pt x="15" y="38"/>
                    </a:lnTo>
                    <a:lnTo>
                      <a:pt x="9" y="43"/>
                    </a:lnTo>
                    <a:lnTo>
                      <a:pt x="0" y="13"/>
                    </a:lnTo>
                    <a:lnTo>
                      <a:pt x="6" y="10"/>
                    </a:lnTo>
                    <a:lnTo>
                      <a:pt x="21" y="4"/>
                    </a:lnTo>
                    <a:lnTo>
                      <a:pt x="33" y="0"/>
                    </a:lnTo>
                    <a:lnTo>
                      <a:pt x="48" y="0"/>
                    </a:lnTo>
                    <a:lnTo>
                      <a:pt x="61" y="0"/>
                    </a:lnTo>
                    <a:lnTo>
                      <a:pt x="73" y="4"/>
                    </a:lnTo>
                    <a:lnTo>
                      <a:pt x="88" y="10"/>
                    </a:lnTo>
                    <a:lnTo>
                      <a:pt x="96" y="13"/>
                    </a:lnTo>
                    <a:lnTo>
                      <a:pt x="103" y="19"/>
                    </a:lnTo>
                    <a:lnTo>
                      <a:pt x="118" y="31"/>
                    </a:lnTo>
                    <a:lnTo>
                      <a:pt x="130" y="43"/>
                    </a:lnTo>
                    <a:lnTo>
                      <a:pt x="139" y="56"/>
                    </a:lnTo>
                    <a:lnTo>
                      <a:pt x="148" y="69"/>
                    </a:lnTo>
                    <a:lnTo>
                      <a:pt x="157" y="74"/>
                    </a:lnTo>
                    <a:lnTo>
                      <a:pt x="166" y="84"/>
                    </a:lnTo>
                    <a:lnTo>
                      <a:pt x="175" y="87"/>
                    </a:lnTo>
                    <a:lnTo>
                      <a:pt x="184" y="90"/>
                    </a:lnTo>
                    <a:lnTo>
                      <a:pt x="194" y="90"/>
                    </a:lnTo>
                    <a:lnTo>
                      <a:pt x="202" y="90"/>
                    </a:lnTo>
                    <a:lnTo>
                      <a:pt x="209" y="87"/>
                    </a:lnTo>
                    <a:lnTo>
                      <a:pt x="220" y="81"/>
                    </a:lnTo>
                    <a:lnTo>
                      <a:pt x="227" y="112"/>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6" name="Freeform 14"/>
              <p:cNvSpPr>
                <a:spLocks/>
              </p:cNvSpPr>
              <p:nvPr/>
            </p:nvSpPr>
            <p:spPr bwMode="ltGray">
              <a:xfrm>
                <a:off x="5489" y="3411"/>
                <a:ext cx="228" cy="116"/>
              </a:xfrm>
              <a:custGeom>
                <a:avLst/>
                <a:gdLst>
                  <a:gd name="T0" fmla="*/ 227 w 228"/>
                  <a:gd name="T1" fmla="*/ 3 h 116"/>
                  <a:gd name="T2" fmla="*/ 220 w 228"/>
                  <a:gd name="T3" fmla="*/ 3 h 116"/>
                  <a:gd name="T4" fmla="*/ 209 w 228"/>
                  <a:gd name="T5" fmla="*/ 0 h 116"/>
                  <a:gd name="T6" fmla="*/ 200 w 228"/>
                  <a:gd name="T7" fmla="*/ 0 h 116"/>
                  <a:gd name="T8" fmla="*/ 190 w 228"/>
                  <a:gd name="T9" fmla="*/ 3 h 116"/>
                  <a:gd name="T10" fmla="*/ 179 w 228"/>
                  <a:gd name="T11" fmla="*/ 6 h 116"/>
                  <a:gd name="T12" fmla="*/ 169 w 228"/>
                  <a:gd name="T13" fmla="*/ 9 h 116"/>
                  <a:gd name="T14" fmla="*/ 164 w 228"/>
                  <a:gd name="T15" fmla="*/ 16 h 116"/>
                  <a:gd name="T16" fmla="*/ 157 w 228"/>
                  <a:gd name="T17" fmla="*/ 24 h 116"/>
                  <a:gd name="T18" fmla="*/ 151 w 228"/>
                  <a:gd name="T19" fmla="*/ 34 h 116"/>
                  <a:gd name="T20" fmla="*/ 148 w 228"/>
                  <a:gd name="T21" fmla="*/ 40 h 116"/>
                  <a:gd name="T22" fmla="*/ 145 w 228"/>
                  <a:gd name="T23" fmla="*/ 47 h 116"/>
                  <a:gd name="T24" fmla="*/ 133 w 228"/>
                  <a:gd name="T25" fmla="*/ 58 h 116"/>
                  <a:gd name="T26" fmla="*/ 118 w 228"/>
                  <a:gd name="T27" fmla="*/ 74 h 116"/>
                  <a:gd name="T28" fmla="*/ 112 w 228"/>
                  <a:gd name="T29" fmla="*/ 78 h 116"/>
                  <a:gd name="T30" fmla="*/ 96 w 228"/>
                  <a:gd name="T31" fmla="*/ 87 h 116"/>
                  <a:gd name="T32" fmla="*/ 84 w 228"/>
                  <a:gd name="T33" fmla="*/ 90 h 116"/>
                  <a:gd name="T34" fmla="*/ 73 w 228"/>
                  <a:gd name="T35" fmla="*/ 94 h 116"/>
                  <a:gd name="T36" fmla="*/ 63 w 228"/>
                  <a:gd name="T37" fmla="*/ 96 h 116"/>
                  <a:gd name="T38" fmla="*/ 51 w 228"/>
                  <a:gd name="T39" fmla="*/ 94 h 116"/>
                  <a:gd name="T40" fmla="*/ 36 w 228"/>
                  <a:gd name="T41" fmla="*/ 90 h 116"/>
                  <a:gd name="T42" fmla="*/ 21 w 228"/>
                  <a:gd name="T43" fmla="*/ 84 h 116"/>
                  <a:gd name="T44" fmla="*/ 15 w 228"/>
                  <a:gd name="T45" fmla="*/ 78 h 116"/>
                  <a:gd name="T46" fmla="*/ 9 w 228"/>
                  <a:gd name="T47" fmla="*/ 71 h 116"/>
                  <a:gd name="T48" fmla="*/ 0 w 228"/>
                  <a:gd name="T49" fmla="*/ 102 h 116"/>
                  <a:gd name="T50" fmla="*/ 6 w 228"/>
                  <a:gd name="T51" fmla="*/ 109 h 116"/>
                  <a:gd name="T52" fmla="*/ 18 w 228"/>
                  <a:gd name="T53" fmla="*/ 112 h 116"/>
                  <a:gd name="T54" fmla="*/ 33 w 228"/>
                  <a:gd name="T55" fmla="*/ 115 h 116"/>
                  <a:gd name="T56" fmla="*/ 48 w 228"/>
                  <a:gd name="T57" fmla="*/ 115 h 116"/>
                  <a:gd name="T58" fmla="*/ 61 w 228"/>
                  <a:gd name="T59" fmla="*/ 115 h 116"/>
                  <a:gd name="T60" fmla="*/ 73 w 228"/>
                  <a:gd name="T61" fmla="*/ 112 h 116"/>
                  <a:gd name="T62" fmla="*/ 88 w 228"/>
                  <a:gd name="T63" fmla="*/ 109 h 116"/>
                  <a:gd name="T64" fmla="*/ 96 w 228"/>
                  <a:gd name="T65" fmla="*/ 102 h 116"/>
                  <a:gd name="T66" fmla="*/ 103 w 228"/>
                  <a:gd name="T67" fmla="*/ 96 h 116"/>
                  <a:gd name="T68" fmla="*/ 118 w 228"/>
                  <a:gd name="T69" fmla="*/ 84 h 116"/>
                  <a:gd name="T70" fmla="*/ 130 w 228"/>
                  <a:gd name="T71" fmla="*/ 71 h 116"/>
                  <a:gd name="T72" fmla="*/ 139 w 228"/>
                  <a:gd name="T73" fmla="*/ 58 h 116"/>
                  <a:gd name="T74" fmla="*/ 148 w 228"/>
                  <a:gd name="T75" fmla="*/ 47 h 116"/>
                  <a:gd name="T76" fmla="*/ 157 w 228"/>
                  <a:gd name="T77" fmla="*/ 40 h 116"/>
                  <a:gd name="T78" fmla="*/ 166 w 228"/>
                  <a:gd name="T79" fmla="*/ 34 h 116"/>
                  <a:gd name="T80" fmla="*/ 175 w 228"/>
                  <a:gd name="T81" fmla="*/ 27 h 116"/>
                  <a:gd name="T82" fmla="*/ 184 w 228"/>
                  <a:gd name="T83" fmla="*/ 24 h 116"/>
                  <a:gd name="T84" fmla="*/ 194 w 228"/>
                  <a:gd name="T85" fmla="*/ 24 h 116"/>
                  <a:gd name="T86" fmla="*/ 202 w 228"/>
                  <a:gd name="T87" fmla="*/ 24 h 116"/>
                  <a:gd name="T88" fmla="*/ 209 w 228"/>
                  <a:gd name="T89" fmla="*/ 27 h 116"/>
                  <a:gd name="T90" fmla="*/ 220 w 228"/>
                  <a:gd name="T91" fmla="*/ 34 h 116"/>
                  <a:gd name="T92" fmla="*/ 227 w 228"/>
                  <a:gd name="T93" fmla="*/ 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8" h="116">
                    <a:moveTo>
                      <a:pt x="227" y="3"/>
                    </a:moveTo>
                    <a:lnTo>
                      <a:pt x="220" y="3"/>
                    </a:lnTo>
                    <a:lnTo>
                      <a:pt x="209" y="0"/>
                    </a:lnTo>
                    <a:lnTo>
                      <a:pt x="200" y="0"/>
                    </a:lnTo>
                    <a:lnTo>
                      <a:pt x="190" y="3"/>
                    </a:lnTo>
                    <a:lnTo>
                      <a:pt x="179" y="6"/>
                    </a:lnTo>
                    <a:lnTo>
                      <a:pt x="169" y="9"/>
                    </a:lnTo>
                    <a:lnTo>
                      <a:pt x="164" y="16"/>
                    </a:lnTo>
                    <a:lnTo>
                      <a:pt x="157" y="24"/>
                    </a:lnTo>
                    <a:lnTo>
                      <a:pt x="151" y="34"/>
                    </a:lnTo>
                    <a:lnTo>
                      <a:pt x="148" y="40"/>
                    </a:lnTo>
                    <a:lnTo>
                      <a:pt x="145" y="47"/>
                    </a:lnTo>
                    <a:lnTo>
                      <a:pt x="133" y="58"/>
                    </a:lnTo>
                    <a:lnTo>
                      <a:pt x="118" y="74"/>
                    </a:lnTo>
                    <a:lnTo>
                      <a:pt x="112" y="78"/>
                    </a:lnTo>
                    <a:lnTo>
                      <a:pt x="96" y="87"/>
                    </a:lnTo>
                    <a:lnTo>
                      <a:pt x="84" y="90"/>
                    </a:lnTo>
                    <a:lnTo>
                      <a:pt x="73" y="94"/>
                    </a:lnTo>
                    <a:lnTo>
                      <a:pt x="63" y="96"/>
                    </a:lnTo>
                    <a:lnTo>
                      <a:pt x="51" y="94"/>
                    </a:lnTo>
                    <a:lnTo>
                      <a:pt x="36" y="90"/>
                    </a:lnTo>
                    <a:lnTo>
                      <a:pt x="21" y="84"/>
                    </a:lnTo>
                    <a:lnTo>
                      <a:pt x="15" y="78"/>
                    </a:lnTo>
                    <a:lnTo>
                      <a:pt x="9" y="71"/>
                    </a:lnTo>
                    <a:lnTo>
                      <a:pt x="0" y="102"/>
                    </a:lnTo>
                    <a:lnTo>
                      <a:pt x="6" y="109"/>
                    </a:lnTo>
                    <a:lnTo>
                      <a:pt x="18" y="112"/>
                    </a:lnTo>
                    <a:lnTo>
                      <a:pt x="33" y="115"/>
                    </a:lnTo>
                    <a:lnTo>
                      <a:pt x="48" y="115"/>
                    </a:lnTo>
                    <a:lnTo>
                      <a:pt x="61" y="115"/>
                    </a:lnTo>
                    <a:lnTo>
                      <a:pt x="73" y="112"/>
                    </a:lnTo>
                    <a:lnTo>
                      <a:pt x="88" y="109"/>
                    </a:lnTo>
                    <a:lnTo>
                      <a:pt x="96" y="102"/>
                    </a:lnTo>
                    <a:lnTo>
                      <a:pt x="103" y="96"/>
                    </a:lnTo>
                    <a:lnTo>
                      <a:pt x="118" y="84"/>
                    </a:lnTo>
                    <a:lnTo>
                      <a:pt x="130" y="71"/>
                    </a:lnTo>
                    <a:lnTo>
                      <a:pt x="139" y="58"/>
                    </a:lnTo>
                    <a:lnTo>
                      <a:pt x="148" y="47"/>
                    </a:lnTo>
                    <a:lnTo>
                      <a:pt x="157" y="40"/>
                    </a:lnTo>
                    <a:lnTo>
                      <a:pt x="166" y="34"/>
                    </a:lnTo>
                    <a:lnTo>
                      <a:pt x="175" y="27"/>
                    </a:lnTo>
                    <a:lnTo>
                      <a:pt x="184" y="24"/>
                    </a:lnTo>
                    <a:lnTo>
                      <a:pt x="194" y="24"/>
                    </a:lnTo>
                    <a:lnTo>
                      <a:pt x="202" y="24"/>
                    </a:lnTo>
                    <a:lnTo>
                      <a:pt x="209" y="27"/>
                    </a:lnTo>
                    <a:lnTo>
                      <a:pt x="220" y="34"/>
                    </a:lnTo>
                    <a:lnTo>
                      <a:pt x="227"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7" name="Freeform 15"/>
              <p:cNvSpPr>
                <a:spLocks/>
              </p:cNvSpPr>
              <p:nvPr/>
            </p:nvSpPr>
            <p:spPr bwMode="ltGray">
              <a:xfrm>
                <a:off x="5442" y="2855"/>
                <a:ext cx="66" cy="61"/>
              </a:xfrm>
              <a:custGeom>
                <a:avLst/>
                <a:gdLst>
                  <a:gd name="T0" fmla="*/ 21 w 66"/>
                  <a:gd name="T1" fmla="*/ 0 h 61"/>
                  <a:gd name="T2" fmla="*/ 0 w 66"/>
                  <a:gd name="T3" fmla="*/ 39 h 61"/>
                  <a:gd name="T4" fmla="*/ 41 w 66"/>
                  <a:gd name="T5" fmla="*/ 60 h 61"/>
                  <a:gd name="T6" fmla="*/ 65 w 66"/>
                  <a:gd name="T7" fmla="*/ 20 h 61"/>
                  <a:gd name="T8" fmla="*/ 21 w 66"/>
                  <a:gd name="T9" fmla="*/ 0 h 61"/>
                </a:gdLst>
                <a:ahLst/>
                <a:cxnLst>
                  <a:cxn ang="0">
                    <a:pos x="T0" y="T1"/>
                  </a:cxn>
                  <a:cxn ang="0">
                    <a:pos x="T2" y="T3"/>
                  </a:cxn>
                  <a:cxn ang="0">
                    <a:pos x="T4" y="T5"/>
                  </a:cxn>
                  <a:cxn ang="0">
                    <a:pos x="T6" y="T7"/>
                  </a:cxn>
                  <a:cxn ang="0">
                    <a:pos x="T8" y="T9"/>
                  </a:cxn>
                </a:cxnLst>
                <a:rect l="0" t="0" r="r" b="b"/>
                <a:pathLst>
                  <a:path w="66" h="61">
                    <a:moveTo>
                      <a:pt x="21" y="0"/>
                    </a:moveTo>
                    <a:lnTo>
                      <a:pt x="0" y="39"/>
                    </a:lnTo>
                    <a:lnTo>
                      <a:pt x="41" y="60"/>
                    </a:lnTo>
                    <a:lnTo>
                      <a:pt x="65" y="20"/>
                    </a:lnTo>
                    <a:lnTo>
                      <a:pt x="2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8" name="Freeform 16"/>
              <p:cNvSpPr>
                <a:spLocks/>
              </p:cNvSpPr>
              <p:nvPr/>
            </p:nvSpPr>
            <p:spPr bwMode="ltGray">
              <a:xfrm>
                <a:off x="3764" y="4046"/>
                <a:ext cx="61" cy="65"/>
              </a:xfrm>
              <a:custGeom>
                <a:avLst/>
                <a:gdLst>
                  <a:gd name="T0" fmla="*/ 20 w 61"/>
                  <a:gd name="T1" fmla="*/ 0 h 65"/>
                  <a:gd name="T2" fmla="*/ 0 w 61"/>
                  <a:gd name="T3" fmla="*/ 44 h 65"/>
                  <a:gd name="T4" fmla="*/ 40 w 61"/>
                  <a:gd name="T5" fmla="*/ 64 h 65"/>
                  <a:gd name="T6" fmla="*/ 60 w 61"/>
                  <a:gd name="T7" fmla="*/ 20 h 65"/>
                  <a:gd name="T8" fmla="*/ 20 w 61"/>
                  <a:gd name="T9" fmla="*/ 0 h 65"/>
                </a:gdLst>
                <a:ahLst/>
                <a:cxnLst>
                  <a:cxn ang="0">
                    <a:pos x="T0" y="T1"/>
                  </a:cxn>
                  <a:cxn ang="0">
                    <a:pos x="T2" y="T3"/>
                  </a:cxn>
                  <a:cxn ang="0">
                    <a:pos x="T4" y="T5"/>
                  </a:cxn>
                  <a:cxn ang="0">
                    <a:pos x="T6" y="T7"/>
                  </a:cxn>
                  <a:cxn ang="0">
                    <a:pos x="T8" y="T9"/>
                  </a:cxn>
                </a:cxnLst>
                <a:rect l="0" t="0" r="r" b="b"/>
                <a:pathLst>
                  <a:path w="61" h="65">
                    <a:moveTo>
                      <a:pt x="20" y="0"/>
                    </a:moveTo>
                    <a:lnTo>
                      <a:pt x="0" y="44"/>
                    </a:lnTo>
                    <a:lnTo>
                      <a:pt x="40" y="64"/>
                    </a:lnTo>
                    <a:lnTo>
                      <a:pt x="60" y="20"/>
                    </a:lnTo>
                    <a:lnTo>
                      <a:pt x="2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0" name="Freeform 17"/>
              <p:cNvSpPr>
                <a:spLocks/>
              </p:cNvSpPr>
              <p:nvPr/>
            </p:nvSpPr>
            <p:spPr bwMode="ltGray">
              <a:xfrm>
                <a:off x="500" y="541"/>
                <a:ext cx="57" cy="65"/>
              </a:xfrm>
              <a:custGeom>
                <a:avLst/>
                <a:gdLst>
                  <a:gd name="T0" fmla="*/ 18 w 57"/>
                  <a:gd name="T1" fmla="*/ 0 h 65"/>
                  <a:gd name="T2" fmla="*/ 0 w 57"/>
                  <a:gd name="T3" fmla="*/ 44 h 65"/>
                  <a:gd name="T4" fmla="*/ 38 w 57"/>
                  <a:gd name="T5" fmla="*/ 64 h 65"/>
                  <a:gd name="T6" fmla="*/ 56 w 57"/>
                  <a:gd name="T7" fmla="*/ 23 h 65"/>
                  <a:gd name="T8" fmla="*/ 18 w 57"/>
                  <a:gd name="T9" fmla="*/ 0 h 65"/>
                </a:gdLst>
                <a:ahLst/>
                <a:cxnLst>
                  <a:cxn ang="0">
                    <a:pos x="T0" y="T1"/>
                  </a:cxn>
                  <a:cxn ang="0">
                    <a:pos x="T2" y="T3"/>
                  </a:cxn>
                  <a:cxn ang="0">
                    <a:pos x="T4" y="T5"/>
                  </a:cxn>
                  <a:cxn ang="0">
                    <a:pos x="T6" y="T7"/>
                  </a:cxn>
                  <a:cxn ang="0">
                    <a:pos x="T8" y="T9"/>
                  </a:cxn>
                </a:cxnLst>
                <a:rect l="0" t="0" r="r" b="b"/>
                <a:pathLst>
                  <a:path w="57" h="65">
                    <a:moveTo>
                      <a:pt x="18" y="0"/>
                    </a:moveTo>
                    <a:lnTo>
                      <a:pt x="0" y="44"/>
                    </a:lnTo>
                    <a:lnTo>
                      <a:pt x="38" y="64"/>
                    </a:lnTo>
                    <a:lnTo>
                      <a:pt x="56" y="23"/>
                    </a:lnTo>
                    <a:lnTo>
                      <a:pt x="1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2" name="Freeform 18"/>
              <p:cNvSpPr>
                <a:spLocks/>
              </p:cNvSpPr>
              <p:nvPr/>
            </p:nvSpPr>
            <p:spPr bwMode="ltGray">
              <a:xfrm>
                <a:off x="2644" y="186"/>
                <a:ext cx="57" cy="102"/>
              </a:xfrm>
              <a:custGeom>
                <a:avLst/>
                <a:gdLst>
                  <a:gd name="T0" fmla="*/ 16 w 57"/>
                  <a:gd name="T1" fmla="*/ 0 h 102"/>
                  <a:gd name="T2" fmla="*/ 0 w 57"/>
                  <a:gd name="T3" fmla="*/ 101 h 102"/>
                  <a:gd name="T4" fmla="*/ 56 w 57"/>
                  <a:gd name="T5" fmla="*/ 49 h 102"/>
                  <a:gd name="T6" fmla="*/ 16 w 57"/>
                  <a:gd name="T7" fmla="*/ 0 h 102"/>
                </a:gdLst>
                <a:ahLst/>
                <a:cxnLst>
                  <a:cxn ang="0">
                    <a:pos x="T0" y="T1"/>
                  </a:cxn>
                  <a:cxn ang="0">
                    <a:pos x="T2" y="T3"/>
                  </a:cxn>
                  <a:cxn ang="0">
                    <a:pos x="T4" y="T5"/>
                  </a:cxn>
                  <a:cxn ang="0">
                    <a:pos x="T6" y="T7"/>
                  </a:cxn>
                </a:cxnLst>
                <a:rect l="0" t="0" r="r" b="b"/>
                <a:pathLst>
                  <a:path w="57" h="102">
                    <a:moveTo>
                      <a:pt x="16" y="0"/>
                    </a:moveTo>
                    <a:lnTo>
                      <a:pt x="0" y="101"/>
                    </a:lnTo>
                    <a:lnTo>
                      <a:pt x="56" y="49"/>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3" name="Freeform 19"/>
              <p:cNvSpPr>
                <a:spLocks/>
              </p:cNvSpPr>
              <p:nvPr/>
            </p:nvSpPr>
            <p:spPr bwMode="ltGray">
              <a:xfrm>
                <a:off x="5673" y="2034"/>
                <a:ext cx="58" cy="102"/>
              </a:xfrm>
              <a:custGeom>
                <a:avLst/>
                <a:gdLst>
                  <a:gd name="T0" fmla="*/ 16 w 58"/>
                  <a:gd name="T1" fmla="*/ 0 h 102"/>
                  <a:gd name="T2" fmla="*/ 0 w 58"/>
                  <a:gd name="T3" fmla="*/ 101 h 102"/>
                  <a:gd name="T4" fmla="*/ 57 w 58"/>
                  <a:gd name="T5" fmla="*/ 49 h 102"/>
                  <a:gd name="T6" fmla="*/ 16 w 58"/>
                  <a:gd name="T7" fmla="*/ 0 h 102"/>
                </a:gdLst>
                <a:ahLst/>
                <a:cxnLst>
                  <a:cxn ang="0">
                    <a:pos x="T0" y="T1"/>
                  </a:cxn>
                  <a:cxn ang="0">
                    <a:pos x="T2" y="T3"/>
                  </a:cxn>
                  <a:cxn ang="0">
                    <a:pos x="T4" y="T5"/>
                  </a:cxn>
                  <a:cxn ang="0">
                    <a:pos x="T6" y="T7"/>
                  </a:cxn>
                </a:cxnLst>
                <a:rect l="0" t="0" r="r" b="b"/>
                <a:pathLst>
                  <a:path w="58" h="102">
                    <a:moveTo>
                      <a:pt x="16" y="0"/>
                    </a:moveTo>
                    <a:lnTo>
                      <a:pt x="0" y="101"/>
                    </a:lnTo>
                    <a:lnTo>
                      <a:pt x="57" y="49"/>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4" name="Freeform 20"/>
              <p:cNvSpPr>
                <a:spLocks/>
              </p:cNvSpPr>
              <p:nvPr/>
            </p:nvSpPr>
            <p:spPr bwMode="ltGray">
              <a:xfrm>
                <a:off x="3478" y="3974"/>
                <a:ext cx="59" cy="104"/>
              </a:xfrm>
              <a:custGeom>
                <a:avLst/>
                <a:gdLst>
                  <a:gd name="T0" fmla="*/ 16 w 59"/>
                  <a:gd name="T1" fmla="*/ 0 h 104"/>
                  <a:gd name="T2" fmla="*/ 0 w 59"/>
                  <a:gd name="T3" fmla="*/ 103 h 104"/>
                  <a:gd name="T4" fmla="*/ 58 w 59"/>
                  <a:gd name="T5" fmla="*/ 50 h 104"/>
                  <a:gd name="T6" fmla="*/ 16 w 59"/>
                  <a:gd name="T7" fmla="*/ 0 h 104"/>
                </a:gdLst>
                <a:ahLst/>
                <a:cxnLst>
                  <a:cxn ang="0">
                    <a:pos x="T0" y="T1"/>
                  </a:cxn>
                  <a:cxn ang="0">
                    <a:pos x="T2" y="T3"/>
                  </a:cxn>
                  <a:cxn ang="0">
                    <a:pos x="T4" y="T5"/>
                  </a:cxn>
                  <a:cxn ang="0">
                    <a:pos x="T6" y="T7"/>
                  </a:cxn>
                </a:cxnLst>
                <a:rect l="0" t="0" r="r" b="b"/>
                <a:pathLst>
                  <a:path w="59" h="104">
                    <a:moveTo>
                      <a:pt x="16" y="0"/>
                    </a:moveTo>
                    <a:lnTo>
                      <a:pt x="0" y="103"/>
                    </a:lnTo>
                    <a:lnTo>
                      <a:pt x="58" y="50"/>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5" name="Freeform 21"/>
              <p:cNvSpPr>
                <a:spLocks/>
              </p:cNvSpPr>
              <p:nvPr/>
            </p:nvSpPr>
            <p:spPr bwMode="ltGray">
              <a:xfrm>
                <a:off x="426" y="4149"/>
                <a:ext cx="56" cy="102"/>
              </a:xfrm>
              <a:custGeom>
                <a:avLst/>
                <a:gdLst>
                  <a:gd name="T0" fmla="*/ 14 w 56"/>
                  <a:gd name="T1" fmla="*/ 0 h 102"/>
                  <a:gd name="T2" fmla="*/ 0 w 56"/>
                  <a:gd name="T3" fmla="*/ 101 h 102"/>
                  <a:gd name="T4" fmla="*/ 55 w 56"/>
                  <a:gd name="T5" fmla="*/ 49 h 102"/>
                  <a:gd name="T6" fmla="*/ 14 w 56"/>
                  <a:gd name="T7" fmla="*/ 0 h 102"/>
                </a:gdLst>
                <a:ahLst/>
                <a:cxnLst>
                  <a:cxn ang="0">
                    <a:pos x="T0" y="T1"/>
                  </a:cxn>
                  <a:cxn ang="0">
                    <a:pos x="T2" y="T3"/>
                  </a:cxn>
                  <a:cxn ang="0">
                    <a:pos x="T4" y="T5"/>
                  </a:cxn>
                  <a:cxn ang="0">
                    <a:pos x="T6" y="T7"/>
                  </a:cxn>
                </a:cxnLst>
                <a:rect l="0" t="0" r="r" b="b"/>
                <a:pathLst>
                  <a:path w="56" h="102">
                    <a:moveTo>
                      <a:pt x="14" y="0"/>
                    </a:moveTo>
                    <a:lnTo>
                      <a:pt x="0" y="101"/>
                    </a:lnTo>
                    <a:lnTo>
                      <a:pt x="55" y="49"/>
                    </a:lnTo>
                    <a:lnTo>
                      <a:pt x="14"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6" name="Freeform 22"/>
              <p:cNvSpPr>
                <a:spLocks/>
              </p:cNvSpPr>
              <p:nvPr/>
            </p:nvSpPr>
            <p:spPr bwMode="ltGray">
              <a:xfrm>
                <a:off x="1604" y="4043"/>
                <a:ext cx="57" cy="102"/>
              </a:xfrm>
              <a:custGeom>
                <a:avLst/>
                <a:gdLst>
                  <a:gd name="T0" fmla="*/ 16 w 57"/>
                  <a:gd name="T1" fmla="*/ 101 h 102"/>
                  <a:gd name="T2" fmla="*/ 0 w 57"/>
                  <a:gd name="T3" fmla="*/ 0 h 102"/>
                  <a:gd name="T4" fmla="*/ 56 w 57"/>
                  <a:gd name="T5" fmla="*/ 51 h 102"/>
                  <a:gd name="T6" fmla="*/ 16 w 57"/>
                  <a:gd name="T7" fmla="*/ 101 h 102"/>
                </a:gdLst>
                <a:ahLst/>
                <a:cxnLst>
                  <a:cxn ang="0">
                    <a:pos x="T0" y="T1"/>
                  </a:cxn>
                  <a:cxn ang="0">
                    <a:pos x="T2" y="T3"/>
                  </a:cxn>
                  <a:cxn ang="0">
                    <a:pos x="T4" y="T5"/>
                  </a:cxn>
                  <a:cxn ang="0">
                    <a:pos x="T6" y="T7"/>
                  </a:cxn>
                </a:cxnLst>
                <a:rect l="0" t="0" r="r" b="b"/>
                <a:pathLst>
                  <a:path w="57" h="102">
                    <a:moveTo>
                      <a:pt x="16" y="101"/>
                    </a:moveTo>
                    <a:lnTo>
                      <a:pt x="0" y="0"/>
                    </a:lnTo>
                    <a:lnTo>
                      <a:pt x="56" y="51"/>
                    </a:lnTo>
                    <a:lnTo>
                      <a:pt x="16"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7" name="Freeform 23"/>
              <p:cNvSpPr>
                <a:spLocks/>
              </p:cNvSpPr>
              <p:nvPr/>
            </p:nvSpPr>
            <p:spPr bwMode="ltGray">
              <a:xfrm>
                <a:off x="5453" y="1573"/>
                <a:ext cx="46" cy="88"/>
              </a:xfrm>
              <a:custGeom>
                <a:avLst/>
                <a:gdLst>
                  <a:gd name="T0" fmla="*/ 27 w 46"/>
                  <a:gd name="T1" fmla="*/ 87 h 88"/>
                  <a:gd name="T2" fmla="*/ 45 w 46"/>
                  <a:gd name="T3" fmla="*/ 46 h 88"/>
                  <a:gd name="T4" fmla="*/ 18 w 46"/>
                  <a:gd name="T5" fmla="*/ 0 h 88"/>
                  <a:gd name="T6" fmla="*/ 0 w 46"/>
                  <a:gd name="T7" fmla="*/ 49 h 88"/>
                  <a:gd name="T8" fmla="*/ 27 w 46"/>
                  <a:gd name="T9" fmla="*/ 87 h 88"/>
                </a:gdLst>
                <a:ahLst/>
                <a:cxnLst>
                  <a:cxn ang="0">
                    <a:pos x="T0" y="T1"/>
                  </a:cxn>
                  <a:cxn ang="0">
                    <a:pos x="T2" y="T3"/>
                  </a:cxn>
                  <a:cxn ang="0">
                    <a:pos x="T4" y="T5"/>
                  </a:cxn>
                  <a:cxn ang="0">
                    <a:pos x="T6" y="T7"/>
                  </a:cxn>
                  <a:cxn ang="0">
                    <a:pos x="T8" y="T9"/>
                  </a:cxn>
                </a:cxnLst>
                <a:rect l="0" t="0" r="r" b="b"/>
                <a:pathLst>
                  <a:path w="46" h="88">
                    <a:moveTo>
                      <a:pt x="27" y="87"/>
                    </a:moveTo>
                    <a:lnTo>
                      <a:pt x="45" y="46"/>
                    </a:lnTo>
                    <a:lnTo>
                      <a:pt x="18" y="0"/>
                    </a:lnTo>
                    <a:lnTo>
                      <a:pt x="0" y="49"/>
                    </a:lnTo>
                    <a:lnTo>
                      <a:pt x="27" y="87"/>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8" name="Freeform 24"/>
              <p:cNvSpPr>
                <a:spLocks/>
              </p:cNvSpPr>
              <p:nvPr/>
            </p:nvSpPr>
            <p:spPr bwMode="ltGray">
              <a:xfrm>
                <a:off x="5571" y="3729"/>
                <a:ext cx="47" cy="85"/>
              </a:xfrm>
              <a:custGeom>
                <a:avLst/>
                <a:gdLst>
                  <a:gd name="T0" fmla="*/ 19 w 47"/>
                  <a:gd name="T1" fmla="*/ 84 h 85"/>
                  <a:gd name="T2" fmla="*/ 0 w 47"/>
                  <a:gd name="T3" fmla="*/ 45 h 85"/>
                  <a:gd name="T4" fmla="*/ 27 w 47"/>
                  <a:gd name="T5" fmla="*/ 0 h 85"/>
                  <a:gd name="T6" fmla="*/ 46 w 47"/>
                  <a:gd name="T7" fmla="*/ 45 h 85"/>
                  <a:gd name="T8" fmla="*/ 19 w 47"/>
                  <a:gd name="T9" fmla="*/ 84 h 85"/>
                </a:gdLst>
                <a:ahLst/>
                <a:cxnLst>
                  <a:cxn ang="0">
                    <a:pos x="T0" y="T1"/>
                  </a:cxn>
                  <a:cxn ang="0">
                    <a:pos x="T2" y="T3"/>
                  </a:cxn>
                  <a:cxn ang="0">
                    <a:pos x="T4" y="T5"/>
                  </a:cxn>
                  <a:cxn ang="0">
                    <a:pos x="T6" y="T7"/>
                  </a:cxn>
                  <a:cxn ang="0">
                    <a:pos x="T8" y="T9"/>
                  </a:cxn>
                </a:cxnLst>
                <a:rect l="0" t="0" r="r" b="b"/>
                <a:pathLst>
                  <a:path w="47" h="85">
                    <a:moveTo>
                      <a:pt x="19" y="84"/>
                    </a:moveTo>
                    <a:lnTo>
                      <a:pt x="0" y="45"/>
                    </a:lnTo>
                    <a:lnTo>
                      <a:pt x="27" y="0"/>
                    </a:lnTo>
                    <a:lnTo>
                      <a:pt x="46" y="45"/>
                    </a:lnTo>
                    <a:lnTo>
                      <a:pt x="19" y="8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9" name="Freeform 25"/>
              <p:cNvSpPr>
                <a:spLocks/>
              </p:cNvSpPr>
              <p:nvPr/>
            </p:nvSpPr>
            <p:spPr bwMode="ltGray">
              <a:xfrm>
                <a:off x="5394" y="746"/>
                <a:ext cx="45" cy="86"/>
              </a:xfrm>
              <a:custGeom>
                <a:avLst/>
                <a:gdLst>
                  <a:gd name="T0" fmla="*/ 18 w 45"/>
                  <a:gd name="T1" fmla="*/ 85 h 86"/>
                  <a:gd name="T2" fmla="*/ 0 w 45"/>
                  <a:gd name="T3" fmla="*/ 45 h 86"/>
                  <a:gd name="T4" fmla="*/ 26 w 45"/>
                  <a:gd name="T5" fmla="*/ 0 h 86"/>
                  <a:gd name="T6" fmla="*/ 44 w 45"/>
                  <a:gd name="T7" fmla="*/ 49 h 86"/>
                  <a:gd name="T8" fmla="*/ 18 w 45"/>
                  <a:gd name="T9" fmla="*/ 85 h 86"/>
                </a:gdLst>
                <a:ahLst/>
                <a:cxnLst>
                  <a:cxn ang="0">
                    <a:pos x="T0" y="T1"/>
                  </a:cxn>
                  <a:cxn ang="0">
                    <a:pos x="T2" y="T3"/>
                  </a:cxn>
                  <a:cxn ang="0">
                    <a:pos x="T4" y="T5"/>
                  </a:cxn>
                  <a:cxn ang="0">
                    <a:pos x="T6" y="T7"/>
                  </a:cxn>
                  <a:cxn ang="0">
                    <a:pos x="T8" y="T9"/>
                  </a:cxn>
                </a:cxnLst>
                <a:rect l="0" t="0" r="r" b="b"/>
                <a:pathLst>
                  <a:path w="45" h="86">
                    <a:moveTo>
                      <a:pt x="18" y="85"/>
                    </a:moveTo>
                    <a:lnTo>
                      <a:pt x="0" y="45"/>
                    </a:lnTo>
                    <a:lnTo>
                      <a:pt x="26" y="0"/>
                    </a:lnTo>
                    <a:lnTo>
                      <a:pt x="44" y="49"/>
                    </a:lnTo>
                    <a:lnTo>
                      <a:pt x="18" y="8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0" name="Freeform 26"/>
              <p:cNvSpPr>
                <a:spLocks/>
              </p:cNvSpPr>
              <p:nvPr/>
            </p:nvSpPr>
            <p:spPr bwMode="ltGray">
              <a:xfrm>
                <a:off x="5394" y="746"/>
                <a:ext cx="45" cy="86"/>
              </a:xfrm>
              <a:custGeom>
                <a:avLst/>
                <a:gdLst>
                  <a:gd name="T0" fmla="*/ 18 w 45"/>
                  <a:gd name="T1" fmla="*/ 85 h 86"/>
                  <a:gd name="T2" fmla="*/ 0 w 45"/>
                  <a:gd name="T3" fmla="*/ 45 h 86"/>
                  <a:gd name="T4" fmla="*/ 26 w 45"/>
                  <a:gd name="T5" fmla="*/ 0 h 86"/>
                  <a:gd name="T6" fmla="*/ 44 w 45"/>
                  <a:gd name="T7" fmla="*/ 49 h 86"/>
                  <a:gd name="T8" fmla="*/ 18 w 45"/>
                  <a:gd name="T9" fmla="*/ 85 h 86"/>
                </a:gdLst>
                <a:ahLst/>
                <a:cxnLst>
                  <a:cxn ang="0">
                    <a:pos x="T0" y="T1"/>
                  </a:cxn>
                  <a:cxn ang="0">
                    <a:pos x="T2" y="T3"/>
                  </a:cxn>
                  <a:cxn ang="0">
                    <a:pos x="T4" y="T5"/>
                  </a:cxn>
                  <a:cxn ang="0">
                    <a:pos x="T6" y="T7"/>
                  </a:cxn>
                  <a:cxn ang="0">
                    <a:pos x="T8" y="T9"/>
                  </a:cxn>
                </a:cxnLst>
                <a:rect l="0" t="0" r="r" b="b"/>
                <a:pathLst>
                  <a:path w="45" h="86">
                    <a:moveTo>
                      <a:pt x="18" y="85"/>
                    </a:moveTo>
                    <a:lnTo>
                      <a:pt x="0" y="45"/>
                    </a:lnTo>
                    <a:lnTo>
                      <a:pt x="26" y="0"/>
                    </a:lnTo>
                    <a:lnTo>
                      <a:pt x="44" y="49"/>
                    </a:lnTo>
                    <a:lnTo>
                      <a:pt x="18" y="8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1" name="Freeform 27"/>
              <p:cNvSpPr>
                <a:spLocks/>
              </p:cNvSpPr>
              <p:nvPr/>
            </p:nvSpPr>
            <p:spPr bwMode="ltGray">
              <a:xfrm>
                <a:off x="4854" y="237"/>
                <a:ext cx="159" cy="72"/>
              </a:xfrm>
              <a:custGeom>
                <a:avLst/>
                <a:gdLst>
                  <a:gd name="T0" fmla="*/ 152 w 159"/>
                  <a:gd name="T1" fmla="*/ 27 h 72"/>
                  <a:gd name="T2" fmla="*/ 143 w 159"/>
                  <a:gd name="T3" fmla="*/ 24 h 72"/>
                  <a:gd name="T4" fmla="*/ 130 w 159"/>
                  <a:gd name="T5" fmla="*/ 24 h 72"/>
                  <a:gd name="T6" fmla="*/ 122 w 159"/>
                  <a:gd name="T7" fmla="*/ 27 h 72"/>
                  <a:gd name="T8" fmla="*/ 115 w 159"/>
                  <a:gd name="T9" fmla="*/ 36 h 72"/>
                  <a:gd name="T10" fmla="*/ 109 w 159"/>
                  <a:gd name="T11" fmla="*/ 44 h 72"/>
                  <a:gd name="T12" fmla="*/ 97 w 159"/>
                  <a:gd name="T13" fmla="*/ 59 h 72"/>
                  <a:gd name="T14" fmla="*/ 89 w 159"/>
                  <a:gd name="T15" fmla="*/ 68 h 72"/>
                  <a:gd name="T16" fmla="*/ 73 w 159"/>
                  <a:gd name="T17" fmla="*/ 71 h 72"/>
                  <a:gd name="T18" fmla="*/ 61 w 159"/>
                  <a:gd name="T19" fmla="*/ 68 h 72"/>
                  <a:gd name="T20" fmla="*/ 51 w 159"/>
                  <a:gd name="T21" fmla="*/ 62 h 72"/>
                  <a:gd name="T22" fmla="*/ 39 w 159"/>
                  <a:gd name="T23" fmla="*/ 56 h 72"/>
                  <a:gd name="T24" fmla="*/ 28 w 159"/>
                  <a:gd name="T25" fmla="*/ 53 h 72"/>
                  <a:gd name="T26" fmla="*/ 15 w 159"/>
                  <a:gd name="T27" fmla="*/ 53 h 72"/>
                  <a:gd name="T28" fmla="*/ 6 w 159"/>
                  <a:gd name="T29" fmla="*/ 56 h 72"/>
                  <a:gd name="T30" fmla="*/ 3 w 159"/>
                  <a:gd name="T31" fmla="*/ 51 h 72"/>
                  <a:gd name="T32" fmla="*/ 9 w 159"/>
                  <a:gd name="T33" fmla="*/ 47 h 72"/>
                  <a:gd name="T34" fmla="*/ 21 w 159"/>
                  <a:gd name="T35" fmla="*/ 44 h 72"/>
                  <a:gd name="T36" fmla="*/ 30 w 159"/>
                  <a:gd name="T37" fmla="*/ 44 h 72"/>
                  <a:gd name="T38" fmla="*/ 43 w 159"/>
                  <a:gd name="T39" fmla="*/ 53 h 72"/>
                  <a:gd name="T40" fmla="*/ 54 w 159"/>
                  <a:gd name="T41" fmla="*/ 56 h 72"/>
                  <a:gd name="T42" fmla="*/ 67 w 159"/>
                  <a:gd name="T43" fmla="*/ 59 h 72"/>
                  <a:gd name="T44" fmla="*/ 79 w 159"/>
                  <a:gd name="T45" fmla="*/ 59 h 72"/>
                  <a:gd name="T46" fmla="*/ 89 w 159"/>
                  <a:gd name="T47" fmla="*/ 56 h 72"/>
                  <a:gd name="T48" fmla="*/ 97 w 159"/>
                  <a:gd name="T49" fmla="*/ 51 h 72"/>
                  <a:gd name="T50" fmla="*/ 107 w 159"/>
                  <a:gd name="T51" fmla="*/ 39 h 72"/>
                  <a:gd name="T52" fmla="*/ 115 w 159"/>
                  <a:gd name="T53" fmla="*/ 21 h 72"/>
                  <a:gd name="T54" fmla="*/ 122 w 159"/>
                  <a:gd name="T55" fmla="*/ 6 h 72"/>
                  <a:gd name="T56" fmla="*/ 130 w 159"/>
                  <a:gd name="T57" fmla="*/ 0 h 72"/>
                  <a:gd name="T58" fmla="*/ 137 w 159"/>
                  <a:gd name="T59" fmla="*/ 0 h 72"/>
                  <a:gd name="T60" fmla="*/ 146 w 159"/>
                  <a:gd name="T61" fmla="*/ 3 h 72"/>
                  <a:gd name="T62" fmla="*/ 158 w 159"/>
                  <a:gd name="T63" fmla="*/ 3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9" h="72">
                    <a:moveTo>
                      <a:pt x="158" y="30"/>
                    </a:moveTo>
                    <a:lnTo>
                      <a:pt x="152" y="27"/>
                    </a:lnTo>
                    <a:lnTo>
                      <a:pt x="146" y="24"/>
                    </a:lnTo>
                    <a:lnTo>
                      <a:pt x="143" y="24"/>
                    </a:lnTo>
                    <a:lnTo>
                      <a:pt x="137" y="24"/>
                    </a:lnTo>
                    <a:lnTo>
                      <a:pt x="130" y="24"/>
                    </a:lnTo>
                    <a:lnTo>
                      <a:pt x="125" y="27"/>
                    </a:lnTo>
                    <a:lnTo>
                      <a:pt x="122" y="27"/>
                    </a:lnTo>
                    <a:lnTo>
                      <a:pt x="119" y="30"/>
                    </a:lnTo>
                    <a:lnTo>
                      <a:pt x="115" y="36"/>
                    </a:lnTo>
                    <a:lnTo>
                      <a:pt x="109" y="41"/>
                    </a:lnTo>
                    <a:lnTo>
                      <a:pt x="109" y="44"/>
                    </a:lnTo>
                    <a:lnTo>
                      <a:pt x="104" y="53"/>
                    </a:lnTo>
                    <a:lnTo>
                      <a:pt x="97" y="59"/>
                    </a:lnTo>
                    <a:lnTo>
                      <a:pt x="94" y="65"/>
                    </a:lnTo>
                    <a:lnTo>
                      <a:pt x="89" y="68"/>
                    </a:lnTo>
                    <a:lnTo>
                      <a:pt x="79" y="71"/>
                    </a:lnTo>
                    <a:lnTo>
                      <a:pt x="73" y="71"/>
                    </a:lnTo>
                    <a:lnTo>
                      <a:pt x="67" y="71"/>
                    </a:lnTo>
                    <a:lnTo>
                      <a:pt x="61" y="68"/>
                    </a:lnTo>
                    <a:lnTo>
                      <a:pt x="54" y="65"/>
                    </a:lnTo>
                    <a:lnTo>
                      <a:pt x="51" y="62"/>
                    </a:lnTo>
                    <a:lnTo>
                      <a:pt x="46" y="59"/>
                    </a:lnTo>
                    <a:lnTo>
                      <a:pt x="39" y="56"/>
                    </a:lnTo>
                    <a:lnTo>
                      <a:pt x="33" y="53"/>
                    </a:lnTo>
                    <a:lnTo>
                      <a:pt x="28" y="53"/>
                    </a:lnTo>
                    <a:lnTo>
                      <a:pt x="21" y="51"/>
                    </a:lnTo>
                    <a:lnTo>
                      <a:pt x="15" y="53"/>
                    </a:lnTo>
                    <a:lnTo>
                      <a:pt x="9" y="53"/>
                    </a:lnTo>
                    <a:lnTo>
                      <a:pt x="6" y="56"/>
                    </a:lnTo>
                    <a:lnTo>
                      <a:pt x="0" y="59"/>
                    </a:lnTo>
                    <a:lnTo>
                      <a:pt x="3" y="51"/>
                    </a:lnTo>
                    <a:lnTo>
                      <a:pt x="6" y="47"/>
                    </a:lnTo>
                    <a:lnTo>
                      <a:pt x="9" y="47"/>
                    </a:lnTo>
                    <a:lnTo>
                      <a:pt x="15" y="44"/>
                    </a:lnTo>
                    <a:lnTo>
                      <a:pt x="21" y="44"/>
                    </a:lnTo>
                    <a:lnTo>
                      <a:pt x="24" y="44"/>
                    </a:lnTo>
                    <a:lnTo>
                      <a:pt x="30" y="44"/>
                    </a:lnTo>
                    <a:lnTo>
                      <a:pt x="33" y="47"/>
                    </a:lnTo>
                    <a:lnTo>
                      <a:pt x="43" y="53"/>
                    </a:lnTo>
                    <a:lnTo>
                      <a:pt x="49" y="56"/>
                    </a:lnTo>
                    <a:lnTo>
                      <a:pt x="54" y="56"/>
                    </a:lnTo>
                    <a:lnTo>
                      <a:pt x="58" y="59"/>
                    </a:lnTo>
                    <a:lnTo>
                      <a:pt x="67" y="59"/>
                    </a:lnTo>
                    <a:lnTo>
                      <a:pt x="76" y="59"/>
                    </a:lnTo>
                    <a:lnTo>
                      <a:pt x="79" y="59"/>
                    </a:lnTo>
                    <a:lnTo>
                      <a:pt x="85" y="59"/>
                    </a:lnTo>
                    <a:lnTo>
                      <a:pt x="89" y="56"/>
                    </a:lnTo>
                    <a:lnTo>
                      <a:pt x="94" y="53"/>
                    </a:lnTo>
                    <a:lnTo>
                      <a:pt x="97" y="51"/>
                    </a:lnTo>
                    <a:lnTo>
                      <a:pt x="100" y="47"/>
                    </a:lnTo>
                    <a:lnTo>
                      <a:pt x="107" y="39"/>
                    </a:lnTo>
                    <a:lnTo>
                      <a:pt x="109" y="32"/>
                    </a:lnTo>
                    <a:lnTo>
                      <a:pt x="115" y="21"/>
                    </a:lnTo>
                    <a:lnTo>
                      <a:pt x="122" y="12"/>
                    </a:lnTo>
                    <a:lnTo>
                      <a:pt x="122" y="6"/>
                    </a:lnTo>
                    <a:lnTo>
                      <a:pt x="128" y="3"/>
                    </a:lnTo>
                    <a:lnTo>
                      <a:pt x="130" y="0"/>
                    </a:lnTo>
                    <a:lnTo>
                      <a:pt x="134" y="0"/>
                    </a:lnTo>
                    <a:lnTo>
                      <a:pt x="137" y="0"/>
                    </a:lnTo>
                    <a:lnTo>
                      <a:pt x="143" y="0"/>
                    </a:lnTo>
                    <a:lnTo>
                      <a:pt x="146" y="3"/>
                    </a:lnTo>
                    <a:lnTo>
                      <a:pt x="152" y="6"/>
                    </a:lnTo>
                    <a:lnTo>
                      <a:pt x="158"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2" name="Freeform 28"/>
              <p:cNvSpPr>
                <a:spLocks/>
              </p:cNvSpPr>
              <p:nvPr/>
            </p:nvSpPr>
            <p:spPr bwMode="ltGray">
              <a:xfrm>
                <a:off x="5357" y="3223"/>
                <a:ext cx="154" cy="73"/>
              </a:xfrm>
              <a:custGeom>
                <a:avLst/>
                <a:gdLst>
                  <a:gd name="T0" fmla="*/ 147 w 154"/>
                  <a:gd name="T1" fmla="*/ 27 h 73"/>
                  <a:gd name="T2" fmla="*/ 138 w 154"/>
                  <a:gd name="T3" fmla="*/ 24 h 73"/>
                  <a:gd name="T4" fmla="*/ 127 w 154"/>
                  <a:gd name="T5" fmla="*/ 24 h 73"/>
                  <a:gd name="T6" fmla="*/ 117 w 154"/>
                  <a:gd name="T7" fmla="*/ 27 h 73"/>
                  <a:gd name="T8" fmla="*/ 112 w 154"/>
                  <a:gd name="T9" fmla="*/ 36 h 73"/>
                  <a:gd name="T10" fmla="*/ 105 w 154"/>
                  <a:gd name="T11" fmla="*/ 48 h 73"/>
                  <a:gd name="T12" fmla="*/ 97 w 154"/>
                  <a:gd name="T13" fmla="*/ 60 h 73"/>
                  <a:gd name="T14" fmla="*/ 84 w 154"/>
                  <a:gd name="T15" fmla="*/ 69 h 73"/>
                  <a:gd name="T16" fmla="*/ 69 w 154"/>
                  <a:gd name="T17" fmla="*/ 72 h 73"/>
                  <a:gd name="T18" fmla="*/ 57 w 154"/>
                  <a:gd name="T19" fmla="*/ 69 h 73"/>
                  <a:gd name="T20" fmla="*/ 49 w 154"/>
                  <a:gd name="T21" fmla="*/ 63 h 73"/>
                  <a:gd name="T22" fmla="*/ 37 w 154"/>
                  <a:gd name="T23" fmla="*/ 57 h 73"/>
                  <a:gd name="T24" fmla="*/ 24 w 154"/>
                  <a:gd name="T25" fmla="*/ 54 h 73"/>
                  <a:gd name="T26" fmla="*/ 12 w 154"/>
                  <a:gd name="T27" fmla="*/ 54 h 73"/>
                  <a:gd name="T28" fmla="*/ 4 w 154"/>
                  <a:gd name="T29" fmla="*/ 57 h 73"/>
                  <a:gd name="T30" fmla="*/ 0 w 154"/>
                  <a:gd name="T31" fmla="*/ 54 h 73"/>
                  <a:gd name="T32" fmla="*/ 7 w 154"/>
                  <a:gd name="T33" fmla="*/ 48 h 73"/>
                  <a:gd name="T34" fmla="*/ 19 w 154"/>
                  <a:gd name="T35" fmla="*/ 45 h 73"/>
                  <a:gd name="T36" fmla="*/ 27 w 154"/>
                  <a:gd name="T37" fmla="*/ 48 h 73"/>
                  <a:gd name="T38" fmla="*/ 39 w 154"/>
                  <a:gd name="T39" fmla="*/ 54 h 73"/>
                  <a:gd name="T40" fmla="*/ 52 w 154"/>
                  <a:gd name="T41" fmla="*/ 60 h 73"/>
                  <a:gd name="T42" fmla="*/ 64 w 154"/>
                  <a:gd name="T43" fmla="*/ 60 h 73"/>
                  <a:gd name="T44" fmla="*/ 75 w 154"/>
                  <a:gd name="T45" fmla="*/ 60 h 73"/>
                  <a:gd name="T46" fmla="*/ 84 w 154"/>
                  <a:gd name="T47" fmla="*/ 57 h 73"/>
                  <a:gd name="T48" fmla="*/ 93 w 154"/>
                  <a:gd name="T49" fmla="*/ 51 h 73"/>
                  <a:gd name="T50" fmla="*/ 102 w 154"/>
                  <a:gd name="T51" fmla="*/ 39 h 73"/>
                  <a:gd name="T52" fmla="*/ 112 w 154"/>
                  <a:gd name="T53" fmla="*/ 22 h 73"/>
                  <a:gd name="T54" fmla="*/ 120 w 154"/>
                  <a:gd name="T55" fmla="*/ 7 h 73"/>
                  <a:gd name="T56" fmla="*/ 127 w 154"/>
                  <a:gd name="T57" fmla="*/ 0 h 73"/>
                  <a:gd name="T58" fmla="*/ 135 w 154"/>
                  <a:gd name="T59" fmla="*/ 0 h 73"/>
                  <a:gd name="T60" fmla="*/ 145 w 154"/>
                  <a:gd name="T61" fmla="*/ 3 h 73"/>
                  <a:gd name="T62" fmla="*/ 153 w 154"/>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4" h="73">
                    <a:moveTo>
                      <a:pt x="153" y="30"/>
                    </a:moveTo>
                    <a:lnTo>
                      <a:pt x="147" y="27"/>
                    </a:lnTo>
                    <a:lnTo>
                      <a:pt x="142" y="24"/>
                    </a:lnTo>
                    <a:lnTo>
                      <a:pt x="138" y="24"/>
                    </a:lnTo>
                    <a:lnTo>
                      <a:pt x="132" y="24"/>
                    </a:lnTo>
                    <a:lnTo>
                      <a:pt x="127" y="24"/>
                    </a:lnTo>
                    <a:lnTo>
                      <a:pt x="123" y="27"/>
                    </a:lnTo>
                    <a:lnTo>
                      <a:pt x="117" y="27"/>
                    </a:lnTo>
                    <a:lnTo>
                      <a:pt x="115" y="30"/>
                    </a:lnTo>
                    <a:lnTo>
                      <a:pt x="112" y="36"/>
                    </a:lnTo>
                    <a:lnTo>
                      <a:pt x="105" y="42"/>
                    </a:lnTo>
                    <a:lnTo>
                      <a:pt x="105" y="48"/>
                    </a:lnTo>
                    <a:lnTo>
                      <a:pt x="99" y="54"/>
                    </a:lnTo>
                    <a:lnTo>
                      <a:pt x="97" y="60"/>
                    </a:lnTo>
                    <a:lnTo>
                      <a:pt x="90" y="66"/>
                    </a:lnTo>
                    <a:lnTo>
                      <a:pt x="84" y="69"/>
                    </a:lnTo>
                    <a:lnTo>
                      <a:pt x="75" y="72"/>
                    </a:lnTo>
                    <a:lnTo>
                      <a:pt x="69" y="72"/>
                    </a:lnTo>
                    <a:lnTo>
                      <a:pt x="64" y="72"/>
                    </a:lnTo>
                    <a:lnTo>
                      <a:pt x="57" y="69"/>
                    </a:lnTo>
                    <a:lnTo>
                      <a:pt x="52" y="66"/>
                    </a:lnTo>
                    <a:lnTo>
                      <a:pt x="49" y="63"/>
                    </a:lnTo>
                    <a:lnTo>
                      <a:pt x="42" y="60"/>
                    </a:lnTo>
                    <a:lnTo>
                      <a:pt x="37" y="57"/>
                    </a:lnTo>
                    <a:lnTo>
                      <a:pt x="30" y="54"/>
                    </a:lnTo>
                    <a:lnTo>
                      <a:pt x="24" y="54"/>
                    </a:lnTo>
                    <a:lnTo>
                      <a:pt x="19" y="51"/>
                    </a:lnTo>
                    <a:lnTo>
                      <a:pt x="12" y="54"/>
                    </a:lnTo>
                    <a:lnTo>
                      <a:pt x="7" y="54"/>
                    </a:lnTo>
                    <a:lnTo>
                      <a:pt x="4" y="57"/>
                    </a:lnTo>
                    <a:lnTo>
                      <a:pt x="0" y="60"/>
                    </a:lnTo>
                    <a:lnTo>
                      <a:pt x="0" y="54"/>
                    </a:lnTo>
                    <a:lnTo>
                      <a:pt x="4" y="51"/>
                    </a:lnTo>
                    <a:lnTo>
                      <a:pt x="7" y="48"/>
                    </a:lnTo>
                    <a:lnTo>
                      <a:pt x="12" y="45"/>
                    </a:lnTo>
                    <a:lnTo>
                      <a:pt x="19" y="45"/>
                    </a:lnTo>
                    <a:lnTo>
                      <a:pt x="22" y="45"/>
                    </a:lnTo>
                    <a:lnTo>
                      <a:pt x="27" y="48"/>
                    </a:lnTo>
                    <a:lnTo>
                      <a:pt x="30" y="48"/>
                    </a:lnTo>
                    <a:lnTo>
                      <a:pt x="39" y="54"/>
                    </a:lnTo>
                    <a:lnTo>
                      <a:pt x="49" y="57"/>
                    </a:lnTo>
                    <a:lnTo>
                      <a:pt x="52" y="60"/>
                    </a:lnTo>
                    <a:lnTo>
                      <a:pt x="57" y="60"/>
                    </a:lnTo>
                    <a:lnTo>
                      <a:pt x="64" y="60"/>
                    </a:lnTo>
                    <a:lnTo>
                      <a:pt x="72" y="60"/>
                    </a:lnTo>
                    <a:lnTo>
                      <a:pt x="75" y="60"/>
                    </a:lnTo>
                    <a:lnTo>
                      <a:pt x="82" y="60"/>
                    </a:lnTo>
                    <a:lnTo>
                      <a:pt x="84" y="57"/>
                    </a:lnTo>
                    <a:lnTo>
                      <a:pt x="90" y="54"/>
                    </a:lnTo>
                    <a:lnTo>
                      <a:pt x="93" y="51"/>
                    </a:lnTo>
                    <a:lnTo>
                      <a:pt x="97" y="48"/>
                    </a:lnTo>
                    <a:lnTo>
                      <a:pt x="102" y="39"/>
                    </a:lnTo>
                    <a:lnTo>
                      <a:pt x="108" y="33"/>
                    </a:lnTo>
                    <a:lnTo>
                      <a:pt x="112" y="22"/>
                    </a:lnTo>
                    <a:lnTo>
                      <a:pt x="117" y="12"/>
                    </a:lnTo>
                    <a:lnTo>
                      <a:pt x="120" y="7"/>
                    </a:lnTo>
                    <a:lnTo>
                      <a:pt x="123" y="3"/>
                    </a:lnTo>
                    <a:lnTo>
                      <a:pt x="127" y="0"/>
                    </a:lnTo>
                    <a:lnTo>
                      <a:pt x="132" y="0"/>
                    </a:lnTo>
                    <a:lnTo>
                      <a:pt x="135" y="0"/>
                    </a:lnTo>
                    <a:lnTo>
                      <a:pt x="138" y="0"/>
                    </a:lnTo>
                    <a:lnTo>
                      <a:pt x="145" y="3"/>
                    </a:lnTo>
                    <a:lnTo>
                      <a:pt x="147" y="7"/>
                    </a:lnTo>
                    <a:lnTo>
                      <a:pt x="153"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3" name="Freeform 29"/>
              <p:cNvSpPr>
                <a:spLocks/>
              </p:cNvSpPr>
              <p:nvPr/>
            </p:nvSpPr>
            <p:spPr bwMode="ltGray">
              <a:xfrm>
                <a:off x="224" y="1995"/>
                <a:ext cx="157" cy="74"/>
              </a:xfrm>
              <a:custGeom>
                <a:avLst/>
                <a:gdLst>
                  <a:gd name="T0" fmla="*/ 149 w 157"/>
                  <a:gd name="T1" fmla="*/ 27 h 74"/>
                  <a:gd name="T2" fmla="*/ 141 w 157"/>
                  <a:gd name="T3" fmla="*/ 25 h 74"/>
                  <a:gd name="T4" fmla="*/ 129 w 157"/>
                  <a:gd name="T5" fmla="*/ 25 h 74"/>
                  <a:gd name="T6" fmla="*/ 120 w 157"/>
                  <a:gd name="T7" fmla="*/ 27 h 74"/>
                  <a:gd name="T8" fmla="*/ 114 w 157"/>
                  <a:gd name="T9" fmla="*/ 36 h 74"/>
                  <a:gd name="T10" fmla="*/ 105 w 157"/>
                  <a:gd name="T11" fmla="*/ 48 h 74"/>
                  <a:gd name="T12" fmla="*/ 99 w 157"/>
                  <a:gd name="T13" fmla="*/ 61 h 74"/>
                  <a:gd name="T14" fmla="*/ 84 w 157"/>
                  <a:gd name="T15" fmla="*/ 70 h 74"/>
                  <a:gd name="T16" fmla="*/ 72 w 157"/>
                  <a:gd name="T17" fmla="*/ 73 h 74"/>
                  <a:gd name="T18" fmla="*/ 60 w 157"/>
                  <a:gd name="T19" fmla="*/ 70 h 74"/>
                  <a:gd name="T20" fmla="*/ 51 w 157"/>
                  <a:gd name="T21" fmla="*/ 64 h 74"/>
                  <a:gd name="T22" fmla="*/ 39 w 157"/>
                  <a:gd name="T23" fmla="*/ 58 h 74"/>
                  <a:gd name="T24" fmla="*/ 27 w 157"/>
                  <a:gd name="T25" fmla="*/ 51 h 74"/>
                  <a:gd name="T26" fmla="*/ 15 w 157"/>
                  <a:gd name="T27" fmla="*/ 51 h 74"/>
                  <a:gd name="T28" fmla="*/ 7 w 157"/>
                  <a:gd name="T29" fmla="*/ 58 h 74"/>
                  <a:gd name="T30" fmla="*/ 3 w 157"/>
                  <a:gd name="T31" fmla="*/ 51 h 74"/>
                  <a:gd name="T32" fmla="*/ 9 w 157"/>
                  <a:gd name="T33" fmla="*/ 48 h 74"/>
                  <a:gd name="T34" fmla="*/ 21 w 157"/>
                  <a:gd name="T35" fmla="*/ 46 h 74"/>
                  <a:gd name="T36" fmla="*/ 30 w 157"/>
                  <a:gd name="T37" fmla="*/ 46 h 74"/>
                  <a:gd name="T38" fmla="*/ 42 w 157"/>
                  <a:gd name="T39" fmla="*/ 51 h 74"/>
                  <a:gd name="T40" fmla="*/ 54 w 157"/>
                  <a:gd name="T41" fmla="*/ 58 h 74"/>
                  <a:gd name="T42" fmla="*/ 66 w 157"/>
                  <a:gd name="T43" fmla="*/ 61 h 74"/>
                  <a:gd name="T44" fmla="*/ 78 w 157"/>
                  <a:gd name="T45" fmla="*/ 61 h 74"/>
                  <a:gd name="T46" fmla="*/ 87 w 157"/>
                  <a:gd name="T47" fmla="*/ 58 h 74"/>
                  <a:gd name="T48" fmla="*/ 96 w 157"/>
                  <a:gd name="T49" fmla="*/ 51 h 74"/>
                  <a:gd name="T50" fmla="*/ 105 w 157"/>
                  <a:gd name="T51" fmla="*/ 40 h 74"/>
                  <a:gd name="T52" fmla="*/ 114 w 157"/>
                  <a:gd name="T53" fmla="*/ 21 h 74"/>
                  <a:gd name="T54" fmla="*/ 120 w 157"/>
                  <a:gd name="T55" fmla="*/ 6 h 74"/>
                  <a:gd name="T56" fmla="*/ 129 w 157"/>
                  <a:gd name="T57" fmla="*/ 0 h 74"/>
                  <a:gd name="T58" fmla="*/ 135 w 157"/>
                  <a:gd name="T59" fmla="*/ 0 h 74"/>
                  <a:gd name="T60" fmla="*/ 144 w 157"/>
                  <a:gd name="T61" fmla="*/ 3 h 74"/>
                  <a:gd name="T62" fmla="*/ 156 w 157"/>
                  <a:gd name="T63" fmla="*/ 3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7" h="74">
                    <a:moveTo>
                      <a:pt x="156" y="30"/>
                    </a:moveTo>
                    <a:lnTo>
                      <a:pt x="149" y="27"/>
                    </a:lnTo>
                    <a:lnTo>
                      <a:pt x="144" y="25"/>
                    </a:lnTo>
                    <a:lnTo>
                      <a:pt x="141" y="25"/>
                    </a:lnTo>
                    <a:lnTo>
                      <a:pt x="135" y="25"/>
                    </a:lnTo>
                    <a:lnTo>
                      <a:pt x="129" y="25"/>
                    </a:lnTo>
                    <a:lnTo>
                      <a:pt x="122" y="27"/>
                    </a:lnTo>
                    <a:lnTo>
                      <a:pt x="120" y="27"/>
                    </a:lnTo>
                    <a:lnTo>
                      <a:pt x="117" y="30"/>
                    </a:lnTo>
                    <a:lnTo>
                      <a:pt x="114" y="36"/>
                    </a:lnTo>
                    <a:lnTo>
                      <a:pt x="107" y="43"/>
                    </a:lnTo>
                    <a:lnTo>
                      <a:pt x="105" y="48"/>
                    </a:lnTo>
                    <a:lnTo>
                      <a:pt x="102" y="55"/>
                    </a:lnTo>
                    <a:lnTo>
                      <a:pt x="99" y="61"/>
                    </a:lnTo>
                    <a:lnTo>
                      <a:pt x="92" y="66"/>
                    </a:lnTo>
                    <a:lnTo>
                      <a:pt x="84" y="70"/>
                    </a:lnTo>
                    <a:lnTo>
                      <a:pt x="78" y="73"/>
                    </a:lnTo>
                    <a:lnTo>
                      <a:pt x="72" y="73"/>
                    </a:lnTo>
                    <a:lnTo>
                      <a:pt x="66" y="73"/>
                    </a:lnTo>
                    <a:lnTo>
                      <a:pt x="60" y="70"/>
                    </a:lnTo>
                    <a:lnTo>
                      <a:pt x="54" y="66"/>
                    </a:lnTo>
                    <a:lnTo>
                      <a:pt x="51" y="64"/>
                    </a:lnTo>
                    <a:lnTo>
                      <a:pt x="45" y="61"/>
                    </a:lnTo>
                    <a:lnTo>
                      <a:pt x="39" y="58"/>
                    </a:lnTo>
                    <a:lnTo>
                      <a:pt x="33" y="55"/>
                    </a:lnTo>
                    <a:lnTo>
                      <a:pt x="27" y="51"/>
                    </a:lnTo>
                    <a:lnTo>
                      <a:pt x="21" y="51"/>
                    </a:lnTo>
                    <a:lnTo>
                      <a:pt x="15" y="51"/>
                    </a:lnTo>
                    <a:lnTo>
                      <a:pt x="9" y="55"/>
                    </a:lnTo>
                    <a:lnTo>
                      <a:pt x="7" y="58"/>
                    </a:lnTo>
                    <a:lnTo>
                      <a:pt x="0" y="58"/>
                    </a:lnTo>
                    <a:lnTo>
                      <a:pt x="3" y="51"/>
                    </a:lnTo>
                    <a:lnTo>
                      <a:pt x="7" y="48"/>
                    </a:lnTo>
                    <a:lnTo>
                      <a:pt x="9" y="48"/>
                    </a:lnTo>
                    <a:lnTo>
                      <a:pt x="15" y="46"/>
                    </a:lnTo>
                    <a:lnTo>
                      <a:pt x="21" y="46"/>
                    </a:lnTo>
                    <a:lnTo>
                      <a:pt x="24" y="46"/>
                    </a:lnTo>
                    <a:lnTo>
                      <a:pt x="30" y="46"/>
                    </a:lnTo>
                    <a:lnTo>
                      <a:pt x="33" y="48"/>
                    </a:lnTo>
                    <a:lnTo>
                      <a:pt x="42" y="51"/>
                    </a:lnTo>
                    <a:lnTo>
                      <a:pt x="51" y="58"/>
                    </a:lnTo>
                    <a:lnTo>
                      <a:pt x="54" y="58"/>
                    </a:lnTo>
                    <a:lnTo>
                      <a:pt x="57" y="61"/>
                    </a:lnTo>
                    <a:lnTo>
                      <a:pt x="66" y="61"/>
                    </a:lnTo>
                    <a:lnTo>
                      <a:pt x="72" y="61"/>
                    </a:lnTo>
                    <a:lnTo>
                      <a:pt x="78" y="61"/>
                    </a:lnTo>
                    <a:lnTo>
                      <a:pt x="84" y="58"/>
                    </a:lnTo>
                    <a:lnTo>
                      <a:pt x="87" y="58"/>
                    </a:lnTo>
                    <a:lnTo>
                      <a:pt x="92" y="55"/>
                    </a:lnTo>
                    <a:lnTo>
                      <a:pt x="96" y="51"/>
                    </a:lnTo>
                    <a:lnTo>
                      <a:pt x="99" y="48"/>
                    </a:lnTo>
                    <a:lnTo>
                      <a:pt x="105" y="40"/>
                    </a:lnTo>
                    <a:lnTo>
                      <a:pt x="107" y="30"/>
                    </a:lnTo>
                    <a:lnTo>
                      <a:pt x="114" y="21"/>
                    </a:lnTo>
                    <a:lnTo>
                      <a:pt x="117" y="12"/>
                    </a:lnTo>
                    <a:lnTo>
                      <a:pt x="120" y="6"/>
                    </a:lnTo>
                    <a:lnTo>
                      <a:pt x="126" y="3"/>
                    </a:lnTo>
                    <a:lnTo>
                      <a:pt x="129" y="0"/>
                    </a:lnTo>
                    <a:lnTo>
                      <a:pt x="132" y="0"/>
                    </a:lnTo>
                    <a:lnTo>
                      <a:pt x="135" y="0"/>
                    </a:lnTo>
                    <a:lnTo>
                      <a:pt x="141" y="0"/>
                    </a:lnTo>
                    <a:lnTo>
                      <a:pt x="144" y="3"/>
                    </a:lnTo>
                    <a:lnTo>
                      <a:pt x="149" y="6"/>
                    </a:lnTo>
                    <a:lnTo>
                      <a:pt x="156"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4" name="Freeform 30"/>
              <p:cNvSpPr>
                <a:spLocks/>
              </p:cNvSpPr>
              <p:nvPr/>
            </p:nvSpPr>
            <p:spPr bwMode="ltGray">
              <a:xfrm>
                <a:off x="3594" y="91"/>
                <a:ext cx="158" cy="75"/>
              </a:xfrm>
              <a:custGeom>
                <a:avLst/>
                <a:gdLst>
                  <a:gd name="T0" fmla="*/ 4 w 158"/>
                  <a:gd name="T1" fmla="*/ 30 h 75"/>
                  <a:gd name="T2" fmla="*/ 15 w 158"/>
                  <a:gd name="T3" fmla="*/ 27 h 75"/>
                  <a:gd name="T4" fmla="*/ 27 w 158"/>
                  <a:gd name="T5" fmla="*/ 27 h 75"/>
                  <a:gd name="T6" fmla="*/ 37 w 158"/>
                  <a:gd name="T7" fmla="*/ 30 h 75"/>
                  <a:gd name="T8" fmla="*/ 42 w 158"/>
                  <a:gd name="T9" fmla="*/ 36 h 75"/>
                  <a:gd name="T10" fmla="*/ 49 w 158"/>
                  <a:gd name="T11" fmla="*/ 48 h 75"/>
                  <a:gd name="T12" fmla="*/ 57 w 158"/>
                  <a:gd name="T13" fmla="*/ 63 h 75"/>
                  <a:gd name="T14" fmla="*/ 70 w 158"/>
                  <a:gd name="T15" fmla="*/ 71 h 75"/>
                  <a:gd name="T16" fmla="*/ 85 w 158"/>
                  <a:gd name="T17" fmla="*/ 74 h 75"/>
                  <a:gd name="T18" fmla="*/ 97 w 158"/>
                  <a:gd name="T19" fmla="*/ 71 h 75"/>
                  <a:gd name="T20" fmla="*/ 105 w 158"/>
                  <a:gd name="T21" fmla="*/ 63 h 75"/>
                  <a:gd name="T22" fmla="*/ 118 w 158"/>
                  <a:gd name="T23" fmla="*/ 56 h 75"/>
                  <a:gd name="T24" fmla="*/ 130 w 158"/>
                  <a:gd name="T25" fmla="*/ 54 h 75"/>
                  <a:gd name="T26" fmla="*/ 142 w 158"/>
                  <a:gd name="T27" fmla="*/ 54 h 75"/>
                  <a:gd name="T28" fmla="*/ 150 w 158"/>
                  <a:gd name="T29" fmla="*/ 56 h 75"/>
                  <a:gd name="T30" fmla="*/ 154 w 158"/>
                  <a:gd name="T31" fmla="*/ 54 h 75"/>
                  <a:gd name="T32" fmla="*/ 145 w 158"/>
                  <a:gd name="T33" fmla="*/ 48 h 75"/>
                  <a:gd name="T34" fmla="*/ 135 w 158"/>
                  <a:gd name="T35" fmla="*/ 48 h 75"/>
                  <a:gd name="T36" fmla="*/ 127 w 158"/>
                  <a:gd name="T37" fmla="*/ 48 h 75"/>
                  <a:gd name="T38" fmla="*/ 115 w 158"/>
                  <a:gd name="T39" fmla="*/ 54 h 75"/>
                  <a:gd name="T40" fmla="*/ 102 w 158"/>
                  <a:gd name="T41" fmla="*/ 59 h 75"/>
                  <a:gd name="T42" fmla="*/ 87 w 158"/>
                  <a:gd name="T43" fmla="*/ 59 h 75"/>
                  <a:gd name="T44" fmla="*/ 79 w 158"/>
                  <a:gd name="T45" fmla="*/ 59 h 75"/>
                  <a:gd name="T46" fmla="*/ 70 w 158"/>
                  <a:gd name="T47" fmla="*/ 56 h 75"/>
                  <a:gd name="T48" fmla="*/ 60 w 158"/>
                  <a:gd name="T49" fmla="*/ 54 h 75"/>
                  <a:gd name="T50" fmla="*/ 52 w 158"/>
                  <a:gd name="T51" fmla="*/ 42 h 75"/>
                  <a:gd name="T52" fmla="*/ 42 w 158"/>
                  <a:gd name="T53" fmla="*/ 24 h 75"/>
                  <a:gd name="T54" fmla="*/ 34 w 158"/>
                  <a:gd name="T55" fmla="*/ 9 h 75"/>
                  <a:gd name="T56" fmla="*/ 27 w 158"/>
                  <a:gd name="T57" fmla="*/ 4 h 75"/>
                  <a:gd name="T58" fmla="*/ 19 w 158"/>
                  <a:gd name="T59" fmla="*/ 0 h 75"/>
                  <a:gd name="T60" fmla="*/ 9 w 158"/>
                  <a:gd name="T61" fmla="*/ 6 h 75"/>
                  <a:gd name="T62" fmla="*/ 0 w 158"/>
                  <a:gd name="T63" fmla="*/ 3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5">
                    <a:moveTo>
                      <a:pt x="0" y="33"/>
                    </a:moveTo>
                    <a:lnTo>
                      <a:pt x="4" y="30"/>
                    </a:lnTo>
                    <a:lnTo>
                      <a:pt x="12" y="27"/>
                    </a:lnTo>
                    <a:lnTo>
                      <a:pt x="15" y="27"/>
                    </a:lnTo>
                    <a:lnTo>
                      <a:pt x="22" y="27"/>
                    </a:lnTo>
                    <a:lnTo>
                      <a:pt x="27" y="27"/>
                    </a:lnTo>
                    <a:lnTo>
                      <a:pt x="30" y="27"/>
                    </a:lnTo>
                    <a:lnTo>
                      <a:pt x="37" y="30"/>
                    </a:lnTo>
                    <a:lnTo>
                      <a:pt x="37" y="33"/>
                    </a:lnTo>
                    <a:lnTo>
                      <a:pt x="42" y="36"/>
                    </a:lnTo>
                    <a:lnTo>
                      <a:pt x="45" y="42"/>
                    </a:lnTo>
                    <a:lnTo>
                      <a:pt x="49" y="48"/>
                    </a:lnTo>
                    <a:lnTo>
                      <a:pt x="52" y="54"/>
                    </a:lnTo>
                    <a:lnTo>
                      <a:pt x="57" y="63"/>
                    </a:lnTo>
                    <a:lnTo>
                      <a:pt x="64" y="66"/>
                    </a:lnTo>
                    <a:lnTo>
                      <a:pt x="70" y="71"/>
                    </a:lnTo>
                    <a:lnTo>
                      <a:pt x="75" y="74"/>
                    </a:lnTo>
                    <a:lnTo>
                      <a:pt x="85" y="74"/>
                    </a:lnTo>
                    <a:lnTo>
                      <a:pt x="90" y="74"/>
                    </a:lnTo>
                    <a:lnTo>
                      <a:pt x="97" y="71"/>
                    </a:lnTo>
                    <a:lnTo>
                      <a:pt x="102" y="68"/>
                    </a:lnTo>
                    <a:lnTo>
                      <a:pt x="105" y="63"/>
                    </a:lnTo>
                    <a:lnTo>
                      <a:pt x="112" y="59"/>
                    </a:lnTo>
                    <a:lnTo>
                      <a:pt x="118" y="56"/>
                    </a:lnTo>
                    <a:lnTo>
                      <a:pt x="124" y="54"/>
                    </a:lnTo>
                    <a:lnTo>
                      <a:pt x="130" y="54"/>
                    </a:lnTo>
                    <a:lnTo>
                      <a:pt x="133" y="54"/>
                    </a:lnTo>
                    <a:lnTo>
                      <a:pt x="142" y="54"/>
                    </a:lnTo>
                    <a:lnTo>
                      <a:pt x="148" y="56"/>
                    </a:lnTo>
                    <a:lnTo>
                      <a:pt x="150" y="56"/>
                    </a:lnTo>
                    <a:lnTo>
                      <a:pt x="157" y="59"/>
                    </a:lnTo>
                    <a:lnTo>
                      <a:pt x="154" y="54"/>
                    </a:lnTo>
                    <a:lnTo>
                      <a:pt x="150" y="51"/>
                    </a:lnTo>
                    <a:lnTo>
                      <a:pt x="145" y="48"/>
                    </a:lnTo>
                    <a:lnTo>
                      <a:pt x="142" y="48"/>
                    </a:lnTo>
                    <a:lnTo>
                      <a:pt x="135" y="48"/>
                    </a:lnTo>
                    <a:lnTo>
                      <a:pt x="133" y="48"/>
                    </a:lnTo>
                    <a:lnTo>
                      <a:pt x="127" y="48"/>
                    </a:lnTo>
                    <a:lnTo>
                      <a:pt x="124" y="51"/>
                    </a:lnTo>
                    <a:lnTo>
                      <a:pt x="115" y="54"/>
                    </a:lnTo>
                    <a:lnTo>
                      <a:pt x="105" y="59"/>
                    </a:lnTo>
                    <a:lnTo>
                      <a:pt x="102" y="59"/>
                    </a:lnTo>
                    <a:lnTo>
                      <a:pt x="97" y="59"/>
                    </a:lnTo>
                    <a:lnTo>
                      <a:pt x="87" y="59"/>
                    </a:lnTo>
                    <a:lnTo>
                      <a:pt x="82" y="63"/>
                    </a:lnTo>
                    <a:lnTo>
                      <a:pt x="79" y="59"/>
                    </a:lnTo>
                    <a:lnTo>
                      <a:pt x="72" y="59"/>
                    </a:lnTo>
                    <a:lnTo>
                      <a:pt x="70" y="56"/>
                    </a:lnTo>
                    <a:lnTo>
                      <a:pt x="64" y="56"/>
                    </a:lnTo>
                    <a:lnTo>
                      <a:pt x="60" y="54"/>
                    </a:lnTo>
                    <a:lnTo>
                      <a:pt x="57" y="48"/>
                    </a:lnTo>
                    <a:lnTo>
                      <a:pt x="52" y="42"/>
                    </a:lnTo>
                    <a:lnTo>
                      <a:pt x="45" y="33"/>
                    </a:lnTo>
                    <a:lnTo>
                      <a:pt x="42" y="24"/>
                    </a:lnTo>
                    <a:lnTo>
                      <a:pt x="37" y="12"/>
                    </a:lnTo>
                    <a:lnTo>
                      <a:pt x="34" y="9"/>
                    </a:lnTo>
                    <a:lnTo>
                      <a:pt x="30" y="4"/>
                    </a:lnTo>
                    <a:lnTo>
                      <a:pt x="27" y="4"/>
                    </a:lnTo>
                    <a:lnTo>
                      <a:pt x="24" y="0"/>
                    </a:lnTo>
                    <a:lnTo>
                      <a:pt x="19" y="0"/>
                    </a:lnTo>
                    <a:lnTo>
                      <a:pt x="15" y="4"/>
                    </a:lnTo>
                    <a:lnTo>
                      <a:pt x="9" y="6"/>
                    </a:lnTo>
                    <a:lnTo>
                      <a:pt x="7" y="9"/>
                    </a:lnTo>
                    <a:lnTo>
                      <a:pt x="0" y="3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5" name="Freeform 31"/>
              <p:cNvSpPr>
                <a:spLocks/>
              </p:cNvSpPr>
              <p:nvPr/>
            </p:nvSpPr>
            <p:spPr bwMode="ltGray">
              <a:xfrm>
                <a:off x="148" y="3372"/>
                <a:ext cx="160" cy="73"/>
              </a:xfrm>
              <a:custGeom>
                <a:avLst/>
                <a:gdLst>
                  <a:gd name="T0" fmla="*/ 7 w 160"/>
                  <a:gd name="T1" fmla="*/ 27 h 73"/>
                  <a:gd name="T2" fmla="*/ 15 w 160"/>
                  <a:gd name="T3" fmla="*/ 24 h 73"/>
                  <a:gd name="T4" fmla="*/ 28 w 160"/>
                  <a:gd name="T5" fmla="*/ 24 h 73"/>
                  <a:gd name="T6" fmla="*/ 37 w 160"/>
                  <a:gd name="T7" fmla="*/ 30 h 73"/>
                  <a:gd name="T8" fmla="*/ 43 w 160"/>
                  <a:gd name="T9" fmla="*/ 36 h 73"/>
                  <a:gd name="T10" fmla="*/ 50 w 160"/>
                  <a:gd name="T11" fmla="*/ 49 h 73"/>
                  <a:gd name="T12" fmla="*/ 58 w 160"/>
                  <a:gd name="T13" fmla="*/ 60 h 73"/>
                  <a:gd name="T14" fmla="*/ 70 w 160"/>
                  <a:gd name="T15" fmla="*/ 69 h 73"/>
                  <a:gd name="T16" fmla="*/ 86 w 160"/>
                  <a:gd name="T17" fmla="*/ 72 h 73"/>
                  <a:gd name="T18" fmla="*/ 98 w 160"/>
                  <a:gd name="T19" fmla="*/ 72 h 73"/>
                  <a:gd name="T20" fmla="*/ 107 w 160"/>
                  <a:gd name="T21" fmla="*/ 64 h 73"/>
                  <a:gd name="T22" fmla="*/ 119 w 160"/>
                  <a:gd name="T23" fmla="*/ 57 h 73"/>
                  <a:gd name="T24" fmla="*/ 131 w 160"/>
                  <a:gd name="T25" fmla="*/ 54 h 73"/>
                  <a:gd name="T26" fmla="*/ 144 w 160"/>
                  <a:gd name="T27" fmla="*/ 54 h 73"/>
                  <a:gd name="T28" fmla="*/ 152 w 160"/>
                  <a:gd name="T29" fmla="*/ 57 h 73"/>
                  <a:gd name="T30" fmla="*/ 156 w 160"/>
                  <a:gd name="T31" fmla="*/ 54 h 73"/>
                  <a:gd name="T32" fmla="*/ 147 w 160"/>
                  <a:gd name="T33" fmla="*/ 49 h 73"/>
                  <a:gd name="T34" fmla="*/ 137 w 160"/>
                  <a:gd name="T35" fmla="*/ 45 h 73"/>
                  <a:gd name="T36" fmla="*/ 129 w 160"/>
                  <a:gd name="T37" fmla="*/ 49 h 73"/>
                  <a:gd name="T38" fmla="*/ 116 w 160"/>
                  <a:gd name="T39" fmla="*/ 54 h 73"/>
                  <a:gd name="T40" fmla="*/ 104 w 160"/>
                  <a:gd name="T41" fmla="*/ 60 h 73"/>
                  <a:gd name="T42" fmla="*/ 89 w 160"/>
                  <a:gd name="T43" fmla="*/ 60 h 73"/>
                  <a:gd name="T44" fmla="*/ 80 w 160"/>
                  <a:gd name="T45" fmla="*/ 60 h 73"/>
                  <a:gd name="T46" fmla="*/ 70 w 160"/>
                  <a:gd name="T47" fmla="*/ 57 h 73"/>
                  <a:gd name="T48" fmla="*/ 61 w 160"/>
                  <a:gd name="T49" fmla="*/ 51 h 73"/>
                  <a:gd name="T50" fmla="*/ 52 w 160"/>
                  <a:gd name="T51" fmla="*/ 39 h 73"/>
                  <a:gd name="T52" fmla="*/ 43 w 160"/>
                  <a:gd name="T53" fmla="*/ 24 h 73"/>
                  <a:gd name="T54" fmla="*/ 34 w 160"/>
                  <a:gd name="T55" fmla="*/ 7 h 73"/>
                  <a:gd name="T56" fmla="*/ 28 w 160"/>
                  <a:gd name="T57" fmla="*/ 0 h 73"/>
                  <a:gd name="T58" fmla="*/ 22 w 160"/>
                  <a:gd name="T59" fmla="*/ 0 h 73"/>
                  <a:gd name="T60" fmla="*/ 10 w 160"/>
                  <a:gd name="T61" fmla="*/ 4 h 73"/>
                  <a:gd name="T62" fmla="*/ 0 w 160"/>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0" h="73">
                    <a:moveTo>
                      <a:pt x="0" y="30"/>
                    </a:moveTo>
                    <a:lnTo>
                      <a:pt x="7" y="27"/>
                    </a:lnTo>
                    <a:lnTo>
                      <a:pt x="12" y="24"/>
                    </a:lnTo>
                    <a:lnTo>
                      <a:pt x="15" y="24"/>
                    </a:lnTo>
                    <a:lnTo>
                      <a:pt x="22" y="24"/>
                    </a:lnTo>
                    <a:lnTo>
                      <a:pt x="28" y="24"/>
                    </a:lnTo>
                    <a:lnTo>
                      <a:pt x="30" y="27"/>
                    </a:lnTo>
                    <a:lnTo>
                      <a:pt x="37" y="30"/>
                    </a:lnTo>
                    <a:lnTo>
                      <a:pt x="40" y="30"/>
                    </a:lnTo>
                    <a:lnTo>
                      <a:pt x="43" y="36"/>
                    </a:lnTo>
                    <a:lnTo>
                      <a:pt x="46" y="42"/>
                    </a:lnTo>
                    <a:lnTo>
                      <a:pt x="50" y="49"/>
                    </a:lnTo>
                    <a:lnTo>
                      <a:pt x="55" y="54"/>
                    </a:lnTo>
                    <a:lnTo>
                      <a:pt x="58" y="60"/>
                    </a:lnTo>
                    <a:lnTo>
                      <a:pt x="65" y="66"/>
                    </a:lnTo>
                    <a:lnTo>
                      <a:pt x="70" y="69"/>
                    </a:lnTo>
                    <a:lnTo>
                      <a:pt x="80" y="72"/>
                    </a:lnTo>
                    <a:lnTo>
                      <a:pt x="86" y="72"/>
                    </a:lnTo>
                    <a:lnTo>
                      <a:pt x="91" y="72"/>
                    </a:lnTo>
                    <a:lnTo>
                      <a:pt x="98" y="72"/>
                    </a:lnTo>
                    <a:lnTo>
                      <a:pt x="104" y="66"/>
                    </a:lnTo>
                    <a:lnTo>
                      <a:pt x="107" y="64"/>
                    </a:lnTo>
                    <a:lnTo>
                      <a:pt x="113" y="60"/>
                    </a:lnTo>
                    <a:lnTo>
                      <a:pt x="119" y="57"/>
                    </a:lnTo>
                    <a:lnTo>
                      <a:pt x="126" y="54"/>
                    </a:lnTo>
                    <a:lnTo>
                      <a:pt x="131" y="54"/>
                    </a:lnTo>
                    <a:lnTo>
                      <a:pt x="137" y="54"/>
                    </a:lnTo>
                    <a:lnTo>
                      <a:pt x="144" y="54"/>
                    </a:lnTo>
                    <a:lnTo>
                      <a:pt x="149" y="54"/>
                    </a:lnTo>
                    <a:lnTo>
                      <a:pt x="152" y="57"/>
                    </a:lnTo>
                    <a:lnTo>
                      <a:pt x="159" y="60"/>
                    </a:lnTo>
                    <a:lnTo>
                      <a:pt x="156" y="54"/>
                    </a:lnTo>
                    <a:lnTo>
                      <a:pt x="152" y="51"/>
                    </a:lnTo>
                    <a:lnTo>
                      <a:pt x="147" y="49"/>
                    </a:lnTo>
                    <a:lnTo>
                      <a:pt x="144" y="45"/>
                    </a:lnTo>
                    <a:lnTo>
                      <a:pt x="137" y="45"/>
                    </a:lnTo>
                    <a:lnTo>
                      <a:pt x="134" y="45"/>
                    </a:lnTo>
                    <a:lnTo>
                      <a:pt x="129" y="49"/>
                    </a:lnTo>
                    <a:lnTo>
                      <a:pt x="126" y="49"/>
                    </a:lnTo>
                    <a:lnTo>
                      <a:pt x="116" y="54"/>
                    </a:lnTo>
                    <a:lnTo>
                      <a:pt x="107" y="57"/>
                    </a:lnTo>
                    <a:lnTo>
                      <a:pt x="104" y="60"/>
                    </a:lnTo>
                    <a:lnTo>
                      <a:pt x="98" y="60"/>
                    </a:lnTo>
                    <a:lnTo>
                      <a:pt x="89" y="60"/>
                    </a:lnTo>
                    <a:lnTo>
                      <a:pt x="83" y="60"/>
                    </a:lnTo>
                    <a:lnTo>
                      <a:pt x="80" y="60"/>
                    </a:lnTo>
                    <a:lnTo>
                      <a:pt x="73" y="60"/>
                    </a:lnTo>
                    <a:lnTo>
                      <a:pt x="70" y="57"/>
                    </a:lnTo>
                    <a:lnTo>
                      <a:pt x="65" y="54"/>
                    </a:lnTo>
                    <a:lnTo>
                      <a:pt x="61" y="51"/>
                    </a:lnTo>
                    <a:lnTo>
                      <a:pt x="58" y="49"/>
                    </a:lnTo>
                    <a:lnTo>
                      <a:pt x="52" y="39"/>
                    </a:lnTo>
                    <a:lnTo>
                      <a:pt x="46" y="34"/>
                    </a:lnTo>
                    <a:lnTo>
                      <a:pt x="43" y="24"/>
                    </a:lnTo>
                    <a:lnTo>
                      <a:pt x="37" y="12"/>
                    </a:lnTo>
                    <a:lnTo>
                      <a:pt x="34" y="7"/>
                    </a:lnTo>
                    <a:lnTo>
                      <a:pt x="30" y="4"/>
                    </a:lnTo>
                    <a:lnTo>
                      <a:pt x="28" y="0"/>
                    </a:lnTo>
                    <a:lnTo>
                      <a:pt x="25" y="0"/>
                    </a:lnTo>
                    <a:lnTo>
                      <a:pt x="22" y="0"/>
                    </a:lnTo>
                    <a:lnTo>
                      <a:pt x="15" y="0"/>
                    </a:lnTo>
                    <a:lnTo>
                      <a:pt x="10" y="4"/>
                    </a:lnTo>
                    <a:lnTo>
                      <a:pt x="7" y="7"/>
                    </a:lnTo>
                    <a:lnTo>
                      <a:pt x="0"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6" name="Freeform 32"/>
              <p:cNvSpPr>
                <a:spLocks/>
              </p:cNvSpPr>
              <p:nvPr/>
            </p:nvSpPr>
            <p:spPr bwMode="ltGray">
              <a:xfrm>
                <a:off x="4006" y="3905"/>
                <a:ext cx="158" cy="75"/>
              </a:xfrm>
              <a:custGeom>
                <a:avLst/>
                <a:gdLst>
                  <a:gd name="T0" fmla="*/ 6 w 158"/>
                  <a:gd name="T1" fmla="*/ 30 h 75"/>
                  <a:gd name="T2" fmla="*/ 15 w 158"/>
                  <a:gd name="T3" fmla="*/ 27 h 75"/>
                  <a:gd name="T4" fmla="*/ 27 w 158"/>
                  <a:gd name="T5" fmla="*/ 27 h 75"/>
                  <a:gd name="T6" fmla="*/ 36 w 158"/>
                  <a:gd name="T7" fmla="*/ 30 h 75"/>
                  <a:gd name="T8" fmla="*/ 43 w 158"/>
                  <a:gd name="T9" fmla="*/ 35 h 75"/>
                  <a:gd name="T10" fmla="*/ 48 w 158"/>
                  <a:gd name="T11" fmla="*/ 47 h 75"/>
                  <a:gd name="T12" fmla="*/ 58 w 158"/>
                  <a:gd name="T13" fmla="*/ 62 h 75"/>
                  <a:gd name="T14" fmla="*/ 69 w 158"/>
                  <a:gd name="T15" fmla="*/ 71 h 75"/>
                  <a:gd name="T16" fmla="*/ 84 w 158"/>
                  <a:gd name="T17" fmla="*/ 74 h 75"/>
                  <a:gd name="T18" fmla="*/ 96 w 158"/>
                  <a:gd name="T19" fmla="*/ 71 h 75"/>
                  <a:gd name="T20" fmla="*/ 106 w 158"/>
                  <a:gd name="T21" fmla="*/ 62 h 75"/>
                  <a:gd name="T22" fmla="*/ 118 w 158"/>
                  <a:gd name="T23" fmla="*/ 56 h 75"/>
                  <a:gd name="T24" fmla="*/ 130 w 158"/>
                  <a:gd name="T25" fmla="*/ 54 h 75"/>
                  <a:gd name="T26" fmla="*/ 142 w 158"/>
                  <a:gd name="T27" fmla="*/ 54 h 75"/>
                  <a:gd name="T28" fmla="*/ 151 w 158"/>
                  <a:gd name="T29" fmla="*/ 56 h 75"/>
                  <a:gd name="T30" fmla="*/ 154 w 158"/>
                  <a:gd name="T31" fmla="*/ 54 h 75"/>
                  <a:gd name="T32" fmla="*/ 145 w 158"/>
                  <a:gd name="T33" fmla="*/ 47 h 75"/>
                  <a:gd name="T34" fmla="*/ 136 w 158"/>
                  <a:gd name="T35" fmla="*/ 47 h 75"/>
                  <a:gd name="T36" fmla="*/ 127 w 158"/>
                  <a:gd name="T37" fmla="*/ 47 h 75"/>
                  <a:gd name="T38" fmla="*/ 114 w 158"/>
                  <a:gd name="T39" fmla="*/ 54 h 75"/>
                  <a:gd name="T40" fmla="*/ 103 w 158"/>
                  <a:gd name="T41" fmla="*/ 59 h 75"/>
                  <a:gd name="T42" fmla="*/ 91 w 158"/>
                  <a:gd name="T43" fmla="*/ 62 h 75"/>
                  <a:gd name="T44" fmla="*/ 79 w 158"/>
                  <a:gd name="T45" fmla="*/ 62 h 75"/>
                  <a:gd name="T46" fmla="*/ 69 w 158"/>
                  <a:gd name="T47" fmla="*/ 56 h 75"/>
                  <a:gd name="T48" fmla="*/ 61 w 158"/>
                  <a:gd name="T49" fmla="*/ 54 h 75"/>
                  <a:gd name="T50" fmla="*/ 51 w 158"/>
                  <a:gd name="T51" fmla="*/ 42 h 75"/>
                  <a:gd name="T52" fmla="*/ 43 w 158"/>
                  <a:gd name="T53" fmla="*/ 24 h 75"/>
                  <a:gd name="T54" fmla="*/ 36 w 158"/>
                  <a:gd name="T55" fmla="*/ 9 h 75"/>
                  <a:gd name="T56" fmla="*/ 27 w 158"/>
                  <a:gd name="T57" fmla="*/ 3 h 75"/>
                  <a:gd name="T58" fmla="*/ 18 w 158"/>
                  <a:gd name="T59" fmla="*/ 0 h 75"/>
                  <a:gd name="T60" fmla="*/ 9 w 158"/>
                  <a:gd name="T61" fmla="*/ 3 h 75"/>
                  <a:gd name="T62" fmla="*/ 0 w 158"/>
                  <a:gd name="T63" fmla="*/ 3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5">
                    <a:moveTo>
                      <a:pt x="0" y="32"/>
                    </a:moveTo>
                    <a:lnTo>
                      <a:pt x="6" y="30"/>
                    </a:lnTo>
                    <a:lnTo>
                      <a:pt x="12" y="27"/>
                    </a:lnTo>
                    <a:lnTo>
                      <a:pt x="15" y="27"/>
                    </a:lnTo>
                    <a:lnTo>
                      <a:pt x="21" y="27"/>
                    </a:lnTo>
                    <a:lnTo>
                      <a:pt x="27" y="27"/>
                    </a:lnTo>
                    <a:lnTo>
                      <a:pt x="30" y="27"/>
                    </a:lnTo>
                    <a:lnTo>
                      <a:pt x="36" y="30"/>
                    </a:lnTo>
                    <a:lnTo>
                      <a:pt x="39" y="32"/>
                    </a:lnTo>
                    <a:lnTo>
                      <a:pt x="43" y="35"/>
                    </a:lnTo>
                    <a:lnTo>
                      <a:pt x="48" y="44"/>
                    </a:lnTo>
                    <a:lnTo>
                      <a:pt x="48" y="47"/>
                    </a:lnTo>
                    <a:lnTo>
                      <a:pt x="54" y="54"/>
                    </a:lnTo>
                    <a:lnTo>
                      <a:pt x="58" y="62"/>
                    </a:lnTo>
                    <a:lnTo>
                      <a:pt x="63" y="65"/>
                    </a:lnTo>
                    <a:lnTo>
                      <a:pt x="69" y="71"/>
                    </a:lnTo>
                    <a:lnTo>
                      <a:pt x="76" y="74"/>
                    </a:lnTo>
                    <a:lnTo>
                      <a:pt x="84" y="74"/>
                    </a:lnTo>
                    <a:lnTo>
                      <a:pt x="91" y="74"/>
                    </a:lnTo>
                    <a:lnTo>
                      <a:pt x="96" y="71"/>
                    </a:lnTo>
                    <a:lnTo>
                      <a:pt x="103" y="68"/>
                    </a:lnTo>
                    <a:lnTo>
                      <a:pt x="106" y="62"/>
                    </a:lnTo>
                    <a:lnTo>
                      <a:pt x="112" y="62"/>
                    </a:lnTo>
                    <a:lnTo>
                      <a:pt x="118" y="56"/>
                    </a:lnTo>
                    <a:lnTo>
                      <a:pt x="124" y="54"/>
                    </a:lnTo>
                    <a:lnTo>
                      <a:pt x="130" y="54"/>
                    </a:lnTo>
                    <a:lnTo>
                      <a:pt x="136" y="54"/>
                    </a:lnTo>
                    <a:lnTo>
                      <a:pt x="142" y="54"/>
                    </a:lnTo>
                    <a:lnTo>
                      <a:pt x="148" y="56"/>
                    </a:lnTo>
                    <a:lnTo>
                      <a:pt x="151" y="56"/>
                    </a:lnTo>
                    <a:lnTo>
                      <a:pt x="157" y="59"/>
                    </a:lnTo>
                    <a:lnTo>
                      <a:pt x="154" y="54"/>
                    </a:lnTo>
                    <a:lnTo>
                      <a:pt x="151" y="50"/>
                    </a:lnTo>
                    <a:lnTo>
                      <a:pt x="145" y="47"/>
                    </a:lnTo>
                    <a:lnTo>
                      <a:pt x="142" y="47"/>
                    </a:lnTo>
                    <a:lnTo>
                      <a:pt x="136" y="47"/>
                    </a:lnTo>
                    <a:lnTo>
                      <a:pt x="133" y="47"/>
                    </a:lnTo>
                    <a:lnTo>
                      <a:pt x="127" y="47"/>
                    </a:lnTo>
                    <a:lnTo>
                      <a:pt x="124" y="47"/>
                    </a:lnTo>
                    <a:lnTo>
                      <a:pt x="114" y="54"/>
                    </a:lnTo>
                    <a:lnTo>
                      <a:pt x="106" y="59"/>
                    </a:lnTo>
                    <a:lnTo>
                      <a:pt x="103" y="59"/>
                    </a:lnTo>
                    <a:lnTo>
                      <a:pt x="96" y="59"/>
                    </a:lnTo>
                    <a:lnTo>
                      <a:pt x="91" y="62"/>
                    </a:lnTo>
                    <a:lnTo>
                      <a:pt x="81" y="62"/>
                    </a:lnTo>
                    <a:lnTo>
                      <a:pt x="79" y="62"/>
                    </a:lnTo>
                    <a:lnTo>
                      <a:pt x="73" y="59"/>
                    </a:lnTo>
                    <a:lnTo>
                      <a:pt x="69" y="56"/>
                    </a:lnTo>
                    <a:lnTo>
                      <a:pt x="63" y="56"/>
                    </a:lnTo>
                    <a:lnTo>
                      <a:pt x="61" y="54"/>
                    </a:lnTo>
                    <a:lnTo>
                      <a:pt x="58" y="47"/>
                    </a:lnTo>
                    <a:lnTo>
                      <a:pt x="51" y="42"/>
                    </a:lnTo>
                    <a:lnTo>
                      <a:pt x="45" y="32"/>
                    </a:lnTo>
                    <a:lnTo>
                      <a:pt x="43" y="24"/>
                    </a:lnTo>
                    <a:lnTo>
                      <a:pt x="36" y="12"/>
                    </a:lnTo>
                    <a:lnTo>
                      <a:pt x="36" y="9"/>
                    </a:lnTo>
                    <a:lnTo>
                      <a:pt x="30" y="3"/>
                    </a:lnTo>
                    <a:lnTo>
                      <a:pt x="27" y="3"/>
                    </a:lnTo>
                    <a:lnTo>
                      <a:pt x="24" y="0"/>
                    </a:lnTo>
                    <a:lnTo>
                      <a:pt x="18" y="0"/>
                    </a:lnTo>
                    <a:lnTo>
                      <a:pt x="15" y="3"/>
                    </a:lnTo>
                    <a:lnTo>
                      <a:pt x="9" y="3"/>
                    </a:lnTo>
                    <a:lnTo>
                      <a:pt x="6" y="9"/>
                    </a:lnTo>
                    <a:lnTo>
                      <a:pt x="0" y="32"/>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7" name="Freeform 33"/>
              <p:cNvSpPr>
                <a:spLocks/>
              </p:cNvSpPr>
              <p:nvPr/>
            </p:nvSpPr>
            <p:spPr bwMode="ltGray">
              <a:xfrm>
                <a:off x="954" y="220"/>
                <a:ext cx="158" cy="73"/>
              </a:xfrm>
              <a:custGeom>
                <a:avLst/>
                <a:gdLst>
                  <a:gd name="T0" fmla="*/ 7 w 158"/>
                  <a:gd name="T1" fmla="*/ 27 h 73"/>
                  <a:gd name="T2" fmla="*/ 15 w 158"/>
                  <a:gd name="T3" fmla="*/ 24 h 73"/>
                  <a:gd name="T4" fmla="*/ 27 w 158"/>
                  <a:gd name="T5" fmla="*/ 27 h 73"/>
                  <a:gd name="T6" fmla="*/ 37 w 158"/>
                  <a:gd name="T7" fmla="*/ 30 h 73"/>
                  <a:gd name="T8" fmla="*/ 42 w 158"/>
                  <a:gd name="T9" fmla="*/ 36 h 73"/>
                  <a:gd name="T10" fmla="*/ 48 w 158"/>
                  <a:gd name="T11" fmla="*/ 48 h 73"/>
                  <a:gd name="T12" fmla="*/ 60 w 158"/>
                  <a:gd name="T13" fmla="*/ 63 h 73"/>
                  <a:gd name="T14" fmla="*/ 72 w 158"/>
                  <a:gd name="T15" fmla="*/ 69 h 73"/>
                  <a:gd name="T16" fmla="*/ 85 w 158"/>
                  <a:gd name="T17" fmla="*/ 72 h 73"/>
                  <a:gd name="T18" fmla="*/ 97 w 158"/>
                  <a:gd name="T19" fmla="*/ 72 h 73"/>
                  <a:gd name="T20" fmla="*/ 105 w 158"/>
                  <a:gd name="T21" fmla="*/ 63 h 73"/>
                  <a:gd name="T22" fmla="*/ 118 w 158"/>
                  <a:gd name="T23" fmla="*/ 57 h 73"/>
                  <a:gd name="T24" fmla="*/ 130 w 158"/>
                  <a:gd name="T25" fmla="*/ 54 h 73"/>
                  <a:gd name="T26" fmla="*/ 142 w 158"/>
                  <a:gd name="T27" fmla="*/ 54 h 73"/>
                  <a:gd name="T28" fmla="*/ 150 w 158"/>
                  <a:gd name="T29" fmla="*/ 57 h 73"/>
                  <a:gd name="T30" fmla="*/ 153 w 158"/>
                  <a:gd name="T31" fmla="*/ 54 h 73"/>
                  <a:gd name="T32" fmla="*/ 148 w 158"/>
                  <a:gd name="T33" fmla="*/ 48 h 73"/>
                  <a:gd name="T34" fmla="*/ 138 w 158"/>
                  <a:gd name="T35" fmla="*/ 45 h 73"/>
                  <a:gd name="T36" fmla="*/ 127 w 158"/>
                  <a:gd name="T37" fmla="*/ 48 h 73"/>
                  <a:gd name="T38" fmla="*/ 115 w 158"/>
                  <a:gd name="T39" fmla="*/ 54 h 73"/>
                  <a:gd name="T40" fmla="*/ 102 w 158"/>
                  <a:gd name="T41" fmla="*/ 60 h 73"/>
                  <a:gd name="T42" fmla="*/ 90 w 158"/>
                  <a:gd name="T43" fmla="*/ 60 h 73"/>
                  <a:gd name="T44" fmla="*/ 78 w 158"/>
                  <a:gd name="T45" fmla="*/ 60 h 73"/>
                  <a:gd name="T46" fmla="*/ 70 w 158"/>
                  <a:gd name="T47" fmla="*/ 57 h 73"/>
                  <a:gd name="T48" fmla="*/ 60 w 158"/>
                  <a:gd name="T49" fmla="*/ 51 h 73"/>
                  <a:gd name="T50" fmla="*/ 52 w 158"/>
                  <a:gd name="T51" fmla="*/ 39 h 73"/>
                  <a:gd name="T52" fmla="*/ 42 w 158"/>
                  <a:gd name="T53" fmla="*/ 24 h 73"/>
                  <a:gd name="T54" fmla="*/ 37 w 158"/>
                  <a:gd name="T55" fmla="*/ 7 h 73"/>
                  <a:gd name="T56" fmla="*/ 27 w 158"/>
                  <a:gd name="T57" fmla="*/ 0 h 73"/>
                  <a:gd name="T58" fmla="*/ 22 w 158"/>
                  <a:gd name="T59" fmla="*/ 0 h 73"/>
                  <a:gd name="T60" fmla="*/ 12 w 158"/>
                  <a:gd name="T61" fmla="*/ 3 h 73"/>
                  <a:gd name="T62" fmla="*/ 0 w 158"/>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3">
                    <a:moveTo>
                      <a:pt x="0" y="30"/>
                    </a:moveTo>
                    <a:lnTo>
                      <a:pt x="7" y="27"/>
                    </a:lnTo>
                    <a:lnTo>
                      <a:pt x="12" y="24"/>
                    </a:lnTo>
                    <a:lnTo>
                      <a:pt x="15" y="24"/>
                    </a:lnTo>
                    <a:lnTo>
                      <a:pt x="22" y="24"/>
                    </a:lnTo>
                    <a:lnTo>
                      <a:pt x="27" y="27"/>
                    </a:lnTo>
                    <a:lnTo>
                      <a:pt x="33" y="27"/>
                    </a:lnTo>
                    <a:lnTo>
                      <a:pt x="37" y="30"/>
                    </a:lnTo>
                    <a:lnTo>
                      <a:pt x="39" y="30"/>
                    </a:lnTo>
                    <a:lnTo>
                      <a:pt x="42" y="36"/>
                    </a:lnTo>
                    <a:lnTo>
                      <a:pt x="48" y="42"/>
                    </a:lnTo>
                    <a:lnTo>
                      <a:pt x="48" y="48"/>
                    </a:lnTo>
                    <a:lnTo>
                      <a:pt x="55" y="54"/>
                    </a:lnTo>
                    <a:lnTo>
                      <a:pt x="60" y="63"/>
                    </a:lnTo>
                    <a:lnTo>
                      <a:pt x="67" y="66"/>
                    </a:lnTo>
                    <a:lnTo>
                      <a:pt x="72" y="69"/>
                    </a:lnTo>
                    <a:lnTo>
                      <a:pt x="78" y="72"/>
                    </a:lnTo>
                    <a:lnTo>
                      <a:pt x="85" y="72"/>
                    </a:lnTo>
                    <a:lnTo>
                      <a:pt x="90" y="72"/>
                    </a:lnTo>
                    <a:lnTo>
                      <a:pt x="97" y="72"/>
                    </a:lnTo>
                    <a:lnTo>
                      <a:pt x="102" y="66"/>
                    </a:lnTo>
                    <a:lnTo>
                      <a:pt x="105" y="63"/>
                    </a:lnTo>
                    <a:lnTo>
                      <a:pt x="112" y="60"/>
                    </a:lnTo>
                    <a:lnTo>
                      <a:pt x="118" y="57"/>
                    </a:lnTo>
                    <a:lnTo>
                      <a:pt x="123" y="54"/>
                    </a:lnTo>
                    <a:lnTo>
                      <a:pt x="130" y="54"/>
                    </a:lnTo>
                    <a:lnTo>
                      <a:pt x="135" y="54"/>
                    </a:lnTo>
                    <a:lnTo>
                      <a:pt x="142" y="54"/>
                    </a:lnTo>
                    <a:lnTo>
                      <a:pt x="148" y="54"/>
                    </a:lnTo>
                    <a:lnTo>
                      <a:pt x="150" y="57"/>
                    </a:lnTo>
                    <a:lnTo>
                      <a:pt x="157" y="60"/>
                    </a:lnTo>
                    <a:lnTo>
                      <a:pt x="153" y="54"/>
                    </a:lnTo>
                    <a:lnTo>
                      <a:pt x="150" y="51"/>
                    </a:lnTo>
                    <a:lnTo>
                      <a:pt x="148" y="48"/>
                    </a:lnTo>
                    <a:lnTo>
                      <a:pt x="142" y="48"/>
                    </a:lnTo>
                    <a:lnTo>
                      <a:pt x="138" y="45"/>
                    </a:lnTo>
                    <a:lnTo>
                      <a:pt x="133" y="45"/>
                    </a:lnTo>
                    <a:lnTo>
                      <a:pt x="127" y="48"/>
                    </a:lnTo>
                    <a:lnTo>
                      <a:pt x="123" y="48"/>
                    </a:lnTo>
                    <a:lnTo>
                      <a:pt x="115" y="54"/>
                    </a:lnTo>
                    <a:lnTo>
                      <a:pt x="105" y="57"/>
                    </a:lnTo>
                    <a:lnTo>
                      <a:pt x="102" y="60"/>
                    </a:lnTo>
                    <a:lnTo>
                      <a:pt x="100" y="60"/>
                    </a:lnTo>
                    <a:lnTo>
                      <a:pt x="90" y="60"/>
                    </a:lnTo>
                    <a:lnTo>
                      <a:pt x="85" y="60"/>
                    </a:lnTo>
                    <a:lnTo>
                      <a:pt x="78" y="60"/>
                    </a:lnTo>
                    <a:lnTo>
                      <a:pt x="72" y="60"/>
                    </a:lnTo>
                    <a:lnTo>
                      <a:pt x="70" y="57"/>
                    </a:lnTo>
                    <a:lnTo>
                      <a:pt x="63" y="54"/>
                    </a:lnTo>
                    <a:lnTo>
                      <a:pt x="60" y="51"/>
                    </a:lnTo>
                    <a:lnTo>
                      <a:pt x="57" y="48"/>
                    </a:lnTo>
                    <a:lnTo>
                      <a:pt x="52" y="39"/>
                    </a:lnTo>
                    <a:lnTo>
                      <a:pt x="48" y="33"/>
                    </a:lnTo>
                    <a:lnTo>
                      <a:pt x="42" y="24"/>
                    </a:lnTo>
                    <a:lnTo>
                      <a:pt x="39" y="12"/>
                    </a:lnTo>
                    <a:lnTo>
                      <a:pt x="37" y="7"/>
                    </a:lnTo>
                    <a:lnTo>
                      <a:pt x="30" y="3"/>
                    </a:lnTo>
                    <a:lnTo>
                      <a:pt x="27" y="0"/>
                    </a:lnTo>
                    <a:lnTo>
                      <a:pt x="24" y="0"/>
                    </a:lnTo>
                    <a:lnTo>
                      <a:pt x="22" y="0"/>
                    </a:lnTo>
                    <a:lnTo>
                      <a:pt x="15" y="0"/>
                    </a:lnTo>
                    <a:lnTo>
                      <a:pt x="12" y="3"/>
                    </a:lnTo>
                    <a:lnTo>
                      <a:pt x="7" y="7"/>
                    </a:lnTo>
                    <a:lnTo>
                      <a:pt x="0"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8" name="Freeform 34"/>
              <p:cNvSpPr>
                <a:spLocks/>
              </p:cNvSpPr>
              <p:nvPr/>
            </p:nvSpPr>
            <p:spPr bwMode="ltGray">
              <a:xfrm>
                <a:off x="4097" y="136"/>
                <a:ext cx="156" cy="74"/>
              </a:xfrm>
              <a:custGeom>
                <a:avLst/>
                <a:gdLst>
                  <a:gd name="T0" fmla="*/ 0 w 156"/>
                  <a:gd name="T1" fmla="*/ 43 h 74"/>
                  <a:gd name="T2" fmla="*/ 4 w 156"/>
                  <a:gd name="T3" fmla="*/ 46 h 74"/>
                  <a:gd name="T4" fmla="*/ 9 w 156"/>
                  <a:gd name="T5" fmla="*/ 48 h 74"/>
                  <a:gd name="T6" fmla="*/ 15 w 156"/>
                  <a:gd name="T7" fmla="*/ 48 h 74"/>
                  <a:gd name="T8" fmla="*/ 22 w 156"/>
                  <a:gd name="T9" fmla="*/ 48 h 74"/>
                  <a:gd name="T10" fmla="*/ 27 w 156"/>
                  <a:gd name="T11" fmla="*/ 48 h 74"/>
                  <a:gd name="T12" fmla="*/ 30 w 156"/>
                  <a:gd name="T13" fmla="*/ 46 h 74"/>
                  <a:gd name="T14" fmla="*/ 37 w 156"/>
                  <a:gd name="T15" fmla="*/ 43 h 74"/>
                  <a:gd name="T16" fmla="*/ 43 w 156"/>
                  <a:gd name="T17" fmla="*/ 37 h 74"/>
                  <a:gd name="T18" fmla="*/ 45 w 156"/>
                  <a:gd name="T19" fmla="*/ 30 h 74"/>
                  <a:gd name="T20" fmla="*/ 49 w 156"/>
                  <a:gd name="T21" fmla="*/ 25 h 74"/>
                  <a:gd name="T22" fmla="*/ 52 w 156"/>
                  <a:gd name="T23" fmla="*/ 18 h 74"/>
                  <a:gd name="T24" fmla="*/ 58 w 156"/>
                  <a:gd name="T25" fmla="*/ 12 h 74"/>
                  <a:gd name="T26" fmla="*/ 64 w 156"/>
                  <a:gd name="T27" fmla="*/ 7 h 74"/>
                  <a:gd name="T28" fmla="*/ 70 w 156"/>
                  <a:gd name="T29" fmla="*/ 3 h 74"/>
                  <a:gd name="T30" fmla="*/ 76 w 156"/>
                  <a:gd name="T31" fmla="*/ 0 h 74"/>
                  <a:gd name="T32" fmla="*/ 85 w 156"/>
                  <a:gd name="T33" fmla="*/ 0 h 74"/>
                  <a:gd name="T34" fmla="*/ 91 w 156"/>
                  <a:gd name="T35" fmla="*/ 0 h 74"/>
                  <a:gd name="T36" fmla="*/ 95 w 156"/>
                  <a:gd name="T37" fmla="*/ 0 h 74"/>
                  <a:gd name="T38" fmla="*/ 100 w 156"/>
                  <a:gd name="T39" fmla="*/ 7 h 74"/>
                  <a:gd name="T40" fmla="*/ 106 w 156"/>
                  <a:gd name="T41" fmla="*/ 9 h 74"/>
                  <a:gd name="T42" fmla="*/ 110 w 156"/>
                  <a:gd name="T43" fmla="*/ 12 h 74"/>
                  <a:gd name="T44" fmla="*/ 118 w 156"/>
                  <a:gd name="T45" fmla="*/ 15 h 74"/>
                  <a:gd name="T46" fmla="*/ 125 w 156"/>
                  <a:gd name="T47" fmla="*/ 18 h 74"/>
                  <a:gd name="T48" fmla="*/ 130 w 156"/>
                  <a:gd name="T49" fmla="*/ 18 h 74"/>
                  <a:gd name="T50" fmla="*/ 136 w 156"/>
                  <a:gd name="T51" fmla="*/ 18 h 74"/>
                  <a:gd name="T52" fmla="*/ 140 w 156"/>
                  <a:gd name="T53" fmla="*/ 18 h 74"/>
                  <a:gd name="T54" fmla="*/ 146 w 156"/>
                  <a:gd name="T55" fmla="*/ 18 h 74"/>
                  <a:gd name="T56" fmla="*/ 151 w 156"/>
                  <a:gd name="T57" fmla="*/ 15 h 74"/>
                  <a:gd name="T58" fmla="*/ 155 w 156"/>
                  <a:gd name="T59" fmla="*/ 12 h 74"/>
                  <a:gd name="T60" fmla="*/ 155 w 156"/>
                  <a:gd name="T61" fmla="*/ 18 h 74"/>
                  <a:gd name="T62" fmla="*/ 151 w 156"/>
                  <a:gd name="T63" fmla="*/ 22 h 74"/>
                  <a:gd name="T64" fmla="*/ 146 w 156"/>
                  <a:gd name="T65" fmla="*/ 25 h 74"/>
                  <a:gd name="T66" fmla="*/ 143 w 156"/>
                  <a:gd name="T67" fmla="*/ 27 h 74"/>
                  <a:gd name="T68" fmla="*/ 136 w 156"/>
                  <a:gd name="T69" fmla="*/ 27 h 74"/>
                  <a:gd name="T70" fmla="*/ 133 w 156"/>
                  <a:gd name="T71" fmla="*/ 27 h 74"/>
                  <a:gd name="T72" fmla="*/ 128 w 156"/>
                  <a:gd name="T73" fmla="*/ 27 h 74"/>
                  <a:gd name="T74" fmla="*/ 121 w 156"/>
                  <a:gd name="T75" fmla="*/ 25 h 74"/>
                  <a:gd name="T76" fmla="*/ 115 w 156"/>
                  <a:gd name="T77" fmla="*/ 18 h 74"/>
                  <a:gd name="T78" fmla="*/ 106 w 156"/>
                  <a:gd name="T79" fmla="*/ 15 h 74"/>
                  <a:gd name="T80" fmla="*/ 103 w 156"/>
                  <a:gd name="T81" fmla="*/ 12 h 74"/>
                  <a:gd name="T82" fmla="*/ 97 w 156"/>
                  <a:gd name="T83" fmla="*/ 12 h 74"/>
                  <a:gd name="T84" fmla="*/ 88 w 156"/>
                  <a:gd name="T85" fmla="*/ 12 h 74"/>
                  <a:gd name="T86" fmla="*/ 82 w 156"/>
                  <a:gd name="T87" fmla="*/ 12 h 74"/>
                  <a:gd name="T88" fmla="*/ 79 w 156"/>
                  <a:gd name="T89" fmla="*/ 12 h 74"/>
                  <a:gd name="T90" fmla="*/ 73 w 156"/>
                  <a:gd name="T91" fmla="*/ 12 h 74"/>
                  <a:gd name="T92" fmla="*/ 67 w 156"/>
                  <a:gd name="T93" fmla="*/ 15 h 74"/>
                  <a:gd name="T94" fmla="*/ 64 w 156"/>
                  <a:gd name="T95" fmla="*/ 18 h 74"/>
                  <a:gd name="T96" fmla="*/ 58 w 156"/>
                  <a:gd name="T97" fmla="*/ 22 h 74"/>
                  <a:gd name="T98" fmla="*/ 55 w 156"/>
                  <a:gd name="T99" fmla="*/ 25 h 74"/>
                  <a:gd name="T100" fmla="*/ 52 w 156"/>
                  <a:gd name="T101" fmla="*/ 33 h 74"/>
                  <a:gd name="T102" fmla="*/ 45 w 156"/>
                  <a:gd name="T103" fmla="*/ 43 h 74"/>
                  <a:gd name="T104" fmla="*/ 43 w 156"/>
                  <a:gd name="T105" fmla="*/ 48 h 74"/>
                  <a:gd name="T106" fmla="*/ 37 w 156"/>
                  <a:gd name="T107" fmla="*/ 61 h 74"/>
                  <a:gd name="T108" fmla="*/ 34 w 156"/>
                  <a:gd name="T109" fmla="*/ 67 h 74"/>
                  <a:gd name="T110" fmla="*/ 30 w 156"/>
                  <a:gd name="T111" fmla="*/ 70 h 74"/>
                  <a:gd name="T112" fmla="*/ 27 w 156"/>
                  <a:gd name="T113" fmla="*/ 73 h 74"/>
                  <a:gd name="T114" fmla="*/ 22 w 156"/>
                  <a:gd name="T115" fmla="*/ 73 h 74"/>
                  <a:gd name="T116" fmla="*/ 19 w 156"/>
                  <a:gd name="T117" fmla="*/ 73 h 74"/>
                  <a:gd name="T118" fmla="*/ 15 w 156"/>
                  <a:gd name="T119" fmla="*/ 73 h 74"/>
                  <a:gd name="T120" fmla="*/ 9 w 156"/>
                  <a:gd name="T121" fmla="*/ 70 h 74"/>
                  <a:gd name="T122" fmla="*/ 7 w 156"/>
                  <a:gd name="T123" fmla="*/ 67 h 74"/>
                  <a:gd name="T124" fmla="*/ 0 w 156"/>
                  <a:gd name="T125"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6" h="74">
                    <a:moveTo>
                      <a:pt x="0" y="43"/>
                    </a:moveTo>
                    <a:lnTo>
                      <a:pt x="4" y="46"/>
                    </a:lnTo>
                    <a:lnTo>
                      <a:pt x="9" y="48"/>
                    </a:lnTo>
                    <a:lnTo>
                      <a:pt x="15" y="48"/>
                    </a:lnTo>
                    <a:lnTo>
                      <a:pt x="22" y="48"/>
                    </a:lnTo>
                    <a:lnTo>
                      <a:pt x="27" y="48"/>
                    </a:lnTo>
                    <a:lnTo>
                      <a:pt x="30" y="46"/>
                    </a:lnTo>
                    <a:lnTo>
                      <a:pt x="37" y="43"/>
                    </a:lnTo>
                    <a:lnTo>
                      <a:pt x="43" y="37"/>
                    </a:lnTo>
                    <a:lnTo>
                      <a:pt x="45" y="30"/>
                    </a:lnTo>
                    <a:lnTo>
                      <a:pt x="49" y="25"/>
                    </a:lnTo>
                    <a:lnTo>
                      <a:pt x="52" y="18"/>
                    </a:lnTo>
                    <a:lnTo>
                      <a:pt x="58" y="12"/>
                    </a:lnTo>
                    <a:lnTo>
                      <a:pt x="64" y="7"/>
                    </a:lnTo>
                    <a:lnTo>
                      <a:pt x="70" y="3"/>
                    </a:lnTo>
                    <a:lnTo>
                      <a:pt x="76" y="0"/>
                    </a:lnTo>
                    <a:lnTo>
                      <a:pt x="85" y="0"/>
                    </a:lnTo>
                    <a:lnTo>
                      <a:pt x="91" y="0"/>
                    </a:lnTo>
                    <a:lnTo>
                      <a:pt x="95" y="0"/>
                    </a:lnTo>
                    <a:lnTo>
                      <a:pt x="100" y="7"/>
                    </a:lnTo>
                    <a:lnTo>
                      <a:pt x="106" y="9"/>
                    </a:lnTo>
                    <a:lnTo>
                      <a:pt x="110" y="12"/>
                    </a:lnTo>
                    <a:lnTo>
                      <a:pt x="118" y="15"/>
                    </a:lnTo>
                    <a:lnTo>
                      <a:pt x="125" y="18"/>
                    </a:lnTo>
                    <a:lnTo>
                      <a:pt x="130" y="18"/>
                    </a:lnTo>
                    <a:lnTo>
                      <a:pt x="136" y="18"/>
                    </a:lnTo>
                    <a:lnTo>
                      <a:pt x="140" y="18"/>
                    </a:lnTo>
                    <a:lnTo>
                      <a:pt x="146" y="18"/>
                    </a:lnTo>
                    <a:lnTo>
                      <a:pt x="151" y="15"/>
                    </a:lnTo>
                    <a:lnTo>
                      <a:pt x="155" y="12"/>
                    </a:lnTo>
                    <a:lnTo>
                      <a:pt x="155" y="18"/>
                    </a:lnTo>
                    <a:lnTo>
                      <a:pt x="151" y="22"/>
                    </a:lnTo>
                    <a:lnTo>
                      <a:pt x="146" y="25"/>
                    </a:lnTo>
                    <a:lnTo>
                      <a:pt x="143" y="27"/>
                    </a:lnTo>
                    <a:lnTo>
                      <a:pt x="136" y="27"/>
                    </a:lnTo>
                    <a:lnTo>
                      <a:pt x="133" y="27"/>
                    </a:lnTo>
                    <a:lnTo>
                      <a:pt x="128" y="27"/>
                    </a:lnTo>
                    <a:lnTo>
                      <a:pt x="121" y="25"/>
                    </a:lnTo>
                    <a:lnTo>
                      <a:pt x="115" y="18"/>
                    </a:lnTo>
                    <a:lnTo>
                      <a:pt x="106" y="15"/>
                    </a:lnTo>
                    <a:lnTo>
                      <a:pt x="103" y="12"/>
                    </a:lnTo>
                    <a:lnTo>
                      <a:pt x="97" y="12"/>
                    </a:lnTo>
                    <a:lnTo>
                      <a:pt x="88" y="12"/>
                    </a:lnTo>
                    <a:lnTo>
                      <a:pt x="82" y="12"/>
                    </a:lnTo>
                    <a:lnTo>
                      <a:pt x="79" y="12"/>
                    </a:lnTo>
                    <a:lnTo>
                      <a:pt x="73" y="12"/>
                    </a:lnTo>
                    <a:lnTo>
                      <a:pt x="67" y="15"/>
                    </a:lnTo>
                    <a:lnTo>
                      <a:pt x="64" y="18"/>
                    </a:lnTo>
                    <a:lnTo>
                      <a:pt x="58" y="22"/>
                    </a:lnTo>
                    <a:lnTo>
                      <a:pt x="55" y="25"/>
                    </a:lnTo>
                    <a:lnTo>
                      <a:pt x="52" y="33"/>
                    </a:lnTo>
                    <a:lnTo>
                      <a:pt x="45" y="43"/>
                    </a:lnTo>
                    <a:lnTo>
                      <a:pt x="43" y="48"/>
                    </a:lnTo>
                    <a:lnTo>
                      <a:pt x="37" y="61"/>
                    </a:lnTo>
                    <a:lnTo>
                      <a:pt x="34" y="67"/>
                    </a:lnTo>
                    <a:lnTo>
                      <a:pt x="30" y="70"/>
                    </a:lnTo>
                    <a:lnTo>
                      <a:pt x="27" y="73"/>
                    </a:lnTo>
                    <a:lnTo>
                      <a:pt x="22" y="73"/>
                    </a:lnTo>
                    <a:lnTo>
                      <a:pt x="19" y="73"/>
                    </a:lnTo>
                    <a:lnTo>
                      <a:pt x="15" y="73"/>
                    </a:lnTo>
                    <a:lnTo>
                      <a:pt x="9" y="70"/>
                    </a:lnTo>
                    <a:lnTo>
                      <a:pt x="7" y="67"/>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49" name="Freeform 35"/>
              <p:cNvSpPr>
                <a:spLocks/>
              </p:cNvSpPr>
              <p:nvPr/>
            </p:nvSpPr>
            <p:spPr bwMode="ltGray">
              <a:xfrm>
                <a:off x="157" y="510"/>
                <a:ext cx="153" cy="75"/>
              </a:xfrm>
              <a:custGeom>
                <a:avLst/>
                <a:gdLst>
                  <a:gd name="T0" fmla="*/ 3 w 153"/>
                  <a:gd name="T1" fmla="*/ 46 h 75"/>
                  <a:gd name="T2" fmla="*/ 15 w 153"/>
                  <a:gd name="T3" fmla="*/ 49 h 75"/>
                  <a:gd name="T4" fmla="*/ 23 w 153"/>
                  <a:gd name="T5" fmla="*/ 49 h 75"/>
                  <a:gd name="T6" fmla="*/ 33 w 153"/>
                  <a:gd name="T7" fmla="*/ 46 h 75"/>
                  <a:gd name="T8" fmla="*/ 42 w 153"/>
                  <a:gd name="T9" fmla="*/ 37 h 75"/>
                  <a:gd name="T10" fmla="*/ 48 w 153"/>
                  <a:gd name="T11" fmla="*/ 28 h 75"/>
                  <a:gd name="T12" fmla="*/ 57 w 153"/>
                  <a:gd name="T13" fmla="*/ 12 h 75"/>
                  <a:gd name="T14" fmla="*/ 68 w 153"/>
                  <a:gd name="T15" fmla="*/ 3 h 75"/>
                  <a:gd name="T16" fmla="*/ 83 w 153"/>
                  <a:gd name="T17" fmla="*/ 0 h 75"/>
                  <a:gd name="T18" fmla="*/ 92 w 153"/>
                  <a:gd name="T19" fmla="*/ 3 h 75"/>
                  <a:gd name="T20" fmla="*/ 104 w 153"/>
                  <a:gd name="T21" fmla="*/ 10 h 75"/>
                  <a:gd name="T22" fmla="*/ 113 w 153"/>
                  <a:gd name="T23" fmla="*/ 15 h 75"/>
                  <a:gd name="T24" fmla="*/ 125 w 153"/>
                  <a:gd name="T25" fmla="*/ 22 h 75"/>
                  <a:gd name="T26" fmla="*/ 137 w 153"/>
                  <a:gd name="T27" fmla="*/ 22 h 75"/>
                  <a:gd name="T28" fmla="*/ 149 w 153"/>
                  <a:gd name="T29" fmla="*/ 15 h 75"/>
                  <a:gd name="T30" fmla="*/ 152 w 153"/>
                  <a:gd name="T31" fmla="*/ 22 h 75"/>
                  <a:gd name="T32" fmla="*/ 143 w 153"/>
                  <a:gd name="T33" fmla="*/ 25 h 75"/>
                  <a:gd name="T34" fmla="*/ 134 w 153"/>
                  <a:gd name="T35" fmla="*/ 28 h 75"/>
                  <a:gd name="T36" fmla="*/ 122 w 153"/>
                  <a:gd name="T37" fmla="*/ 28 h 75"/>
                  <a:gd name="T38" fmla="*/ 113 w 153"/>
                  <a:gd name="T39" fmla="*/ 22 h 75"/>
                  <a:gd name="T40" fmla="*/ 102 w 153"/>
                  <a:gd name="T41" fmla="*/ 15 h 75"/>
                  <a:gd name="T42" fmla="*/ 87 w 153"/>
                  <a:gd name="T43" fmla="*/ 12 h 75"/>
                  <a:gd name="T44" fmla="*/ 75 w 153"/>
                  <a:gd name="T45" fmla="*/ 12 h 75"/>
                  <a:gd name="T46" fmla="*/ 65 w 153"/>
                  <a:gd name="T47" fmla="*/ 15 h 75"/>
                  <a:gd name="T48" fmla="*/ 57 w 153"/>
                  <a:gd name="T49" fmla="*/ 22 h 75"/>
                  <a:gd name="T50" fmla="*/ 50 w 153"/>
                  <a:gd name="T51" fmla="*/ 34 h 75"/>
                  <a:gd name="T52" fmla="*/ 42 w 153"/>
                  <a:gd name="T53" fmla="*/ 53 h 75"/>
                  <a:gd name="T54" fmla="*/ 33 w 153"/>
                  <a:gd name="T55" fmla="*/ 68 h 75"/>
                  <a:gd name="T56" fmla="*/ 23 w 153"/>
                  <a:gd name="T57" fmla="*/ 74 h 75"/>
                  <a:gd name="T58" fmla="*/ 18 w 153"/>
                  <a:gd name="T59" fmla="*/ 74 h 75"/>
                  <a:gd name="T60" fmla="*/ 8 w 153"/>
                  <a:gd name="T61" fmla="*/ 71 h 75"/>
                  <a:gd name="T62" fmla="*/ 0 w 153"/>
                  <a:gd name="T6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3" h="75">
                    <a:moveTo>
                      <a:pt x="0" y="43"/>
                    </a:moveTo>
                    <a:lnTo>
                      <a:pt x="3" y="46"/>
                    </a:lnTo>
                    <a:lnTo>
                      <a:pt x="8" y="49"/>
                    </a:lnTo>
                    <a:lnTo>
                      <a:pt x="15" y="49"/>
                    </a:lnTo>
                    <a:lnTo>
                      <a:pt x="21" y="49"/>
                    </a:lnTo>
                    <a:lnTo>
                      <a:pt x="23" y="49"/>
                    </a:lnTo>
                    <a:lnTo>
                      <a:pt x="30" y="49"/>
                    </a:lnTo>
                    <a:lnTo>
                      <a:pt x="33" y="46"/>
                    </a:lnTo>
                    <a:lnTo>
                      <a:pt x="35" y="43"/>
                    </a:lnTo>
                    <a:lnTo>
                      <a:pt x="42" y="37"/>
                    </a:lnTo>
                    <a:lnTo>
                      <a:pt x="45" y="31"/>
                    </a:lnTo>
                    <a:lnTo>
                      <a:pt x="48" y="28"/>
                    </a:lnTo>
                    <a:lnTo>
                      <a:pt x="50" y="18"/>
                    </a:lnTo>
                    <a:lnTo>
                      <a:pt x="57" y="12"/>
                    </a:lnTo>
                    <a:lnTo>
                      <a:pt x="62" y="10"/>
                    </a:lnTo>
                    <a:lnTo>
                      <a:pt x="68" y="3"/>
                    </a:lnTo>
                    <a:lnTo>
                      <a:pt x="75" y="0"/>
                    </a:lnTo>
                    <a:lnTo>
                      <a:pt x="83" y="0"/>
                    </a:lnTo>
                    <a:lnTo>
                      <a:pt x="90" y="0"/>
                    </a:lnTo>
                    <a:lnTo>
                      <a:pt x="92" y="3"/>
                    </a:lnTo>
                    <a:lnTo>
                      <a:pt x="98" y="7"/>
                    </a:lnTo>
                    <a:lnTo>
                      <a:pt x="104" y="10"/>
                    </a:lnTo>
                    <a:lnTo>
                      <a:pt x="107" y="12"/>
                    </a:lnTo>
                    <a:lnTo>
                      <a:pt x="113" y="15"/>
                    </a:lnTo>
                    <a:lnTo>
                      <a:pt x="119" y="18"/>
                    </a:lnTo>
                    <a:lnTo>
                      <a:pt x="125" y="22"/>
                    </a:lnTo>
                    <a:lnTo>
                      <a:pt x="131" y="22"/>
                    </a:lnTo>
                    <a:lnTo>
                      <a:pt x="137" y="22"/>
                    </a:lnTo>
                    <a:lnTo>
                      <a:pt x="143" y="18"/>
                    </a:lnTo>
                    <a:lnTo>
                      <a:pt x="149" y="15"/>
                    </a:lnTo>
                    <a:lnTo>
                      <a:pt x="152" y="15"/>
                    </a:lnTo>
                    <a:lnTo>
                      <a:pt x="152" y="22"/>
                    </a:lnTo>
                    <a:lnTo>
                      <a:pt x="149" y="25"/>
                    </a:lnTo>
                    <a:lnTo>
                      <a:pt x="143" y="25"/>
                    </a:lnTo>
                    <a:lnTo>
                      <a:pt x="137" y="28"/>
                    </a:lnTo>
                    <a:lnTo>
                      <a:pt x="134" y="28"/>
                    </a:lnTo>
                    <a:lnTo>
                      <a:pt x="131" y="28"/>
                    </a:lnTo>
                    <a:lnTo>
                      <a:pt x="122" y="28"/>
                    </a:lnTo>
                    <a:lnTo>
                      <a:pt x="119" y="25"/>
                    </a:lnTo>
                    <a:lnTo>
                      <a:pt x="113" y="22"/>
                    </a:lnTo>
                    <a:lnTo>
                      <a:pt x="104" y="15"/>
                    </a:lnTo>
                    <a:lnTo>
                      <a:pt x="102" y="15"/>
                    </a:lnTo>
                    <a:lnTo>
                      <a:pt x="95" y="15"/>
                    </a:lnTo>
                    <a:lnTo>
                      <a:pt x="87" y="12"/>
                    </a:lnTo>
                    <a:lnTo>
                      <a:pt x="80" y="12"/>
                    </a:lnTo>
                    <a:lnTo>
                      <a:pt x="75" y="12"/>
                    </a:lnTo>
                    <a:lnTo>
                      <a:pt x="72" y="15"/>
                    </a:lnTo>
                    <a:lnTo>
                      <a:pt x="65" y="15"/>
                    </a:lnTo>
                    <a:lnTo>
                      <a:pt x="62" y="18"/>
                    </a:lnTo>
                    <a:lnTo>
                      <a:pt x="57" y="22"/>
                    </a:lnTo>
                    <a:lnTo>
                      <a:pt x="53" y="25"/>
                    </a:lnTo>
                    <a:lnTo>
                      <a:pt x="50" y="34"/>
                    </a:lnTo>
                    <a:lnTo>
                      <a:pt x="45" y="43"/>
                    </a:lnTo>
                    <a:lnTo>
                      <a:pt x="42" y="53"/>
                    </a:lnTo>
                    <a:lnTo>
                      <a:pt x="35" y="64"/>
                    </a:lnTo>
                    <a:lnTo>
                      <a:pt x="33" y="68"/>
                    </a:lnTo>
                    <a:lnTo>
                      <a:pt x="30" y="74"/>
                    </a:lnTo>
                    <a:lnTo>
                      <a:pt x="23" y="74"/>
                    </a:lnTo>
                    <a:lnTo>
                      <a:pt x="21" y="74"/>
                    </a:lnTo>
                    <a:lnTo>
                      <a:pt x="18" y="74"/>
                    </a:lnTo>
                    <a:lnTo>
                      <a:pt x="15" y="74"/>
                    </a:lnTo>
                    <a:lnTo>
                      <a:pt x="8" y="71"/>
                    </a:lnTo>
                    <a:lnTo>
                      <a:pt x="3" y="68"/>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0" name="Freeform 36"/>
              <p:cNvSpPr>
                <a:spLocks/>
              </p:cNvSpPr>
              <p:nvPr/>
            </p:nvSpPr>
            <p:spPr bwMode="ltGray">
              <a:xfrm>
                <a:off x="5581" y="1847"/>
                <a:ext cx="154" cy="72"/>
              </a:xfrm>
              <a:custGeom>
                <a:avLst/>
                <a:gdLst>
                  <a:gd name="T0" fmla="*/ 3 w 154"/>
                  <a:gd name="T1" fmla="*/ 44 h 72"/>
                  <a:gd name="T2" fmla="*/ 15 w 154"/>
                  <a:gd name="T3" fmla="*/ 48 h 72"/>
                  <a:gd name="T4" fmla="*/ 26 w 154"/>
                  <a:gd name="T5" fmla="*/ 48 h 72"/>
                  <a:gd name="T6" fmla="*/ 33 w 154"/>
                  <a:gd name="T7" fmla="*/ 41 h 72"/>
                  <a:gd name="T8" fmla="*/ 41 w 154"/>
                  <a:gd name="T9" fmla="*/ 36 h 72"/>
                  <a:gd name="T10" fmla="*/ 48 w 154"/>
                  <a:gd name="T11" fmla="*/ 24 h 72"/>
                  <a:gd name="T12" fmla="*/ 56 w 154"/>
                  <a:gd name="T13" fmla="*/ 12 h 72"/>
                  <a:gd name="T14" fmla="*/ 69 w 154"/>
                  <a:gd name="T15" fmla="*/ 4 h 72"/>
                  <a:gd name="T16" fmla="*/ 84 w 154"/>
                  <a:gd name="T17" fmla="*/ 0 h 72"/>
                  <a:gd name="T18" fmla="*/ 93 w 154"/>
                  <a:gd name="T19" fmla="*/ 4 h 72"/>
                  <a:gd name="T20" fmla="*/ 105 w 154"/>
                  <a:gd name="T21" fmla="*/ 9 h 72"/>
                  <a:gd name="T22" fmla="*/ 116 w 154"/>
                  <a:gd name="T23" fmla="*/ 15 h 72"/>
                  <a:gd name="T24" fmla="*/ 126 w 154"/>
                  <a:gd name="T25" fmla="*/ 18 h 72"/>
                  <a:gd name="T26" fmla="*/ 138 w 154"/>
                  <a:gd name="T27" fmla="*/ 18 h 72"/>
                  <a:gd name="T28" fmla="*/ 150 w 154"/>
                  <a:gd name="T29" fmla="*/ 15 h 72"/>
                  <a:gd name="T30" fmla="*/ 153 w 154"/>
                  <a:gd name="T31" fmla="*/ 18 h 72"/>
                  <a:gd name="T32" fmla="*/ 144 w 154"/>
                  <a:gd name="T33" fmla="*/ 24 h 72"/>
                  <a:gd name="T34" fmla="*/ 135 w 154"/>
                  <a:gd name="T35" fmla="*/ 27 h 72"/>
                  <a:gd name="T36" fmla="*/ 126 w 154"/>
                  <a:gd name="T37" fmla="*/ 24 h 72"/>
                  <a:gd name="T38" fmla="*/ 114 w 154"/>
                  <a:gd name="T39" fmla="*/ 18 h 72"/>
                  <a:gd name="T40" fmla="*/ 101 w 154"/>
                  <a:gd name="T41" fmla="*/ 12 h 72"/>
                  <a:gd name="T42" fmla="*/ 86 w 154"/>
                  <a:gd name="T43" fmla="*/ 12 h 72"/>
                  <a:gd name="T44" fmla="*/ 78 w 154"/>
                  <a:gd name="T45" fmla="*/ 12 h 72"/>
                  <a:gd name="T46" fmla="*/ 66 w 154"/>
                  <a:gd name="T47" fmla="*/ 15 h 72"/>
                  <a:gd name="T48" fmla="*/ 56 w 154"/>
                  <a:gd name="T49" fmla="*/ 21 h 72"/>
                  <a:gd name="T50" fmla="*/ 51 w 154"/>
                  <a:gd name="T51" fmla="*/ 33 h 72"/>
                  <a:gd name="T52" fmla="*/ 41 w 154"/>
                  <a:gd name="T53" fmla="*/ 51 h 72"/>
                  <a:gd name="T54" fmla="*/ 33 w 154"/>
                  <a:gd name="T55" fmla="*/ 65 h 72"/>
                  <a:gd name="T56" fmla="*/ 26 w 154"/>
                  <a:gd name="T57" fmla="*/ 71 h 72"/>
                  <a:gd name="T58" fmla="*/ 18 w 154"/>
                  <a:gd name="T59" fmla="*/ 71 h 72"/>
                  <a:gd name="T60" fmla="*/ 8 w 154"/>
                  <a:gd name="T61" fmla="*/ 68 h 72"/>
                  <a:gd name="T62" fmla="*/ 0 w 154"/>
                  <a:gd name="T63" fmla="*/ 4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4" h="72">
                    <a:moveTo>
                      <a:pt x="0" y="41"/>
                    </a:moveTo>
                    <a:lnTo>
                      <a:pt x="3" y="44"/>
                    </a:lnTo>
                    <a:lnTo>
                      <a:pt x="8" y="48"/>
                    </a:lnTo>
                    <a:lnTo>
                      <a:pt x="15" y="48"/>
                    </a:lnTo>
                    <a:lnTo>
                      <a:pt x="21" y="48"/>
                    </a:lnTo>
                    <a:lnTo>
                      <a:pt x="26" y="48"/>
                    </a:lnTo>
                    <a:lnTo>
                      <a:pt x="30" y="44"/>
                    </a:lnTo>
                    <a:lnTo>
                      <a:pt x="33" y="41"/>
                    </a:lnTo>
                    <a:lnTo>
                      <a:pt x="36" y="41"/>
                    </a:lnTo>
                    <a:lnTo>
                      <a:pt x="41" y="36"/>
                    </a:lnTo>
                    <a:lnTo>
                      <a:pt x="45" y="30"/>
                    </a:lnTo>
                    <a:lnTo>
                      <a:pt x="48" y="24"/>
                    </a:lnTo>
                    <a:lnTo>
                      <a:pt x="51" y="18"/>
                    </a:lnTo>
                    <a:lnTo>
                      <a:pt x="56" y="12"/>
                    </a:lnTo>
                    <a:lnTo>
                      <a:pt x="63" y="6"/>
                    </a:lnTo>
                    <a:lnTo>
                      <a:pt x="69" y="4"/>
                    </a:lnTo>
                    <a:lnTo>
                      <a:pt x="75" y="0"/>
                    </a:lnTo>
                    <a:lnTo>
                      <a:pt x="84" y="0"/>
                    </a:lnTo>
                    <a:lnTo>
                      <a:pt x="90" y="0"/>
                    </a:lnTo>
                    <a:lnTo>
                      <a:pt x="93" y="4"/>
                    </a:lnTo>
                    <a:lnTo>
                      <a:pt x="99" y="6"/>
                    </a:lnTo>
                    <a:lnTo>
                      <a:pt x="105" y="9"/>
                    </a:lnTo>
                    <a:lnTo>
                      <a:pt x="108" y="12"/>
                    </a:lnTo>
                    <a:lnTo>
                      <a:pt x="116" y="15"/>
                    </a:lnTo>
                    <a:lnTo>
                      <a:pt x="123" y="18"/>
                    </a:lnTo>
                    <a:lnTo>
                      <a:pt x="126" y="18"/>
                    </a:lnTo>
                    <a:lnTo>
                      <a:pt x="131" y="21"/>
                    </a:lnTo>
                    <a:lnTo>
                      <a:pt x="138" y="18"/>
                    </a:lnTo>
                    <a:lnTo>
                      <a:pt x="144" y="18"/>
                    </a:lnTo>
                    <a:lnTo>
                      <a:pt x="150" y="15"/>
                    </a:lnTo>
                    <a:lnTo>
                      <a:pt x="153" y="12"/>
                    </a:lnTo>
                    <a:lnTo>
                      <a:pt x="153" y="18"/>
                    </a:lnTo>
                    <a:lnTo>
                      <a:pt x="150" y="21"/>
                    </a:lnTo>
                    <a:lnTo>
                      <a:pt x="144" y="24"/>
                    </a:lnTo>
                    <a:lnTo>
                      <a:pt x="141" y="27"/>
                    </a:lnTo>
                    <a:lnTo>
                      <a:pt x="135" y="27"/>
                    </a:lnTo>
                    <a:lnTo>
                      <a:pt x="131" y="27"/>
                    </a:lnTo>
                    <a:lnTo>
                      <a:pt x="126" y="24"/>
                    </a:lnTo>
                    <a:lnTo>
                      <a:pt x="120" y="24"/>
                    </a:lnTo>
                    <a:lnTo>
                      <a:pt x="114" y="18"/>
                    </a:lnTo>
                    <a:lnTo>
                      <a:pt x="105" y="15"/>
                    </a:lnTo>
                    <a:lnTo>
                      <a:pt x="101" y="12"/>
                    </a:lnTo>
                    <a:lnTo>
                      <a:pt x="96" y="12"/>
                    </a:lnTo>
                    <a:lnTo>
                      <a:pt x="86" y="12"/>
                    </a:lnTo>
                    <a:lnTo>
                      <a:pt x="81" y="12"/>
                    </a:lnTo>
                    <a:lnTo>
                      <a:pt x="78" y="12"/>
                    </a:lnTo>
                    <a:lnTo>
                      <a:pt x="71" y="12"/>
                    </a:lnTo>
                    <a:lnTo>
                      <a:pt x="66" y="15"/>
                    </a:lnTo>
                    <a:lnTo>
                      <a:pt x="63" y="18"/>
                    </a:lnTo>
                    <a:lnTo>
                      <a:pt x="56" y="21"/>
                    </a:lnTo>
                    <a:lnTo>
                      <a:pt x="54" y="24"/>
                    </a:lnTo>
                    <a:lnTo>
                      <a:pt x="51" y="33"/>
                    </a:lnTo>
                    <a:lnTo>
                      <a:pt x="45" y="39"/>
                    </a:lnTo>
                    <a:lnTo>
                      <a:pt x="41" y="51"/>
                    </a:lnTo>
                    <a:lnTo>
                      <a:pt x="36" y="59"/>
                    </a:lnTo>
                    <a:lnTo>
                      <a:pt x="33" y="65"/>
                    </a:lnTo>
                    <a:lnTo>
                      <a:pt x="30" y="68"/>
                    </a:lnTo>
                    <a:lnTo>
                      <a:pt x="26" y="71"/>
                    </a:lnTo>
                    <a:lnTo>
                      <a:pt x="21" y="71"/>
                    </a:lnTo>
                    <a:lnTo>
                      <a:pt x="18" y="71"/>
                    </a:lnTo>
                    <a:lnTo>
                      <a:pt x="15" y="71"/>
                    </a:lnTo>
                    <a:lnTo>
                      <a:pt x="8" y="68"/>
                    </a:lnTo>
                    <a:lnTo>
                      <a:pt x="6" y="65"/>
                    </a:lnTo>
                    <a:lnTo>
                      <a:pt x="0" y="4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1" name="Freeform 37"/>
              <p:cNvSpPr>
                <a:spLocks/>
              </p:cNvSpPr>
              <p:nvPr/>
            </p:nvSpPr>
            <p:spPr bwMode="ltGray">
              <a:xfrm>
                <a:off x="4436" y="4096"/>
                <a:ext cx="57" cy="66"/>
              </a:xfrm>
              <a:custGeom>
                <a:avLst/>
                <a:gdLst>
                  <a:gd name="T0" fmla="*/ 31 w 57"/>
                  <a:gd name="T1" fmla="*/ 0 h 66"/>
                  <a:gd name="T2" fmla="*/ 0 w 57"/>
                  <a:gd name="T3" fmla="*/ 17 h 66"/>
                  <a:gd name="T4" fmla="*/ 17 w 57"/>
                  <a:gd name="T5" fmla="*/ 65 h 66"/>
                  <a:gd name="T6" fmla="*/ 56 w 57"/>
                  <a:gd name="T7" fmla="*/ 41 h 66"/>
                  <a:gd name="T8" fmla="*/ 31 w 57"/>
                  <a:gd name="T9" fmla="*/ 0 h 66"/>
                </a:gdLst>
                <a:ahLst/>
                <a:cxnLst>
                  <a:cxn ang="0">
                    <a:pos x="T0" y="T1"/>
                  </a:cxn>
                  <a:cxn ang="0">
                    <a:pos x="T2" y="T3"/>
                  </a:cxn>
                  <a:cxn ang="0">
                    <a:pos x="T4" y="T5"/>
                  </a:cxn>
                  <a:cxn ang="0">
                    <a:pos x="T6" y="T7"/>
                  </a:cxn>
                  <a:cxn ang="0">
                    <a:pos x="T8" y="T9"/>
                  </a:cxn>
                </a:cxnLst>
                <a:rect l="0" t="0" r="r" b="b"/>
                <a:pathLst>
                  <a:path w="57" h="66">
                    <a:moveTo>
                      <a:pt x="31" y="0"/>
                    </a:moveTo>
                    <a:lnTo>
                      <a:pt x="0" y="17"/>
                    </a:lnTo>
                    <a:lnTo>
                      <a:pt x="17" y="65"/>
                    </a:lnTo>
                    <a:lnTo>
                      <a:pt x="56" y="41"/>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2" name="Freeform 38"/>
              <p:cNvSpPr>
                <a:spLocks/>
              </p:cNvSpPr>
              <p:nvPr/>
            </p:nvSpPr>
            <p:spPr bwMode="ltGray">
              <a:xfrm>
                <a:off x="107" y="2501"/>
                <a:ext cx="55" cy="65"/>
              </a:xfrm>
              <a:custGeom>
                <a:avLst/>
                <a:gdLst>
                  <a:gd name="T0" fmla="*/ 30 w 55"/>
                  <a:gd name="T1" fmla="*/ 0 h 65"/>
                  <a:gd name="T2" fmla="*/ 0 w 55"/>
                  <a:gd name="T3" fmla="*/ 17 h 65"/>
                  <a:gd name="T4" fmla="*/ 16 w 55"/>
                  <a:gd name="T5" fmla="*/ 64 h 65"/>
                  <a:gd name="T6" fmla="*/ 54 w 55"/>
                  <a:gd name="T7" fmla="*/ 40 h 65"/>
                  <a:gd name="T8" fmla="*/ 30 w 55"/>
                  <a:gd name="T9" fmla="*/ 0 h 65"/>
                </a:gdLst>
                <a:ahLst/>
                <a:cxnLst>
                  <a:cxn ang="0">
                    <a:pos x="T0" y="T1"/>
                  </a:cxn>
                  <a:cxn ang="0">
                    <a:pos x="T2" y="T3"/>
                  </a:cxn>
                  <a:cxn ang="0">
                    <a:pos x="T4" y="T5"/>
                  </a:cxn>
                  <a:cxn ang="0">
                    <a:pos x="T6" y="T7"/>
                  </a:cxn>
                  <a:cxn ang="0">
                    <a:pos x="T8" y="T9"/>
                  </a:cxn>
                </a:cxnLst>
                <a:rect l="0" t="0" r="r" b="b"/>
                <a:pathLst>
                  <a:path w="55" h="65">
                    <a:moveTo>
                      <a:pt x="30" y="0"/>
                    </a:moveTo>
                    <a:lnTo>
                      <a:pt x="0" y="17"/>
                    </a:lnTo>
                    <a:lnTo>
                      <a:pt x="16" y="64"/>
                    </a:lnTo>
                    <a:lnTo>
                      <a:pt x="54" y="40"/>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3" name="Freeform 39"/>
              <p:cNvSpPr>
                <a:spLocks/>
              </p:cNvSpPr>
              <p:nvPr/>
            </p:nvSpPr>
            <p:spPr bwMode="ltGray">
              <a:xfrm>
                <a:off x="5139" y="1106"/>
                <a:ext cx="56" cy="65"/>
              </a:xfrm>
              <a:custGeom>
                <a:avLst/>
                <a:gdLst>
                  <a:gd name="T0" fmla="*/ 30 w 56"/>
                  <a:gd name="T1" fmla="*/ 0 h 65"/>
                  <a:gd name="T2" fmla="*/ 0 w 56"/>
                  <a:gd name="T3" fmla="*/ 17 h 65"/>
                  <a:gd name="T4" fmla="*/ 16 w 56"/>
                  <a:gd name="T5" fmla="*/ 64 h 65"/>
                  <a:gd name="T6" fmla="*/ 55 w 56"/>
                  <a:gd name="T7" fmla="*/ 41 h 65"/>
                  <a:gd name="T8" fmla="*/ 30 w 56"/>
                  <a:gd name="T9" fmla="*/ 0 h 65"/>
                </a:gdLst>
                <a:ahLst/>
                <a:cxnLst>
                  <a:cxn ang="0">
                    <a:pos x="T0" y="T1"/>
                  </a:cxn>
                  <a:cxn ang="0">
                    <a:pos x="T2" y="T3"/>
                  </a:cxn>
                  <a:cxn ang="0">
                    <a:pos x="T4" y="T5"/>
                  </a:cxn>
                  <a:cxn ang="0">
                    <a:pos x="T6" y="T7"/>
                  </a:cxn>
                  <a:cxn ang="0">
                    <a:pos x="T8" y="T9"/>
                  </a:cxn>
                </a:cxnLst>
                <a:rect l="0" t="0" r="r" b="b"/>
                <a:pathLst>
                  <a:path w="56" h="65">
                    <a:moveTo>
                      <a:pt x="30" y="0"/>
                    </a:moveTo>
                    <a:lnTo>
                      <a:pt x="0" y="17"/>
                    </a:lnTo>
                    <a:lnTo>
                      <a:pt x="16" y="64"/>
                    </a:lnTo>
                    <a:lnTo>
                      <a:pt x="55" y="41"/>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4" name="Freeform 40"/>
              <p:cNvSpPr>
                <a:spLocks/>
              </p:cNvSpPr>
              <p:nvPr/>
            </p:nvSpPr>
            <p:spPr bwMode="ltGray">
              <a:xfrm>
                <a:off x="4703" y="54"/>
                <a:ext cx="60" cy="81"/>
              </a:xfrm>
              <a:custGeom>
                <a:avLst/>
                <a:gdLst>
                  <a:gd name="T0" fmla="*/ 59 w 60"/>
                  <a:gd name="T1" fmla="*/ 0 h 81"/>
                  <a:gd name="T2" fmla="*/ 0 w 60"/>
                  <a:gd name="T3" fmla="*/ 30 h 81"/>
                  <a:gd name="T4" fmla="*/ 45 w 60"/>
                  <a:gd name="T5" fmla="*/ 80 h 81"/>
                  <a:gd name="T6" fmla="*/ 59 w 60"/>
                  <a:gd name="T7" fmla="*/ 0 h 81"/>
                </a:gdLst>
                <a:ahLst/>
                <a:cxnLst>
                  <a:cxn ang="0">
                    <a:pos x="T0" y="T1"/>
                  </a:cxn>
                  <a:cxn ang="0">
                    <a:pos x="T2" y="T3"/>
                  </a:cxn>
                  <a:cxn ang="0">
                    <a:pos x="T4" y="T5"/>
                  </a:cxn>
                  <a:cxn ang="0">
                    <a:pos x="T6" y="T7"/>
                  </a:cxn>
                </a:cxnLst>
                <a:rect l="0" t="0" r="r" b="b"/>
                <a:pathLst>
                  <a:path w="60" h="81">
                    <a:moveTo>
                      <a:pt x="59" y="0"/>
                    </a:moveTo>
                    <a:lnTo>
                      <a:pt x="0" y="30"/>
                    </a:lnTo>
                    <a:lnTo>
                      <a:pt x="45" y="80"/>
                    </a:lnTo>
                    <a:lnTo>
                      <a:pt x="59"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5" name="Freeform 41"/>
              <p:cNvSpPr>
                <a:spLocks/>
              </p:cNvSpPr>
              <p:nvPr/>
            </p:nvSpPr>
            <p:spPr bwMode="ltGray">
              <a:xfrm>
                <a:off x="5601" y="3074"/>
                <a:ext cx="60" cy="80"/>
              </a:xfrm>
              <a:custGeom>
                <a:avLst/>
                <a:gdLst>
                  <a:gd name="T0" fmla="*/ 59 w 60"/>
                  <a:gd name="T1" fmla="*/ 0 h 80"/>
                  <a:gd name="T2" fmla="*/ 0 w 60"/>
                  <a:gd name="T3" fmla="*/ 30 h 80"/>
                  <a:gd name="T4" fmla="*/ 42 w 60"/>
                  <a:gd name="T5" fmla="*/ 79 h 80"/>
                  <a:gd name="T6" fmla="*/ 59 w 60"/>
                  <a:gd name="T7" fmla="*/ 0 h 80"/>
                </a:gdLst>
                <a:ahLst/>
                <a:cxnLst>
                  <a:cxn ang="0">
                    <a:pos x="T0" y="T1"/>
                  </a:cxn>
                  <a:cxn ang="0">
                    <a:pos x="T2" y="T3"/>
                  </a:cxn>
                  <a:cxn ang="0">
                    <a:pos x="T4" y="T5"/>
                  </a:cxn>
                  <a:cxn ang="0">
                    <a:pos x="T6" y="T7"/>
                  </a:cxn>
                </a:cxnLst>
                <a:rect l="0" t="0" r="r" b="b"/>
                <a:pathLst>
                  <a:path w="60" h="80">
                    <a:moveTo>
                      <a:pt x="59" y="0"/>
                    </a:moveTo>
                    <a:lnTo>
                      <a:pt x="0" y="30"/>
                    </a:lnTo>
                    <a:lnTo>
                      <a:pt x="42" y="79"/>
                    </a:lnTo>
                    <a:lnTo>
                      <a:pt x="59"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6" name="Freeform 42"/>
              <p:cNvSpPr>
                <a:spLocks/>
              </p:cNvSpPr>
              <p:nvPr/>
            </p:nvSpPr>
            <p:spPr bwMode="ltGray">
              <a:xfrm>
                <a:off x="2788" y="4005"/>
                <a:ext cx="59" cy="83"/>
              </a:xfrm>
              <a:custGeom>
                <a:avLst/>
                <a:gdLst>
                  <a:gd name="T0" fmla="*/ 58 w 59"/>
                  <a:gd name="T1" fmla="*/ 0 h 83"/>
                  <a:gd name="T2" fmla="*/ 0 w 59"/>
                  <a:gd name="T3" fmla="*/ 31 h 83"/>
                  <a:gd name="T4" fmla="*/ 42 w 59"/>
                  <a:gd name="T5" fmla="*/ 82 h 83"/>
                  <a:gd name="T6" fmla="*/ 58 w 59"/>
                  <a:gd name="T7" fmla="*/ 0 h 83"/>
                </a:gdLst>
                <a:ahLst/>
                <a:cxnLst>
                  <a:cxn ang="0">
                    <a:pos x="T0" y="T1"/>
                  </a:cxn>
                  <a:cxn ang="0">
                    <a:pos x="T2" y="T3"/>
                  </a:cxn>
                  <a:cxn ang="0">
                    <a:pos x="T4" y="T5"/>
                  </a:cxn>
                  <a:cxn ang="0">
                    <a:pos x="T6" y="T7"/>
                  </a:cxn>
                </a:cxnLst>
                <a:rect l="0" t="0" r="r" b="b"/>
                <a:pathLst>
                  <a:path w="59" h="83">
                    <a:moveTo>
                      <a:pt x="58" y="0"/>
                    </a:moveTo>
                    <a:lnTo>
                      <a:pt x="0" y="31"/>
                    </a:lnTo>
                    <a:lnTo>
                      <a:pt x="42" y="82"/>
                    </a:lnTo>
                    <a:lnTo>
                      <a:pt x="5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7" name="Freeform 43"/>
              <p:cNvSpPr>
                <a:spLocks/>
              </p:cNvSpPr>
              <p:nvPr/>
            </p:nvSpPr>
            <p:spPr bwMode="ltGray">
              <a:xfrm>
                <a:off x="256" y="3041"/>
                <a:ext cx="61" cy="83"/>
              </a:xfrm>
              <a:custGeom>
                <a:avLst/>
                <a:gdLst>
                  <a:gd name="T0" fmla="*/ 60 w 61"/>
                  <a:gd name="T1" fmla="*/ 0 h 83"/>
                  <a:gd name="T2" fmla="*/ 0 w 61"/>
                  <a:gd name="T3" fmla="*/ 31 h 83"/>
                  <a:gd name="T4" fmla="*/ 46 w 61"/>
                  <a:gd name="T5" fmla="*/ 82 h 83"/>
                  <a:gd name="T6" fmla="*/ 60 w 61"/>
                  <a:gd name="T7" fmla="*/ 0 h 83"/>
                </a:gdLst>
                <a:ahLst/>
                <a:cxnLst>
                  <a:cxn ang="0">
                    <a:pos x="T0" y="T1"/>
                  </a:cxn>
                  <a:cxn ang="0">
                    <a:pos x="T2" y="T3"/>
                  </a:cxn>
                  <a:cxn ang="0">
                    <a:pos x="T4" y="T5"/>
                  </a:cxn>
                  <a:cxn ang="0">
                    <a:pos x="T6" y="T7"/>
                  </a:cxn>
                </a:cxnLst>
                <a:rect l="0" t="0" r="r" b="b"/>
                <a:pathLst>
                  <a:path w="61" h="83">
                    <a:moveTo>
                      <a:pt x="60" y="0"/>
                    </a:moveTo>
                    <a:lnTo>
                      <a:pt x="0" y="31"/>
                    </a:lnTo>
                    <a:lnTo>
                      <a:pt x="46" y="82"/>
                    </a:lnTo>
                    <a:lnTo>
                      <a:pt x="6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8" name="Freeform 44"/>
              <p:cNvSpPr>
                <a:spLocks/>
              </p:cNvSpPr>
              <p:nvPr/>
            </p:nvSpPr>
            <p:spPr bwMode="ltGray">
              <a:xfrm>
                <a:off x="4707" y="4074"/>
                <a:ext cx="59" cy="78"/>
              </a:xfrm>
              <a:custGeom>
                <a:avLst/>
                <a:gdLst>
                  <a:gd name="T0" fmla="*/ 58 w 59"/>
                  <a:gd name="T1" fmla="*/ 0 h 78"/>
                  <a:gd name="T2" fmla="*/ 0 w 59"/>
                  <a:gd name="T3" fmla="*/ 30 h 78"/>
                  <a:gd name="T4" fmla="*/ 42 w 59"/>
                  <a:gd name="T5" fmla="*/ 77 h 78"/>
                  <a:gd name="T6" fmla="*/ 58 w 59"/>
                  <a:gd name="T7" fmla="*/ 0 h 78"/>
                </a:gdLst>
                <a:ahLst/>
                <a:cxnLst>
                  <a:cxn ang="0">
                    <a:pos x="T0" y="T1"/>
                  </a:cxn>
                  <a:cxn ang="0">
                    <a:pos x="T2" y="T3"/>
                  </a:cxn>
                  <a:cxn ang="0">
                    <a:pos x="T4" y="T5"/>
                  </a:cxn>
                  <a:cxn ang="0">
                    <a:pos x="T6" y="T7"/>
                  </a:cxn>
                </a:cxnLst>
                <a:rect l="0" t="0" r="r" b="b"/>
                <a:pathLst>
                  <a:path w="59" h="78">
                    <a:moveTo>
                      <a:pt x="58" y="0"/>
                    </a:moveTo>
                    <a:lnTo>
                      <a:pt x="0" y="30"/>
                    </a:lnTo>
                    <a:lnTo>
                      <a:pt x="42" y="77"/>
                    </a:lnTo>
                    <a:lnTo>
                      <a:pt x="5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59" name="Freeform 45"/>
              <p:cNvSpPr>
                <a:spLocks/>
              </p:cNvSpPr>
              <p:nvPr/>
            </p:nvSpPr>
            <p:spPr bwMode="ltGray">
              <a:xfrm>
                <a:off x="234" y="3987"/>
                <a:ext cx="61" cy="81"/>
              </a:xfrm>
              <a:custGeom>
                <a:avLst/>
                <a:gdLst>
                  <a:gd name="T0" fmla="*/ 0 w 61"/>
                  <a:gd name="T1" fmla="*/ 0 h 81"/>
                  <a:gd name="T2" fmla="*/ 60 w 61"/>
                  <a:gd name="T3" fmla="*/ 31 h 81"/>
                  <a:gd name="T4" fmla="*/ 18 w 61"/>
                  <a:gd name="T5" fmla="*/ 80 h 81"/>
                  <a:gd name="T6" fmla="*/ 0 w 61"/>
                  <a:gd name="T7" fmla="*/ 0 h 81"/>
                </a:gdLst>
                <a:ahLst/>
                <a:cxnLst>
                  <a:cxn ang="0">
                    <a:pos x="T0" y="T1"/>
                  </a:cxn>
                  <a:cxn ang="0">
                    <a:pos x="T2" y="T3"/>
                  </a:cxn>
                  <a:cxn ang="0">
                    <a:pos x="T4" y="T5"/>
                  </a:cxn>
                  <a:cxn ang="0">
                    <a:pos x="T6" y="T7"/>
                  </a:cxn>
                </a:cxnLst>
                <a:rect l="0" t="0" r="r" b="b"/>
                <a:pathLst>
                  <a:path w="61" h="81">
                    <a:moveTo>
                      <a:pt x="0" y="0"/>
                    </a:moveTo>
                    <a:lnTo>
                      <a:pt x="60" y="31"/>
                    </a:lnTo>
                    <a:lnTo>
                      <a:pt x="18" y="80"/>
                    </a:lnTo>
                    <a:lnTo>
                      <a:pt x="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60" name="Freeform 46"/>
              <p:cNvSpPr>
                <a:spLocks/>
              </p:cNvSpPr>
              <p:nvPr/>
            </p:nvSpPr>
            <p:spPr bwMode="ltGray">
              <a:xfrm>
                <a:off x="2285" y="99"/>
                <a:ext cx="61" cy="82"/>
              </a:xfrm>
              <a:custGeom>
                <a:avLst/>
                <a:gdLst>
                  <a:gd name="T0" fmla="*/ 0 w 61"/>
                  <a:gd name="T1" fmla="*/ 0 h 82"/>
                  <a:gd name="T2" fmla="*/ 60 w 61"/>
                  <a:gd name="T3" fmla="*/ 31 h 82"/>
                  <a:gd name="T4" fmla="*/ 18 w 61"/>
                  <a:gd name="T5" fmla="*/ 81 h 82"/>
                  <a:gd name="T6" fmla="*/ 0 w 61"/>
                  <a:gd name="T7" fmla="*/ 0 h 82"/>
                </a:gdLst>
                <a:ahLst/>
                <a:cxnLst>
                  <a:cxn ang="0">
                    <a:pos x="T0" y="T1"/>
                  </a:cxn>
                  <a:cxn ang="0">
                    <a:pos x="T2" y="T3"/>
                  </a:cxn>
                  <a:cxn ang="0">
                    <a:pos x="T4" y="T5"/>
                  </a:cxn>
                  <a:cxn ang="0">
                    <a:pos x="T6" y="T7"/>
                  </a:cxn>
                </a:cxnLst>
                <a:rect l="0" t="0" r="r" b="b"/>
                <a:pathLst>
                  <a:path w="61" h="82">
                    <a:moveTo>
                      <a:pt x="0" y="0"/>
                    </a:moveTo>
                    <a:lnTo>
                      <a:pt x="60" y="31"/>
                    </a:lnTo>
                    <a:lnTo>
                      <a:pt x="18" y="81"/>
                    </a:lnTo>
                    <a:lnTo>
                      <a:pt x="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61" name="Rectangle 47"/>
              <p:cNvSpPr>
                <a:spLocks noChangeArrowheads="1"/>
              </p:cNvSpPr>
              <p:nvPr/>
            </p:nvSpPr>
            <p:spPr bwMode="ltGray">
              <a:xfrm>
                <a:off x="1629" y="103"/>
                <a:ext cx="53" cy="56"/>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62" name="Rectangle 48"/>
              <p:cNvSpPr>
                <a:spLocks noChangeArrowheads="1"/>
              </p:cNvSpPr>
              <p:nvPr/>
            </p:nvSpPr>
            <p:spPr bwMode="ltGray">
              <a:xfrm>
                <a:off x="5563" y="129"/>
                <a:ext cx="52" cy="56"/>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63" name="Rectangle 49"/>
              <p:cNvSpPr>
                <a:spLocks noChangeArrowheads="1"/>
              </p:cNvSpPr>
              <p:nvPr/>
            </p:nvSpPr>
            <p:spPr bwMode="ltGray">
              <a:xfrm>
                <a:off x="5039" y="4013"/>
                <a:ext cx="53" cy="57"/>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64" name="Rectangle 50"/>
              <p:cNvSpPr>
                <a:spLocks noChangeArrowheads="1"/>
              </p:cNvSpPr>
              <p:nvPr/>
            </p:nvSpPr>
            <p:spPr bwMode="ltGray">
              <a:xfrm>
                <a:off x="5651" y="782"/>
                <a:ext cx="41" cy="43"/>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65" name="Rectangle 51"/>
              <p:cNvSpPr>
                <a:spLocks noChangeArrowheads="1"/>
              </p:cNvSpPr>
              <p:nvPr/>
            </p:nvSpPr>
            <p:spPr bwMode="ltGray">
              <a:xfrm>
                <a:off x="648" y="202"/>
                <a:ext cx="52" cy="54"/>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66" name="Freeform 52"/>
              <p:cNvSpPr>
                <a:spLocks/>
              </p:cNvSpPr>
              <p:nvPr/>
            </p:nvSpPr>
            <p:spPr bwMode="ltGray">
              <a:xfrm>
                <a:off x="177" y="1414"/>
                <a:ext cx="229" cy="116"/>
              </a:xfrm>
              <a:custGeom>
                <a:avLst/>
                <a:gdLst>
                  <a:gd name="T0" fmla="*/ 228 w 229"/>
                  <a:gd name="T1" fmla="*/ 4 h 116"/>
                  <a:gd name="T2" fmla="*/ 222 w 229"/>
                  <a:gd name="T3" fmla="*/ 0 h 116"/>
                  <a:gd name="T4" fmla="*/ 210 w 229"/>
                  <a:gd name="T5" fmla="*/ 0 h 116"/>
                  <a:gd name="T6" fmla="*/ 200 w 229"/>
                  <a:gd name="T7" fmla="*/ 0 h 116"/>
                  <a:gd name="T8" fmla="*/ 192 w 229"/>
                  <a:gd name="T9" fmla="*/ 0 h 116"/>
                  <a:gd name="T10" fmla="*/ 180 w 229"/>
                  <a:gd name="T11" fmla="*/ 4 h 116"/>
                  <a:gd name="T12" fmla="*/ 170 w 229"/>
                  <a:gd name="T13" fmla="*/ 10 h 116"/>
                  <a:gd name="T14" fmla="*/ 164 w 229"/>
                  <a:gd name="T15" fmla="*/ 13 h 116"/>
                  <a:gd name="T16" fmla="*/ 159 w 229"/>
                  <a:gd name="T17" fmla="*/ 22 h 116"/>
                  <a:gd name="T18" fmla="*/ 152 w 229"/>
                  <a:gd name="T19" fmla="*/ 31 h 116"/>
                  <a:gd name="T20" fmla="*/ 149 w 229"/>
                  <a:gd name="T21" fmla="*/ 38 h 116"/>
                  <a:gd name="T22" fmla="*/ 146 w 229"/>
                  <a:gd name="T23" fmla="*/ 43 h 116"/>
                  <a:gd name="T24" fmla="*/ 134 w 229"/>
                  <a:gd name="T25" fmla="*/ 59 h 116"/>
                  <a:gd name="T26" fmla="*/ 122 w 229"/>
                  <a:gd name="T27" fmla="*/ 72 h 116"/>
                  <a:gd name="T28" fmla="*/ 113 w 229"/>
                  <a:gd name="T29" fmla="*/ 77 h 116"/>
                  <a:gd name="T30" fmla="*/ 98 w 229"/>
                  <a:gd name="T31" fmla="*/ 84 h 116"/>
                  <a:gd name="T32" fmla="*/ 86 w 229"/>
                  <a:gd name="T33" fmla="*/ 90 h 116"/>
                  <a:gd name="T34" fmla="*/ 73 w 229"/>
                  <a:gd name="T35" fmla="*/ 93 h 116"/>
                  <a:gd name="T36" fmla="*/ 64 w 229"/>
                  <a:gd name="T37" fmla="*/ 93 h 116"/>
                  <a:gd name="T38" fmla="*/ 52 w 229"/>
                  <a:gd name="T39" fmla="*/ 93 h 116"/>
                  <a:gd name="T40" fmla="*/ 37 w 229"/>
                  <a:gd name="T41" fmla="*/ 90 h 116"/>
                  <a:gd name="T42" fmla="*/ 25 w 229"/>
                  <a:gd name="T43" fmla="*/ 84 h 116"/>
                  <a:gd name="T44" fmla="*/ 15 w 229"/>
                  <a:gd name="T45" fmla="*/ 74 h 116"/>
                  <a:gd name="T46" fmla="*/ 10 w 229"/>
                  <a:gd name="T47" fmla="*/ 69 h 116"/>
                  <a:gd name="T48" fmla="*/ 0 w 229"/>
                  <a:gd name="T49" fmla="*/ 100 h 116"/>
                  <a:gd name="T50" fmla="*/ 7 w 229"/>
                  <a:gd name="T51" fmla="*/ 105 h 116"/>
                  <a:gd name="T52" fmla="*/ 22 w 229"/>
                  <a:gd name="T53" fmla="*/ 112 h 116"/>
                  <a:gd name="T54" fmla="*/ 33 w 229"/>
                  <a:gd name="T55" fmla="*/ 112 h 116"/>
                  <a:gd name="T56" fmla="*/ 48 w 229"/>
                  <a:gd name="T57" fmla="*/ 115 h 116"/>
                  <a:gd name="T58" fmla="*/ 61 w 229"/>
                  <a:gd name="T59" fmla="*/ 115 h 116"/>
                  <a:gd name="T60" fmla="*/ 73 w 229"/>
                  <a:gd name="T61" fmla="*/ 112 h 116"/>
                  <a:gd name="T62" fmla="*/ 88 w 229"/>
                  <a:gd name="T63" fmla="*/ 105 h 116"/>
                  <a:gd name="T64" fmla="*/ 98 w 229"/>
                  <a:gd name="T65" fmla="*/ 100 h 116"/>
                  <a:gd name="T66" fmla="*/ 104 w 229"/>
                  <a:gd name="T67" fmla="*/ 97 h 116"/>
                  <a:gd name="T68" fmla="*/ 119 w 229"/>
                  <a:gd name="T69" fmla="*/ 84 h 116"/>
                  <a:gd name="T70" fmla="*/ 131 w 229"/>
                  <a:gd name="T71" fmla="*/ 72 h 116"/>
                  <a:gd name="T72" fmla="*/ 140 w 229"/>
                  <a:gd name="T73" fmla="*/ 56 h 116"/>
                  <a:gd name="T74" fmla="*/ 149 w 229"/>
                  <a:gd name="T75" fmla="*/ 43 h 116"/>
                  <a:gd name="T76" fmla="*/ 159 w 229"/>
                  <a:gd name="T77" fmla="*/ 41 h 116"/>
                  <a:gd name="T78" fmla="*/ 167 w 229"/>
                  <a:gd name="T79" fmla="*/ 31 h 116"/>
                  <a:gd name="T80" fmla="*/ 177 w 229"/>
                  <a:gd name="T81" fmla="*/ 28 h 116"/>
                  <a:gd name="T82" fmla="*/ 185 w 229"/>
                  <a:gd name="T83" fmla="*/ 25 h 116"/>
                  <a:gd name="T84" fmla="*/ 198 w 229"/>
                  <a:gd name="T85" fmla="*/ 25 h 116"/>
                  <a:gd name="T86" fmla="*/ 204 w 229"/>
                  <a:gd name="T87" fmla="*/ 25 h 116"/>
                  <a:gd name="T88" fmla="*/ 210 w 229"/>
                  <a:gd name="T89" fmla="*/ 28 h 116"/>
                  <a:gd name="T90" fmla="*/ 222 w 229"/>
                  <a:gd name="T91" fmla="*/ 35 h 116"/>
                  <a:gd name="T92" fmla="*/ 228 w 229"/>
                  <a:gd name="T93" fmla="*/ 4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 h="116">
                    <a:moveTo>
                      <a:pt x="228" y="4"/>
                    </a:moveTo>
                    <a:lnTo>
                      <a:pt x="222" y="0"/>
                    </a:lnTo>
                    <a:lnTo>
                      <a:pt x="210" y="0"/>
                    </a:lnTo>
                    <a:lnTo>
                      <a:pt x="200" y="0"/>
                    </a:lnTo>
                    <a:lnTo>
                      <a:pt x="192" y="0"/>
                    </a:lnTo>
                    <a:lnTo>
                      <a:pt x="180" y="4"/>
                    </a:lnTo>
                    <a:lnTo>
                      <a:pt x="170" y="10"/>
                    </a:lnTo>
                    <a:lnTo>
                      <a:pt x="164" y="13"/>
                    </a:lnTo>
                    <a:lnTo>
                      <a:pt x="159" y="22"/>
                    </a:lnTo>
                    <a:lnTo>
                      <a:pt x="152" y="31"/>
                    </a:lnTo>
                    <a:lnTo>
                      <a:pt x="149" y="38"/>
                    </a:lnTo>
                    <a:lnTo>
                      <a:pt x="146" y="43"/>
                    </a:lnTo>
                    <a:lnTo>
                      <a:pt x="134" y="59"/>
                    </a:lnTo>
                    <a:lnTo>
                      <a:pt x="122" y="72"/>
                    </a:lnTo>
                    <a:lnTo>
                      <a:pt x="113" y="77"/>
                    </a:lnTo>
                    <a:lnTo>
                      <a:pt x="98" y="84"/>
                    </a:lnTo>
                    <a:lnTo>
                      <a:pt x="86" y="90"/>
                    </a:lnTo>
                    <a:lnTo>
                      <a:pt x="73" y="93"/>
                    </a:lnTo>
                    <a:lnTo>
                      <a:pt x="64" y="93"/>
                    </a:lnTo>
                    <a:lnTo>
                      <a:pt x="52" y="93"/>
                    </a:lnTo>
                    <a:lnTo>
                      <a:pt x="37" y="90"/>
                    </a:lnTo>
                    <a:lnTo>
                      <a:pt x="25" y="84"/>
                    </a:lnTo>
                    <a:lnTo>
                      <a:pt x="15" y="74"/>
                    </a:lnTo>
                    <a:lnTo>
                      <a:pt x="10" y="69"/>
                    </a:lnTo>
                    <a:lnTo>
                      <a:pt x="0" y="100"/>
                    </a:lnTo>
                    <a:lnTo>
                      <a:pt x="7" y="105"/>
                    </a:lnTo>
                    <a:lnTo>
                      <a:pt x="22" y="112"/>
                    </a:lnTo>
                    <a:lnTo>
                      <a:pt x="33" y="112"/>
                    </a:lnTo>
                    <a:lnTo>
                      <a:pt x="48" y="115"/>
                    </a:lnTo>
                    <a:lnTo>
                      <a:pt x="61" y="115"/>
                    </a:lnTo>
                    <a:lnTo>
                      <a:pt x="73" y="112"/>
                    </a:lnTo>
                    <a:lnTo>
                      <a:pt x="88" y="105"/>
                    </a:lnTo>
                    <a:lnTo>
                      <a:pt x="98" y="100"/>
                    </a:lnTo>
                    <a:lnTo>
                      <a:pt x="104" y="97"/>
                    </a:lnTo>
                    <a:lnTo>
                      <a:pt x="119" y="84"/>
                    </a:lnTo>
                    <a:lnTo>
                      <a:pt x="131" y="72"/>
                    </a:lnTo>
                    <a:lnTo>
                      <a:pt x="140" y="56"/>
                    </a:lnTo>
                    <a:lnTo>
                      <a:pt x="149" y="43"/>
                    </a:lnTo>
                    <a:lnTo>
                      <a:pt x="159" y="41"/>
                    </a:lnTo>
                    <a:lnTo>
                      <a:pt x="167" y="31"/>
                    </a:lnTo>
                    <a:lnTo>
                      <a:pt x="177" y="28"/>
                    </a:lnTo>
                    <a:lnTo>
                      <a:pt x="185" y="25"/>
                    </a:lnTo>
                    <a:lnTo>
                      <a:pt x="198" y="25"/>
                    </a:lnTo>
                    <a:lnTo>
                      <a:pt x="204" y="25"/>
                    </a:lnTo>
                    <a:lnTo>
                      <a:pt x="210" y="28"/>
                    </a:lnTo>
                    <a:lnTo>
                      <a:pt x="222" y="35"/>
                    </a:lnTo>
                    <a:lnTo>
                      <a:pt x="228" y="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67" name="Freeform 53"/>
              <p:cNvSpPr>
                <a:spLocks/>
              </p:cNvSpPr>
              <p:nvPr/>
            </p:nvSpPr>
            <p:spPr bwMode="ltGray">
              <a:xfrm>
                <a:off x="2288" y="4156"/>
                <a:ext cx="231" cy="115"/>
              </a:xfrm>
              <a:custGeom>
                <a:avLst/>
                <a:gdLst>
                  <a:gd name="T0" fmla="*/ 0 w 231"/>
                  <a:gd name="T1" fmla="*/ 111 h 115"/>
                  <a:gd name="T2" fmla="*/ 6 w 231"/>
                  <a:gd name="T3" fmla="*/ 114 h 115"/>
                  <a:gd name="T4" fmla="*/ 18 w 231"/>
                  <a:gd name="T5" fmla="*/ 114 h 115"/>
                  <a:gd name="T6" fmla="*/ 27 w 231"/>
                  <a:gd name="T7" fmla="*/ 114 h 115"/>
                  <a:gd name="T8" fmla="*/ 39 w 231"/>
                  <a:gd name="T9" fmla="*/ 111 h 115"/>
                  <a:gd name="T10" fmla="*/ 48 w 231"/>
                  <a:gd name="T11" fmla="*/ 108 h 115"/>
                  <a:gd name="T12" fmla="*/ 58 w 231"/>
                  <a:gd name="T13" fmla="*/ 104 h 115"/>
                  <a:gd name="T14" fmla="*/ 63 w 231"/>
                  <a:gd name="T15" fmla="*/ 101 h 115"/>
                  <a:gd name="T16" fmla="*/ 73 w 231"/>
                  <a:gd name="T17" fmla="*/ 93 h 115"/>
                  <a:gd name="T18" fmla="*/ 76 w 231"/>
                  <a:gd name="T19" fmla="*/ 83 h 115"/>
                  <a:gd name="T20" fmla="*/ 81 w 231"/>
                  <a:gd name="T21" fmla="*/ 77 h 115"/>
                  <a:gd name="T22" fmla="*/ 84 w 231"/>
                  <a:gd name="T23" fmla="*/ 71 h 115"/>
                  <a:gd name="T24" fmla="*/ 94 w 231"/>
                  <a:gd name="T25" fmla="*/ 55 h 115"/>
                  <a:gd name="T26" fmla="*/ 109 w 231"/>
                  <a:gd name="T27" fmla="*/ 40 h 115"/>
                  <a:gd name="T28" fmla="*/ 115 w 231"/>
                  <a:gd name="T29" fmla="*/ 37 h 115"/>
                  <a:gd name="T30" fmla="*/ 130 w 231"/>
                  <a:gd name="T31" fmla="*/ 31 h 115"/>
                  <a:gd name="T32" fmla="*/ 142 w 231"/>
                  <a:gd name="T33" fmla="*/ 24 h 115"/>
                  <a:gd name="T34" fmla="*/ 154 w 231"/>
                  <a:gd name="T35" fmla="*/ 21 h 115"/>
                  <a:gd name="T36" fmla="*/ 164 w 231"/>
                  <a:gd name="T37" fmla="*/ 18 h 115"/>
                  <a:gd name="T38" fmla="*/ 175 w 231"/>
                  <a:gd name="T39" fmla="*/ 21 h 115"/>
                  <a:gd name="T40" fmla="*/ 190 w 231"/>
                  <a:gd name="T41" fmla="*/ 24 h 115"/>
                  <a:gd name="T42" fmla="*/ 205 w 231"/>
                  <a:gd name="T43" fmla="*/ 31 h 115"/>
                  <a:gd name="T44" fmla="*/ 215 w 231"/>
                  <a:gd name="T45" fmla="*/ 37 h 115"/>
                  <a:gd name="T46" fmla="*/ 218 w 231"/>
                  <a:gd name="T47" fmla="*/ 43 h 115"/>
                  <a:gd name="T48" fmla="*/ 230 w 231"/>
                  <a:gd name="T49" fmla="*/ 12 h 115"/>
                  <a:gd name="T50" fmla="*/ 221 w 231"/>
                  <a:gd name="T51" fmla="*/ 9 h 115"/>
                  <a:gd name="T52" fmla="*/ 209 w 231"/>
                  <a:gd name="T53" fmla="*/ 3 h 115"/>
                  <a:gd name="T54" fmla="*/ 194 w 231"/>
                  <a:gd name="T55" fmla="*/ 0 h 115"/>
                  <a:gd name="T56" fmla="*/ 179 w 231"/>
                  <a:gd name="T57" fmla="*/ 0 h 115"/>
                  <a:gd name="T58" fmla="*/ 167 w 231"/>
                  <a:gd name="T59" fmla="*/ 0 h 115"/>
                  <a:gd name="T60" fmla="*/ 154 w 231"/>
                  <a:gd name="T61" fmla="*/ 3 h 115"/>
                  <a:gd name="T62" fmla="*/ 139 w 231"/>
                  <a:gd name="T63" fmla="*/ 9 h 115"/>
                  <a:gd name="T64" fmla="*/ 130 w 231"/>
                  <a:gd name="T65" fmla="*/ 12 h 115"/>
                  <a:gd name="T66" fmla="*/ 124 w 231"/>
                  <a:gd name="T67" fmla="*/ 18 h 115"/>
                  <a:gd name="T68" fmla="*/ 109 w 231"/>
                  <a:gd name="T69" fmla="*/ 31 h 115"/>
                  <a:gd name="T70" fmla="*/ 97 w 231"/>
                  <a:gd name="T71" fmla="*/ 43 h 115"/>
                  <a:gd name="T72" fmla="*/ 88 w 231"/>
                  <a:gd name="T73" fmla="*/ 55 h 115"/>
                  <a:gd name="T74" fmla="*/ 79 w 231"/>
                  <a:gd name="T75" fmla="*/ 68 h 115"/>
                  <a:gd name="T76" fmla="*/ 73 w 231"/>
                  <a:gd name="T77" fmla="*/ 73 h 115"/>
                  <a:gd name="T78" fmla="*/ 61 w 231"/>
                  <a:gd name="T79" fmla="*/ 83 h 115"/>
                  <a:gd name="T80" fmla="*/ 51 w 231"/>
                  <a:gd name="T81" fmla="*/ 86 h 115"/>
                  <a:gd name="T82" fmla="*/ 43 w 231"/>
                  <a:gd name="T83" fmla="*/ 89 h 115"/>
                  <a:gd name="T84" fmla="*/ 33 w 231"/>
                  <a:gd name="T85" fmla="*/ 89 h 115"/>
                  <a:gd name="T86" fmla="*/ 24 w 231"/>
                  <a:gd name="T87" fmla="*/ 89 h 115"/>
                  <a:gd name="T88" fmla="*/ 18 w 231"/>
                  <a:gd name="T89" fmla="*/ 86 h 115"/>
                  <a:gd name="T90" fmla="*/ 6 w 231"/>
                  <a:gd name="T91" fmla="*/ 80 h 115"/>
                  <a:gd name="T92" fmla="*/ 0 w 231"/>
                  <a:gd name="T93" fmla="*/ 1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1" h="115">
                    <a:moveTo>
                      <a:pt x="0" y="111"/>
                    </a:moveTo>
                    <a:lnTo>
                      <a:pt x="6" y="114"/>
                    </a:lnTo>
                    <a:lnTo>
                      <a:pt x="18" y="114"/>
                    </a:lnTo>
                    <a:lnTo>
                      <a:pt x="27" y="114"/>
                    </a:lnTo>
                    <a:lnTo>
                      <a:pt x="39" y="111"/>
                    </a:lnTo>
                    <a:lnTo>
                      <a:pt x="48" y="108"/>
                    </a:lnTo>
                    <a:lnTo>
                      <a:pt x="58" y="104"/>
                    </a:lnTo>
                    <a:lnTo>
                      <a:pt x="63" y="101"/>
                    </a:lnTo>
                    <a:lnTo>
                      <a:pt x="73" y="93"/>
                    </a:lnTo>
                    <a:lnTo>
                      <a:pt x="76" y="83"/>
                    </a:lnTo>
                    <a:lnTo>
                      <a:pt x="81" y="77"/>
                    </a:lnTo>
                    <a:lnTo>
                      <a:pt x="84" y="71"/>
                    </a:lnTo>
                    <a:lnTo>
                      <a:pt x="94" y="55"/>
                    </a:lnTo>
                    <a:lnTo>
                      <a:pt x="109" y="40"/>
                    </a:lnTo>
                    <a:lnTo>
                      <a:pt x="115" y="37"/>
                    </a:lnTo>
                    <a:lnTo>
                      <a:pt x="130" y="31"/>
                    </a:lnTo>
                    <a:lnTo>
                      <a:pt x="142" y="24"/>
                    </a:lnTo>
                    <a:lnTo>
                      <a:pt x="154" y="21"/>
                    </a:lnTo>
                    <a:lnTo>
                      <a:pt x="164" y="18"/>
                    </a:lnTo>
                    <a:lnTo>
                      <a:pt x="175" y="21"/>
                    </a:lnTo>
                    <a:lnTo>
                      <a:pt x="190" y="24"/>
                    </a:lnTo>
                    <a:lnTo>
                      <a:pt x="205" y="31"/>
                    </a:lnTo>
                    <a:lnTo>
                      <a:pt x="215" y="37"/>
                    </a:lnTo>
                    <a:lnTo>
                      <a:pt x="218" y="43"/>
                    </a:lnTo>
                    <a:lnTo>
                      <a:pt x="230" y="12"/>
                    </a:lnTo>
                    <a:lnTo>
                      <a:pt x="221" y="9"/>
                    </a:lnTo>
                    <a:lnTo>
                      <a:pt x="209" y="3"/>
                    </a:lnTo>
                    <a:lnTo>
                      <a:pt x="194" y="0"/>
                    </a:lnTo>
                    <a:lnTo>
                      <a:pt x="179" y="0"/>
                    </a:lnTo>
                    <a:lnTo>
                      <a:pt x="167" y="0"/>
                    </a:lnTo>
                    <a:lnTo>
                      <a:pt x="154" y="3"/>
                    </a:lnTo>
                    <a:lnTo>
                      <a:pt x="139" y="9"/>
                    </a:lnTo>
                    <a:lnTo>
                      <a:pt x="130" y="12"/>
                    </a:lnTo>
                    <a:lnTo>
                      <a:pt x="124" y="18"/>
                    </a:lnTo>
                    <a:lnTo>
                      <a:pt x="109" y="31"/>
                    </a:lnTo>
                    <a:lnTo>
                      <a:pt x="97" y="43"/>
                    </a:lnTo>
                    <a:lnTo>
                      <a:pt x="88" y="55"/>
                    </a:lnTo>
                    <a:lnTo>
                      <a:pt x="79" y="68"/>
                    </a:lnTo>
                    <a:lnTo>
                      <a:pt x="73" y="73"/>
                    </a:lnTo>
                    <a:lnTo>
                      <a:pt x="61" y="83"/>
                    </a:lnTo>
                    <a:lnTo>
                      <a:pt x="51" y="86"/>
                    </a:lnTo>
                    <a:lnTo>
                      <a:pt x="43" y="89"/>
                    </a:lnTo>
                    <a:lnTo>
                      <a:pt x="33" y="89"/>
                    </a:lnTo>
                    <a:lnTo>
                      <a:pt x="24" y="89"/>
                    </a:lnTo>
                    <a:lnTo>
                      <a:pt x="18" y="86"/>
                    </a:lnTo>
                    <a:lnTo>
                      <a:pt x="6" y="80"/>
                    </a:lnTo>
                    <a:lnTo>
                      <a:pt x="0" y="11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68" name="Freeform 54"/>
              <p:cNvSpPr>
                <a:spLocks/>
              </p:cNvSpPr>
              <p:nvPr/>
            </p:nvSpPr>
            <p:spPr bwMode="ltGray">
              <a:xfrm>
                <a:off x="5310" y="388"/>
                <a:ext cx="234" cy="115"/>
              </a:xfrm>
              <a:custGeom>
                <a:avLst/>
                <a:gdLst>
                  <a:gd name="T0" fmla="*/ 233 w 234"/>
                  <a:gd name="T1" fmla="*/ 3 h 115"/>
                  <a:gd name="T2" fmla="*/ 223 w 234"/>
                  <a:gd name="T3" fmla="*/ 0 h 115"/>
                  <a:gd name="T4" fmla="*/ 214 w 234"/>
                  <a:gd name="T5" fmla="*/ 0 h 115"/>
                  <a:gd name="T6" fmla="*/ 202 w 234"/>
                  <a:gd name="T7" fmla="*/ 0 h 115"/>
                  <a:gd name="T8" fmla="*/ 193 w 234"/>
                  <a:gd name="T9" fmla="*/ 0 h 115"/>
                  <a:gd name="T10" fmla="*/ 183 w 234"/>
                  <a:gd name="T11" fmla="*/ 3 h 115"/>
                  <a:gd name="T12" fmla="*/ 172 w 234"/>
                  <a:gd name="T13" fmla="*/ 10 h 115"/>
                  <a:gd name="T14" fmla="*/ 168 w 234"/>
                  <a:gd name="T15" fmla="*/ 13 h 115"/>
                  <a:gd name="T16" fmla="*/ 159 w 234"/>
                  <a:gd name="T17" fmla="*/ 21 h 115"/>
                  <a:gd name="T18" fmla="*/ 153 w 234"/>
                  <a:gd name="T19" fmla="*/ 31 h 115"/>
                  <a:gd name="T20" fmla="*/ 150 w 234"/>
                  <a:gd name="T21" fmla="*/ 37 h 115"/>
                  <a:gd name="T22" fmla="*/ 147 w 234"/>
                  <a:gd name="T23" fmla="*/ 43 h 115"/>
                  <a:gd name="T24" fmla="*/ 138 w 234"/>
                  <a:gd name="T25" fmla="*/ 59 h 115"/>
                  <a:gd name="T26" fmla="*/ 122 w 234"/>
                  <a:gd name="T27" fmla="*/ 71 h 115"/>
                  <a:gd name="T28" fmla="*/ 114 w 234"/>
                  <a:gd name="T29" fmla="*/ 77 h 115"/>
                  <a:gd name="T30" fmla="*/ 101 w 234"/>
                  <a:gd name="T31" fmla="*/ 83 h 115"/>
                  <a:gd name="T32" fmla="*/ 86 w 234"/>
                  <a:gd name="T33" fmla="*/ 90 h 115"/>
                  <a:gd name="T34" fmla="*/ 76 w 234"/>
                  <a:gd name="T35" fmla="*/ 93 h 115"/>
                  <a:gd name="T36" fmla="*/ 65 w 234"/>
                  <a:gd name="T37" fmla="*/ 93 h 115"/>
                  <a:gd name="T38" fmla="*/ 55 w 234"/>
                  <a:gd name="T39" fmla="*/ 93 h 115"/>
                  <a:gd name="T40" fmla="*/ 40 w 234"/>
                  <a:gd name="T41" fmla="*/ 87 h 115"/>
                  <a:gd name="T42" fmla="*/ 25 w 234"/>
                  <a:gd name="T43" fmla="*/ 83 h 115"/>
                  <a:gd name="T44" fmla="*/ 15 w 234"/>
                  <a:gd name="T45" fmla="*/ 74 h 115"/>
                  <a:gd name="T46" fmla="*/ 10 w 234"/>
                  <a:gd name="T47" fmla="*/ 68 h 115"/>
                  <a:gd name="T48" fmla="*/ 0 w 234"/>
                  <a:gd name="T49" fmla="*/ 99 h 115"/>
                  <a:gd name="T50" fmla="*/ 10 w 234"/>
                  <a:gd name="T51" fmla="*/ 105 h 115"/>
                  <a:gd name="T52" fmla="*/ 22 w 234"/>
                  <a:gd name="T53" fmla="*/ 111 h 115"/>
                  <a:gd name="T54" fmla="*/ 34 w 234"/>
                  <a:gd name="T55" fmla="*/ 111 h 115"/>
                  <a:gd name="T56" fmla="*/ 50 w 234"/>
                  <a:gd name="T57" fmla="*/ 114 h 115"/>
                  <a:gd name="T58" fmla="*/ 61 w 234"/>
                  <a:gd name="T59" fmla="*/ 114 h 115"/>
                  <a:gd name="T60" fmla="*/ 74 w 234"/>
                  <a:gd name="T61" fmla="*/ 111 h 115"/>
                  <a:gd name="T62" fmla="*/ 89 w 234"/>
                  <a:gd name="T63" fmla="*/ 105 h 115"/>
                  <a:gd name="T64" fmla="*/ 101 w 234"/>
                  <a:gd name="T65" fmla="*/ 99 h 115"/>
                  <a:gd name="T66" fmla="*/ 107 w 234"/>
                  <a:gd name="T67" fmla="*/ 96 h 115"/>
                  <a:gd name="T68" fmla="*/ 119 w 234"/>
                  <a:gd name="T69" fmla="*/ 83 h 115"/>
                  <a:gd name="T70" fmla="*/ 132 w 234"/>
                  <a:gd name="T71" fmla="*/ 71 h 115"/>
                  <a:gd name="T72" fmla="*/ 144 w 234"/>
                  <a:gd name="T73" fmla="*/ 56 h 115"/>
                  <a:gd name="T74" fmla="*/ 153 w 234"/>
                  <a:gd name="T75" fmla="*/ 46 h 115"/>
                  <a:gd name="T76" fmla="*/ 159 w 234"/>
                  <a:gd name="T77" fmla="*/ 37 h 115"/>
                  <a:gd name="T78" fmla="*/ 172 w 234"/>
                  <a:gd name="T79" fmla="*/ 31 h 115"/>
                  <a:gd name="T80" fmla="*/ 180 w 234"/>
                  <a:gd name="T81" fmla="*/ 25 h 115"/>
                  <a:gd name="T82" fmla="*/ 190 w 234"/>
                  <a:gd name="T83" fmla="*/ 21 h 115"/>
                  <a:gd name="T84" fmla="*/ 199 w 234"/>
                  <a:gd name="T85" fmla="*/ 21 h 115"/>
                  <a:gd name="T86" fmla="*/ 208 w 234"/>
                  <a:gd name="T87" fmla="*/ 25 h 115"/>
                  <a:gd name="T88" fmla="*/ 214 w 234"/>
                  <a:gd name="T89" fmla="*/ 25 h 115"/>
                  <a:gd name="T90" fmla="*/ 226 w 234"/>
                  <a:gd name="T91" fmla="*/ 34 h 115"/>
                  <a:gd name="T92" fmla="*/ 233 w 234"/>
                  <a:gd name="T93" fmla="*/ 3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4" h="115">
                    <a:moveTo>
                      <a:pt x="233" y="3"/>
                    </a:moveTo>
                    <a:lnTo>
                      <a:pt x="223" y="0"/>
                    </a:lnTo>
                    <a:lnTo>
                      <a:pt x="214" y="0"/>
                    </a:lnTo>
                    <a:lnTo>
                      <a:pt x="202" y="0"/>
                    </a:lnTo>
                    <a:lnTo>
                      <a:pt x="193" y="0"/>
                    </a:lnTo>
                    <a:lnTo>
                      <a:pt x="183" y="3"/>
                    </a:lnTo>
                    <a:lnTo>
                      <a:pt x="172" y="10"/>
                    </a:lnTo>
                    <a:lnTo>
                      <a:pt x="168" y="13"/>
                    </a:lnTo>
                    <a:lnTo>
                      <a:pt x="159" y="21"/>
                    </a:lnTo>
                    <a:lnTo>
                      <a:pt x="153" y="31"/>
                    </a:lnTo>
                    <a:lnTo>
                      <a:pt x="150" y="37"/>
                    </a:lnTo>
                    <a:lnTo>
                      <a:pt x="147" y="43"/>
                    </a:lnTo>
                    <a:lnTo>
                      <a:pt x="138" y="59"/>
                    </a:lnTo>
                    <a:lnTo>
                      <a:pt x="122" y="71"/>
                    </a:lnTo>
                    <a:lnTo>
                      <a:pt x="114" y="77"/>
                    </a:lnTo>
                    <a:lnTo>
                      <a:pt x="101" y="83"/>
                    </a:lnTo>
                    <a:lnTo>
                      <a:pt x="86" y="90"/>
                    </a:lnTo>
                    <a:lnTo>
                      <a:pt x="76" y="93"/>
                    </a:lnTo>
                    <a:lnTo>
                      <a:pt x="65" y="93"/>
                    </a:lnTo>
                    <a:lnTo>
                      <a:pt x="55" y="93"/>
                    </a:lnTo>
                    <a:lnTo>
                      <a:pt x="40" y="87"/>
                    </a:lnTo>
                    <a:lnTo>
                      <a:pt x="25" y="83"/>
                    </a:lnTo>
                    <a:lnTo>
                      <a:pt x="15" y="74"/>
                    </a:lnTo>
                    <a:lnTo>
                      <a:pt x="10" y="68"/>
                    </a:lnTo>
                    <a:lnTo>
                      <a:pt x="0" y="99"/>
                    </a:lnTo>
                    <a:lnTo>
                      <a:pt x="10" y="105"/>
                    </a:lnTo>
                    <a:lnTo>
                      <a:pt x="22" y="111"/>
                    </a:lnTo>
                    <a:lnTo>
                      <a:pt x="34" y="111"/>
                    </a:lnTo>
                    <a:lnTo>
                      <a:pt x="50" y="114"/>
                    </a:lnTo>
                    <a:lnTo>
                      <a:pt x="61" y="114"/>
                    </a:lnTo>
                    <a:lnTo>
                      <a:pt x="74" y="111"/>
                    </a:lnTo>
                    <a:lnTo>
                      <a:pt x="89" y="105"/>
                    </a:lnTo>
                    <a:lnTo>
                      <a:pt x="101" y="99"/>
                    </a:lnTo>
                    <a:lnTo>
                      <a:pt x="107" y="96"/>
                    </a:lnTo>
                    <a:lnTo>
                      <a:pt x="119" y="83"/>
                    </a:lnTo>
                    <a:lnTo>
                      <a:pt x="132" y="71"/>
                    </a:lnTo>
                    <a:lnTo>
                      <a:pt x="144" y="56"/>
                    </a:lnTo>
                    <a:lnTo>
                      <a:pt x="153" y="46"/>
                    </a:lnTo>
                    <a:lnTo>
                      <a:pt x="159" y="37"/>
                    </a:lnTo>
                    <a:lnTo>
                      <a:pt x="172" y="31"/>
                    </a:lnTo>
                    <a:lnTo>
                      <a:pt x="180" y="25"/>
                    </a:lnTo>
                    <a:lnTo>
                      <a:pt x="190" y="21"/>
                    </a:lnTo>
                    <a:lnTo>
                      <a:pt x="199" y="21"/>
                    </a:lnTo>
                    <a:lnTo>
                      <a:pt x="208" y="25"/>
                    </a:lnTo>
                    <a:lnTo>
                      <a:pt x="214" y="25"/>
                    </a:lnTo>
                    <a:lnTo>
                      <a:pt x="226" y="34"/>
                    </a:lnTo>
                    <a:lnTo>
                      <a:pt x="233"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69" name="Freeform 55"/>
              <p:cNvSpPr>
                <a:spLocks/>
              </p:cNvSpPr>
              <p:nvPr/>
            </p:nvSpPr>
            <p:spPr bwMode="ltGray">
              <a:xfrm>
                <a:off x="3135" y="4006"/>
                <a:ext cx="102" cy="307"/>
              </a:xfrm>
              <a:custGeom>
                <a:avLst/>
                <a:gdLst>
                  <a:gd name="T0" fmla="*/ 50 w 102"/>
                  <a:gd name="T1" fmla="*/ 3 h 307"/>
                  <a:gd name="T2" fmla="*/ 47 w 102"/>
                  <a:gd name="T3" fmla="*/ 13 h 307"/>
                  <a:gd name="T4" fmla="*/ 44 w 102"/>
                  <a:gd name="T5" fmla="*/ 16 h 307"/>
                  <a:gd name="T6" fmla="*/ 44 w 102"/>
                  <a:gd name="T7" fmla="*/ 23 h 307"/>
                  <a:gd name="T8" fmla="*/ 39 w 102"/>
                  <a:gd name="T9" fmla="*/ 39 h 307"/>
                  <a:gd name="T10" fmla="*/ 30 w 102"/>
                  <a:gd name="T11" fmla="*/ 61 h 307"/>
                  <a:gd name="T12" fmla="*/ 27 w 102"/>
                  <a:gd name="T13" fmla="*/ 78 h 307"/>
                  <a:gd name="T14" fmla="*/ 20 w 102"/>
                  <a:gd name="T15" fmla="*/ 94 h 307"/>
                  <a:gd name="T16" fmla="*/ 20 w 102"/>
                  <a:gd name="T17" fmla="*/ 107 h 307"/>
                  <a:gd name="T18" fmla="*/ 20 w 102"/>
                  <a:gd name="T19" fmla="*/ 120 h 307"/>
                  <a:gd name="T20" fmla="*/ 24 w 102"/>
                  <a:gd name="T21" fmla="*/ 129 h 307"/>
                  <a:gd name="T22" fmla="*/ 27 w 102"/>
                  <a:gd name="T23" fmla="*/ 136 h 307"/>
                  <a:gd name="T24" fmla="*/ 35 w 102"/>
                  <a:gd name="T25" fmla="*/ 148 h 307"/>
                  <a:gd name="T26" fmla="*/ 47 w 102"/>
                  <a:gd name="T27" fmla="*/ 161 h 307"/>
                  <a:gd name="T28" fmla="*/ 57 w 102"/>
                  <a:gd name="T29" fmla="*/ 174 h 307"/>
                  <a:gd name="T30" fmla="*/ 77 w 102"/>
                  <a:gd name="T31" fmla="*/ 196 h 307"/>
                  <a:gd name="T32" fmla="*/ 89 w 102"/>
                  <a:gd name="T33" fmla="*/ 216 h 307"/>
                  <a:gd name="T34" fmla="*/ 95 w 102"/>
                  <a:gd name="T35" fmla="*/ 225 h 307"/>
                  <a:gd name="T36" fmla="*/ 98 w 102"/>
                  <a:gd name="T37" fmla="*/ 236 h 307"/>
                  <a:gd name="T38" fmla="*/ 101 w 102"/>
                  <a:gd name="T39" fmla="*/ 252 h 307"/>
                  <a:gd name="T40" fmla="*/ 101 w 102"/>
                  <a:gd name="T41" fmla="*/ 265 h 307"/>
                  <a:gd name="T42" fmla="*/ 101 w 102"/>
                  <a:gd name="T43" fmla="*/ 274 h 307"/>
                  <a:gd name="T44" fmla="*/ 95 w 102"/>
                  <a:gd name="T45" fmla="*/ 293 h 307"/>
                  <a:gd name="T46" fmla="*/ 92 w 102"/>
                  <a:gd name="T47" fmla="*/ 306 h 307"/>
                  <a:gd name="T48" fmla="*/ 69 w 102"/>
                  <a:gd name="T49" fmla="*/ 287 h 307"/>
                  <a:gd name="T50" fmla="*/ 74 w 102"/>
                  <a:gd name="T51" fmla="*/ 274 h 307"/>
                  <a:gd name="T52" fmla="*/ 77 w 102"/>
                  <a:gd name="T53" fmla="*/ 261 h 307"/>
                  <a:gd name="T54" fmla="*/ 80 w 102"/>
                  <a:gd name="T55" fmla="*/ 249 h 307"/>
                  <a:gd name="T56" fmla="*/ 83 w 102"/>
                  <a:gd name="T57" fmla="*/ 236 h 307"/>
                  <a:gd name="T58" fmla="*/ 80 w 102"/>
                  <a:gd name="T59" fmla="*/ 222 h 307"/>
                  <a:gd name="T60" fmla="*/ 77 w 102"/>
                  <a:gd name="T61" fmla="*/ 209 h 307"/>
                  <a:gd name="T62" fmla="*/ 71 w 102"/>
                  <a:gd name="T63" fmla="*/ 196 h 307"/>
                  <a:gd name="T64" fmla="*/ 65 w 102"/>
                  <a:gd name="T65" fmla="*/ 190 h 307"/>
                  <a:gd name="T66" fmla="*/ 54 w 102"/>
                  <a:gd name="T67" fmla="*/ 180 h 307"/>
                  <a:gd name="T68" fmla="*/ 42 w 102"/>
                  <a:gd name="T69" fmla="*/ 168 h 307"/>
                  <a:gd name="T70" fmla="*/ 30 w 102"/>
                  <a:gd name="T71" fmla="*/ 155 h 307"/>
                  <a:gd name="T72" fmla="*/ 20 w 102"/>
                  <a:gd name="T73" fmla="*/ 142 h 307"/>
                  <a:gd name="T74" fmla="*/ 12 w 102"/>
                  <a:gd name="T75" fmla="*/ 123 h 307"/>
                  <a:gd name="T76" fmla="*/ 3 w 102"/>
                  <a:gd name="T77" fmla="*/ 110 h 307"/>
                  <a:gd name="T78" fmla="*/ 0 w 102"/>
                  <a:gd name="T79" fmla="*/ 100 h 307"/>
                  <a:gd name="T80" fmla="*/ 0 w 102"/>
                  <a:gd name="T81" fmla="*/ 84 h 307"/>
                  <a:gd name="T82" fmla="*/ 0 w 102"/>
                  <a:gd name="T83" fmla="*/ 61 h 307"/>
                  <a:gd name="T84" fmla="*/ 0 w 102"/>
                  <a:gd name="T85" fmla="*/ 48 h 307"/>
                  <a:gd name="T86" fmla="*/ 3 w 102"/>
                  <a:gd name="T87" fmla="*/ 32 h 307"/>
                  <a:gd name="T88" fmla="*/ 6 w 102"/>
                  <a:gd name="T89" fmla="*/ 19 h 307"/>
                  <a:gd name="T90" fmla="*/ 6 w 102"/>
                  <a:gd name="T91" fmla="*/ 10 h 307"/>
                  <a:gd name="T92" fmla="*/ 12 w 102"/>
                  <a:gd name="T93" fmla="*/ 0 h 307"/>
                  <a:gd name="T94" fmla="*/ 50 w 102"/>
                  <a:gd name="T95" fmla="*/ 3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07">
                    <a:moveTo>
                      <a:pt x="50" y="3"/>
                    </a:moveTo>
                    <a:lnTo>
                      <a:pt x="47" y="13"/>
                    </a:lnTo>
                    <a:lnTo>
                      <a:pt x="44" y="16"/>
                    </a:lnTo>
                    <a:lnTo>
                      <a:pt x="44" y="23"/>
                    </a:lnTo>
                    <a:lnTo>
                      <a:pt x="39" y="39"/>
                    </a:lnTo>
                    <a:lnTo>
                      <a:pt x="30" y="61"/>
                    </a:lnTo>
                    <a:lnTo>
                      <a:pt x="27" y="78"/>
                    </a:lnTo>
                    <a:lnTo>
                      <a:pt x="20" y="94"/>
                    </a:lnTo>
                    <a:lnTo>
                      <a:pt x="20" y="107"/>
                    </a:lnTo>
                    <a:lnTo>
                      <a:pt x="20" y="120"/>
                    </a:lnTo>
                    <a:lnTo>
                      <a:pt x="24" y="129"/>
                    </a:lnTo>
                    <a:lnTo>
                      <a:pt x="27" y="136"/>
                    </a:lnTo>
                    <a:lnTo>
                      <a:pt x="35" y="148"/>
                    </a:lnTo>
                    <a:lnTo>
                      <a:pt x="47" y="161"/>
                    </a:lnTo>
                    <a:lnTo>
                      <a:pt x="57" y="174"/>
                    </a:lnTo>
                    <a:lnTo>
                      <a:pt x="77" y="196"/>
                    </a:lnTo>
                    <a:lnTo>
                      <a:pt x="89" y="216"/>
                    </a:lnTo>
                    <a:lnTo>
                      <a:pt x="95" y="225"/>
                    </a:lnTo>
                    <a:lnTo>
                      <a:pt x="98" y="236"/>
                    </a:lnTo>
                    <a:lnTo>
                      <a:pt x="101" y="252"/>
                    </a:lnTo>
                    <a:lnTo>
                      <a:pt x="101" y="265"/>
                    </a:lnTo>
                    <a:lnTo>
                      <a:pt x="101" y="274"/>
                    </a:lnTo>
                    <a:lnTo>
                      <a:pt x="95" y="293"/>
                    </a:lnTo>
                    <a:lnTo>
                      <a:pt x="92" y="306"/>
                    </a:lnTo>
                    <a:lnTo>
                      <a:pt x="69" y="287"/>
                    </a:lnTo>
                    <a:lnTo>
                      <a:pt x="74" y="274"/>
                    </a:lnTo>
                    <a:lnTo>
                      <a:pt x="77" y="261"/>
                    </a:lnTo>
                    <a:lnTo>
                      <a:pt x="80" y="249"/>
                    </a:lnTo>
                    <a:lnTo>
                      <a:pt x="83" y="236"/>
                    </a:lnTo>
                    <a:lnTo>
                      <a:pt x="80" y="222"/>
                    </a:lnTo>
                    <a:lnTo>
                      <a:pt x="77" y="209"/>
                    </a:lnTo>
                    <a:lnTo>
                      <a:pt x="71" y="196"/>
                    </a:lnTo>
                    <a:lnTo>
                      <a:pt x="65" y="190"/>
                    </a:lnTo>
                    <a:lnTo>
                      <a:pt x="54" y="180"/>
                    </a:lnTo>
                    <a:lnTo>
                      <a:pt x="42" y="168"/>
                    </a:lnTo>
                    <a:lnTo>
                      <a:pt x="30" y="155"/>
                    </a:lnTo>
                    <a:lnTo>
                      <a:pt x="20" y="142"/>
                    </a:lnTo>
                    <a:lnTo>
                      <a:pt x="12" y="123"/>
                    </a:lnTo>
                    <a:lnTo>
                      <a:pt x="3" y="110"/>
                    </a:lnTo>
                    <a:lnTo>
                      <a:pt x="0" y="100"/>
                    </a:lnTo>
                    <a:lnTo>
                      <a:pt x="0" y="84"/>
                    </a:lnTo>
                    <a:lnTo>
                      <a:pt x="0" y="61"/>
                    </a:lnTo>
                    <a:lnTo>
                      <a:pt x="0" y="48"/>
                    </a:lnTo>
                    <a:lnTo>
                      <a:pt x="3" y="32"/>
                    </a:lnTo>
                    <a:lnTo>
                      <a:pt x="6" y="19"/>
                    </a:lnTo>
                    <a:lnTo>
                      <a:pt x="6" y="10"/>
                    </a:lnTo>
                    <a:lnTo>
                      <a:pt x="12" y="0"/>
                    </a:lnTo>
                    <a:lnTo>
                      <a:pt x="50"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0" name="Freeform 56"/>
              <p:cNvSpPr>
                <a:spLocks/>
              </p:cNvSpPr>
              <p:nvPr/>
            </p:nvSpPr>
            <p:spPr bwMode="ltGray">
              <a:xfrm>
                <a:off x="5643" y="2518"/>
                <a:ext cx="102" cy="312"/>
              </a:xfrm>
              <a:custGeom>
                <a:avLst/>
                <a:gdLst>
                  <a:gd name="T0" fmla="*/ 51 w 102"/>
                  <a:gd name="T1" fmla="*/ 6 h 312"/>
                  <a:gd name="T2" fmla="*/ 47 w 102"/>
                  <a:gd name="T3" fmla="*/ 16 h 312"/>
                  <a:gd name="T4" fmla="*/ 44 w 102"/>
                  <a:gd name="T5" fmla="*/ 19 h 312"/>
                  <a:gd name="T6" fmla="*/ 44 w 102"/>
                  <a:gd name="T7" fmla="*/ 26 h 312"/>
                  <a:gd name="T8" fmla="*/ 39 w 102"/>
                  <a:gd name="T9" fmla="*/ 43 h 312"/>
                  <a:gd name="T10" fmla="*/ 30 w 102"/>
                  <a:gd name="T11" fmla="*/ 65 h 312"/>
                  <a:gd name="T12" fmla="*/ 24 w 102"/>
                  <a:gd name="T13" fmla="*/ 81 h 312"/>
                  <a:gd name="T14" fmla="*/ 21 w 102"/>
                  <a:gd name="T15" fmla="*/ 97 h 312"/>
                  <a:gd name="T16" fmla="*/ 21 w 102"/>
                  <a:gd name="T17" fmla="*/ 110 h 312"/>
                  <a:gd name="T18" fmla="*/ 21 w 102"/>
                  <a:gd name="T19" fmla="*/ 120 h 312"/>
                  <a:gd name="T20" fmla="*/ 24 w 102"/>
                  <a:gd name="T21" fmla="*/ 133 h 312"/>
                  <a:gd name="T22" fmla="*/ 27 w 102"/>
                  <a:gd name="T23" fmla="*/ 140 h 312"/>
                  <a:gd name="T24" fmla="*/ 36 w 102"/>
                  <a:gd name="T25" fmla="*/ 152 h 312"/>
                  <a:gd name="T26" fmla="*/ 44 w 102"/>
                  <a:gd name="T27" fmla="*/ 165 h 312"/>
                  <a:gd name="T28" fmla="*/ 57 w 102"/>
                  <a:gd name="T29" fmla="*/ 178 h 312"/>
                  <a:gd name="T30" fmla="*/ 77 w 102"/>
                  <a:gd name="T31" fmla="*/ 201 h 312"/>
                  <a:gd name="T32" fmla="*/ 89 w 102"/>
                  <a:gd name="T33" fmla="*/ 221 h 312"/>
                  <a:gd name="T34" fmla="*/ 95 w 102"/>
                  <a:gd name="T35" fmla="*/ 230 h 312"/>
                  <a:gd name="T36" fmla="*/ 98 w 102"/>
                  <a:gd name="T37" fmla="*/ 240 h 312"/>
                  <a:gd name="T38" fmla="*/ 101 w 102"/>
                  <a:gd name="T39" fmla="*/ 256 h 312"/>
                  <a:gd name="T40" fmla="*/ 101 w 102"/>
                  <a:gd name="T41" fmla="*/ 269 h 312"/>
                  <a:gd name="T42" fmla="*/ 98 w 102"/>
                  <a:gd name="T43" fmla="*/ 279 h 312"/>
                  <a:gd name="T44" fmla="*/ 95 w 102"/>
                  <a:gd name="T45" fmla="*/ 298 h 312"/>
                  <a:gd name="T46" fmla="*/ 89 w 102"/>
                  <a:gd name="T47" fmla="*/ 311 h 312"/>
                  <a:gd name="T48" fmla="*/ 69 w 102"/>
                  <a:gd name="T49" fmla="*/ 292 h 312"/>
                  <a:gd name="T50" fmla="*/ 74 w 102"/>
                  <a:gd name="T51" fmla="*/ 279 h 312"/>
                  <a:gd name="T52" fmla="*/ 77 w 102"/>
                  <a:gd name="T53" fmla="*/ 265 h 312"/>
                  <a:gd name="T54" fmla="*/ 81 w 102"/>
                  <a:gd name="T55" fmla="*/ 253 h 312"/>
                  <a:gd name="T56" fmla="*/ 81 w 102"/>
                  <a:gd name="T57" fmla="*/ 240 h 312"/>
                  <a:gd name="T58" fmla="*/ 81 w 102"/>
                  <a:gd name="T59" fmla="*/ 227 h 312"/>
                  <a:gd name="T60" fmla="*/ 74 w 102"/>
                  <a:gd name="T61" fmla="*/ 211 h 312"/>
                  <a:gd name="T62" fmla="*/ 71 w 102"/>
                  <a:gd name="T63" fmla="*/ 201 h 312"/>
                  <a:gd name="T64" fmla="*/ 66 w 102"/>
                  <a:gd name="T65" fmla="*/ 195 h 312"/>
                  <a:gd name="T66" fmla="*/ 54 w 102"/>
                  <a:gd name="T67" fmla="*/ 184 h 312"/>
                  <a:gd name="T68" fmla="*/ 39 w 102"/>
                  <a:gd name="T69" fmla="*/ 168 h 312"/>
                  <a:gd name="T70" fmla="*/ 27 w 102"/>
                  <a:gd name="T71" fmla="*/ 156 h 312"/>
                  <a:gd name="T72" fmla="*/ 21 w 102"/>
                  <a:gd name="T73" fmla="*/ 146 h 312"/>
                  <a:gd name="T74" fmla="*/ 12 w 102"/>
                  <a:gd name="T75" fmla="*/ 127 h 312"/>
                  <a:gd name="T76" fmla="*/ 3 w 102"/>
                  <a:gd name="T77" fmla="*/ 113 h 312"/>
                  <a:gd name="T78" fmla="*/ 0 w 102"/>
                  <a:gd name="T79" fmla="*/ 103 h 312"/>
                  <a:gd name="T80" fmla="*/ 0 w 102"/>
                  <a:gd name="T81" fmla="*/ 84 h 312"/>
                  <a:gd name="T82" fmla="*/ 0 w 102"/>
                  <a:gd name="T83" fmla="*/ 65 h 312"/>
                  <a:gd name="T84" fmla="*/ 0 w 102"/>
                  <a:gd name="T85" fmla="*/ 52 h 312"/>
                  <a:gd name="T86" fmla="*/ 3 w 102"/>
                  <a:gd name="T87" fmla="*/ 35 h 312"/>
                  <a:gd name="T88" fmla="*/ 6 w 102"/>
                  <a:gd name="T89" fmla="*/ 22 h 312"/>
                  <a:gd name="T90" fmla="*/ 6 w 102"/>
                  <a:gd name="T91" fmla="*/ 10 h 312"/>
                  <a:gd name="T92" fmla="*/ 12 w 102"/>
                  <a:gd name="T93" fmla="*/ 0 h 312"/>
                  <a:gd name="T94" fmla="*/ 51 w 102"/>
                  <a:gd name="T95" fmla="*/ 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12">
                    <a:moveTo>
                      <a:pt x="51" y="6"/>
                    </a:moveTo>
                    <a:lnTo>
                      <a:pt x="47" y="16"/>
                    </a:lnTo>
                    <a:lnTo>
                      <a:pt x="44" y="19"/>
                    </a:lnTo>
                    <a:lnTo>
                      <a:pt x="44" y="26"/>
                    </a:lnTo>
                    <a:lnTo>
                      <a:pt x="39" y="43"/>
                    </a:lnTo>
                    <a:lnTo>
                      <a:pt x="30" y="65"/>
                    </a:lnTo>
                    <a:lnTo>
                      <a:pt x="24" y="81"/>
                    </a:lnTo>
                    <a:lnTo>
                      <a:pt x="21" y="97"/>
                    </a:lnTo>
                    <a:lnTo>
                      <a:pt x="21" y="110"/>
                    </a:lnTo>
                    <a:lnTo>
                      <a:pt x="21" y="120"/>
                    </a:lnTo>
                    <a:lnTo>
                      <a:pt x="24" y="133"/>
                    </a:lnTo>
                    <a:lnTo>
                      <a:pt x="27" y="140"/>
                    </a:lnTo>
                    <a:lnTo>
                      <a:pt x="36" y="152"/>
                    </a:lnTo>
                    <a:lnTo>
                      <a:pt x="44" y="165"/>
                    </a:lnTo>
                    <a:lnTo>
                      <a:pt x="57" y="178"/>
                    </a:lnTo>
                    <a:lnTo>
                      <a:pt x="77" y="201"/>
                    </a:lnTo>
                    <a:lnTo>
                      <a:pt x="89" y="221"/>
                    </a:lnTo>
                    <a:lnTo>
                      <a:pt x="95" y="230"/>
                    </a:lnTo>
                    <a:lnTo>
                      <a:pt x="98" y="240"/>
                    </a:lnTo>
                    <a:lnTo>
                      <a:pt x="101" y="256"/>
                    </a:lnTo>
                    <a:lnTo>
                      <a:pt x="101" y="269"/>
                    </a:lnTo>
                    <a:lnTo>
                      <a:pt x="98" y="279"/>
                    </a:lnTo>
                    <a:lnTo>
                      <a:pt x="95" y="298"/>
                    </a:lnTo>
                    <a:lnTo>
                      <a:pt x="89" y="311"/>
                    </a:lnTo>
                    <a:lnTo>
                      <a:pt x="69" y="292"/>
                    </a:lnTo>
                    <a:lnTo>
                      <a:pt x="74" y="279"/>
                    </a:lnTo>
                    <a:lnTo>
                      <a:pt x="77" y="265"/>
                    </a:lnTo>
                    <a:lnTo>
                      <a:pt x="81" y="253"/>
                    </a:lnTo>
                    <a:lnTo>
                      <a:pt x="81" y="240"/>
                    </a:lnTo>
                    <a:lnTo>
                      <a:pt x="81" y="227"/>
                    </a:lnTo>
                    <a:lnTo>
                      <a:pt x="74" y="211"/>
                    </a:lnTo>
                    <a:lnTo>
                      <a:pt x="71" y="201"/>
                    </a:lnTo>
                    <a:lnTo>
                      <a:pt x="66" y="195"/>
                    </a:lnTo>
                    <a:lnTo>
                      <a:pt x="54" y="184"/>
                    </a:lnTo>
                    <a:lnTo>
                      <a:pt x="39" y="168"/>
                    </a:lnTo>
                    <a:lnTo>
                      <a:pt x="27" y="156"/>
                    </a:lnTo>
                    <a:lnTo>
                      <a:pt x="21" y="146"/>
                    </a:lnTo>
                    <a:lnTo>
                      <a:pt x="12" y="127"/>
                    </a:lnTo>
                    <a:lnTo>
                      <a:pt x="3" y="113"/>
                    </a:lnTo>
                    <a:lnTo>
                      <a:pt x="0" y="103"/>
                    </a:lnTo>
                    <a:lnTo>
                      <a:pt x="0" y="84"/>
                    </a:lnTo>
                    <a:lnTo>
                      <a:pt x="0" y="65"/>
                    </a:lnTo>
                    <a:lnTo>
                      <a:pt x="0" y="52"/>
                    </a:lnTo>
                    <a:lnTo>
                      <a:pt x="3" y="35"/>
                    </a:lnTo>
                    <a:lnTo>
                      <a:pt x="6" y="22"/>
                    </a:lnTo>
                    <a:lnTo>
                      <a:pt x="6" y="10"/>
                    </a:lnTo>
                    <a:lnTo>
                      <a:pt x="12" y="0"/>
                    </a:lnTo>
                    <a:lnTo>
                      <a:pt x="51"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1" name="Freeform 57"/>
              <p:cNvSpPr>
                <a:spLocks/>
              </p:cNvSpPr>
              <p:nvPr/>
            </p:nvSpPr>
            <p:spPr bwMode="ltGray">
              <a:xfrm>
                <a:off x="5449" y="3971"/>
                <a:ext cx="103" cy="313"/>
              </a:xfrm>
              <a:custGeom>
                <a:avLst/>
                <a:gdLst>
                  <a:gd name="T0" fmla="*/ 52 w 103"/>
                  <a:gd name="T1" fmla="*/ 7 h 313"/>
                  <a:gd name="T2" fmla="*/ 46 w 103"/>
                  <a:gd name="T3" fmla="*/ 16 h 313"/>
                  <a:gd name="T4" fmla="*/ 44 w 103"/>
                  <a:gd name="T5" fmla="*/ 26 h 313"/>
                  <a:gd name="T6" fmla="*/ 37 w 103"/>
                  <a:gd name="T7" fmla="*/ 43 h 313"/>
                  <a:gd name="T8" fmla="*/ 29 w 103"/>
                  <a:gd name="T9" fmla="*/ 65 h 313"/>
                  <a:gd name="T10" fmla="*/ 26 w 103"/>
                  <a:gd name="T11" fmla="*/ 78 h 313"/>
                  <a:gd name="T12" fmla="*/ 23 w 103"/>
                  <a:gd name="T13" fmla="*/ 97 h 313"/>
                  <a:gd name="T14" fmla="*/ 23 w 103"/>
                  <a:gd name="T15" fmla="*/ 110 h 313"/>
                  <a:gd name="T16" fmla="*/ 23 w 103"/>
                  <a:gd name="T17" fmla="*/ 121 h 313"/>
                  <a:gd name="T18" fmla="*/ 23 w 103"/>
                  <a:gd name="T19" fmla="*/ 134 h 313"/>
                  <a:gd name="T20" fmla="*/ 29 w 103"/>
                  <a:gd name="T21" fmla="*/ 140 h 313"/>
                  <a:gd name="T22" fmla="*/ 37 w 103"/>
                  <a:gd name="T23" fmla="*/ 153 h 313"/>
                  <a:gd name="T24" fmla="*/ 46 w 103"/>
                  <a:gd name="T25" fmla="*/ 166 h 313"/>
                  <a:gd name="T26" fmla="*/ 58 w 103"/>
                  <a:gd name="T27" fmla="*/ 178 h 313"/>
                  <a:gd name="T28" fmla="*/ 78 w 103"/>
                  <a:gd name="T29" fmla="*/ 202 h 313"/>
                  <a:gd name="T30" fmla="*/ 90 w 103"/>
                  <a:gd name="T31" fmla="*/ 218 h 313"/>
                  <a:gd name="T32" fmla="*/ 96 w 103"/>
                  <a:gd name="T33" fmla="*/ 231 h 313"/>
                  <a:gd name="T34" fmla="*/ 98 w 103"/>
                  <a:gd name="T35" fmla="*/ 240 h 313"/>
                  <a:gd name="T36" fmla="*/ 98 w 103"/>
                  <a:gd name="T37" fmla="*/ 256 h 313"/>
                  <a:gd name="T38" fmla="*/ 102 w 103"/>
                  <a:gd name="T39" fmla="*/ 266 h 313"/>
                  <a:gd name="T40" fmla="*/ 98 w 103"/>
                  <a:gd name="T41" fmla="*/ 280 h 313"/>
                  <a:gd name="T42" fmla="*/ 96 w 103"/>
                  <a:gd name="T43" fmla="*/ 299 h 313"/>
                  <a:gd name="T44" fmla="*/ 90 w 103"/>
                  <a:gd name="T45" fmla="*/ 312 h 313"/>
                  <a:gd name="T46" fmla="*/ 69 w 103"/>
                  <a:gd name="T47" fmla="*/ 292 h 313"/>
                  <a:gd name="T48" fmla="*/ 76 w 103"/>
                  <a:gd name="T49" fmla="*/ 280 h 313"/>
                  <a:gd name="T50" fmla="*/ 78 w 103"/>
                  <a:gd name="T51" fmla="*/ 266 h 313"/>
                  <a:gd name="T52" fmla="*/ 81 w 103"/>
                  <a:gd name="T53" fmla="*/ 253 h 313"/>
                  <a:gd name="T54" fmla="*/ 81 w 103"/>
                  <a:gd name="T55" fmla="*/ 240 h 313"/>
                  <a:gd name="T56" fmla="*/ 81 w 103"/>
                  <a:gd name="T57" fmla="*/ 227 h 313"/>
                  <a:gd name="T58" fmla="*/ 76 w 103"/>
                  <a:gd name="T59" fmla="*/ 211 h 313"/>
                  <a:gd name="T60" fmla="*/ 73 w 103"/>
                  <a:gd name="T61" fmla="*/ 202 h 313"/>
                  <a:gd name="T62" fmla="*/ 64 w 103"/>
                  <a:gd name="T63" fmla="*/ 194 h 313"/>
                  <a:gd name="T64" fmla="*/ 55 w 103"/>
                  <a:gd name="T65" fmla="*/ 185 h 313"/>
                  <a:gd name="T66" fmla="*/ 40 w 103"/>
                  <a:gd name="T67" fmla="*/ 169 h 313"/>
                  <a:gd name="T68" fmla="*/ 29 w 103"/>
                  <a:gd name="T69" fmla="*/ 156 h 313"/>
                  <a:gd name="T70" fmla="*/ 23 w 103"/>
                  <a:gd name="T71" fmla="*/ 146 h 313"/>
                  <a:gd name="T72" fmla="*/ 11 w 103"/>
                  <a:gd name="T73" fmla="*/ 127 h 313"/>
                  <a:gd name="T74" fmla="*/ 5 w 103"/>
                  <a:gd name="T75" fmla="*/ 110 h 313"/>
                  <a:gd name="T76" fmla="*/ 3 w 103"/>
                  <a:gd name="T77" fmla="*/ 104 h 313"/>
                  <a:gd name="T78" fmla="*/ 0 w 103"/>
                  <a:gd name="T79" fmla="*/ 85 h 313"/>
                  <a:gd name="T80" fmla="*/ 0 w 103"/>
                  <a:gd name="T81" fmla="*/ 65 h 313"/>
                  <a:gd name="T82" fmla="*/ 3 w 103"/>
                  <a:gd name="T83" fmla="*/ 49 h 313"/>
                  <a:gd name="T84" fmla="*/ 3 w 103"/>
                  <a:gd name="T85" fmla="*/ 36 h 313"/>
                  <a:gd name="T86" fmla="*/ 5 w 103"/>
                  <a:gd name="T87" fmla="*/ 23 h 313"/>
                  <a:gd name="T88" fmla="*/ 8 w 103"/>
                  <a:gd name="T89" fmla="*/ 10 h 313"/>
                  <a:gd name="T90" fmla="*/ 11 w 103"/>
                  <a:gd name="T91" fmla="*/ 0 h 313"/>
                  <a:gd name="T92" fmla="*/ 52 w 103"/>
                  <a:gd name="T93" fmla="*/ 7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3" h="313">
                    <a:moveTo>
                      <a:pt x="52" y="7"/>
                    </a:moveTo>
                    <a:lnTo>
                      <a:pt x="46" y="16"/>
                    </a:lnTo>
                    <a:lnTo>
                      <a:pt x="44" y="26"/>
                    </a:lnTo>
                    <a:lnTo>
                      <a:pt x="37" y="43"/>
                    </a:lnTo>
                    <a:lnTo>
                      <a:pt x="29" y="65"/>
                    </a:lnTo>
                    <a:lnTo>
                      <a:pt x="26" y="78"/>
                    </a:lnTo>
                    <a:lnTo>
                      <a:pt x="23" y="97"/>
                    </a:lnTo>
                    <a:lnTo>
                      <a:pt x="23" y="110"/>
                    </a:lnTo>
                    <a:lnTo>
                      <a:pt x="23" y="121"/>
                    </a:lnTo>
                    <a:lnTo>
                      <a:pt x="23" y="134"/>
                    </a:lnTo>
                    <a:lnTo>
                      <a:pt x="29" y="140"/>
                    </a:lnTo>
                    <a:lnTo>
                      <a:pt x="37" y="153"/>
                    </a:lnTo>
                    <a:lnTo>
                      <a:pt x="46" y="166"/>
                    </a:lnTo>
                    <a:lnTo>
                      <a:pt x="58" y="178"/>
                    </a:lnTo>
                    <a:lnTo>
                      <a:pt x="78" y="202"/>
                    </a:lnTo>
                    <a:lnTo>
                      <a:pt x="90" y="218"/>
                    </a:lnTo>
                    <a:lnTo>
                      <a:pt x="96" y="231"/>
                    </a:lnTo>
                    <a:lnTo>
                      <a:pt x="98" y="240"/>
                    </a:lnTo>
                    <a:lnTo>
                      <a:pt x="98" y="256"/>
                    </a:lnTo>
                    <a:lnTo>
                      <a:pt x="102" y="266"/>
                    </a:lnTo>
                    <a:lnTo>
                      <a:pt x="98" y="280"/>
                    </a:lnTo>
                    <a:lnTo>
                      <a:pt x="96" y="299"/>
                    </a:lnTo>
                    <a:lnTo>
                      <a:pt x="90" y="312"/>
                    </a:lnTo>
                    <a:lnTo>
                      <a:pt x="69" y="292"/>
                    </a:lnTo>
                    <a:lnTo>
                      <a:pt x="76" y="280"/>
                    </a:lnTo>
                    <a:lnTo>
                      <a:pt x="78" y="266"/>
                    </a:lnTo>
                    <a:lnTo>
                      <a:pt x="81" y="253"/>
                    </a:lnTo>
                    <a:lnTo>
                      <a:pt x="81" y="240"/>
                    </a:lnTo>
                    <a:lnTo>
                      <a:pt x="81" y="227"/>
                    </a:lnTo>
                    <a:lnTo>
                      <a:pt x="76" y="211"/>
                    </a:lnTo>
                    <a:lnTo>
                      <a:pt x="73" y="202"/>
                    </a:lnTo>
                    <a:lnTo>
                      <a:pt x="64" y="194"/>
                    </a:lnTo>
                    <a:lnTo>
                      <a:pt x="55" y="185"/>
                    </a:lnTo>
                    <a:lnTo>
                      <a:pt x="40" y="169"/>
                    </a:lnTo>
                    <a:lnTo>
                      <a:pt x="29" y="156"/>
                    </a:lnTo>
                    <a:lnTo>
                      <a:pt x="23" y="146"/>
                    </a:lnTo>
                    <a:lnTo>
                      <a:pt x="11" y="127"/>
                    </a:lnTo>
                    <a:lnTo>
                      <a:pt x="5" y="110"/>
                    </a:lnTo>
                    <a:lnTo>
                      <a:pt x="3" y="104"/>
                    </a:lnTo>
                    <a:lnTo>
                      <a:pt x="0" y="85"/>
                    </a:lnTo>
                    <a:lnTo>
                      <a:pt x="0" y="65"/>
                    </a:lnTo>
                    <a:lnTo>
                      <a:pt x="3" y="49"/>
                    </a:lnTo>
                    <a:lnTo>
                      <a:pt x="3" y="36"/>
                    </a:lnTo>
                    <a:lnTo>
                      <a:pt x="5" y="23"/>
                    </a:lnTo>
                    <a:lnTo>
                      <a:pt x="8" y="10"/>
                    </a:lnTo>
                    <a:lnTo>
                      <a:pt x="11" y="0"/>
                    </a:lnTo>
                    <a:lnTo>
                      <a:pt x="52" y="7"/>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2" name="Freeform 58"/>
              <p:cNvSpPr>
                <a:spLocks/>
              </p:cNvSpPr>
              <p:nvPr/>
            </p:nvSpPr>
            <p:spPr bwMode="ltGray">
              <a:xfrm>
                <a:off x="1045" y="3906"/>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3" name="Freeform 59"/>
              <p:cNvSpPr>
                <a:spLocks/>
              </p:cNvSpPr>
              <p:nvPr/>
            </p:nvSpPr>
            <p:spPr bwMode="ltGray">
              <a:xfrm>
                <a:off x="3307" y="0"/>
                <a:ext cx="102" cy="312"/>
              </a:xfrm>
              <a:custGeom>
                <a:avLst/>
                <a:gdLst>
                  <a:gd name="T0" fmla="*/ 52 w 102"/>
                  <a:gd name="T1" fmla="*/ 7 h 312"/>
                  <a:gd name="T2" fmla="*/ 50 w 102"/>
                  <a:gd name="T3" fmla="*/ 16 h 312"/>
                  <a:gd name="T4" fmla="*/ 46 w 102"/>
                  <a:gd name="T5" fmla="*/ 16 h 312"/>
                  <a:gd name="T6" fmla="*/ 46 w 102"/>
                  <a:gd name="T7" fmla="*/ 26 h 312"/>
                  <a:gd name="T8" fmla="*/ 38 w 102"/>
                  <a:gd name="T9" fmla="*/ 43 h 312"/>
                  <a:gd name="T10" fmla="*/ 32 w 102"/>
                  <a:gd name="T11" fmla="*/ 65 h 312"/>
                  <a:gd name="T12" fmla="*/ 26 w 102"/>
                  <a:gd name="T13" fmla="*/ 78 h 312"/>
                  <a:gd name="T14" fmla="*/ 23 w 102"/>
                  <a:gd name="T15" fmla="*/ 97 h 312"/>
                  <a:gd name="T16" fmla="*/ 23 w 102"/>
                  <a:gd name="T17" fmla="*/ 110 h 312"/>
                  <a:gd name="T18" fmla="*/ 23 w 102"/>
                  <a:gd name="T19" fmla="*/ 121 h 312"/>
                  <a:gd name="T20" fmla="*/ 26 w 102"/>
                  <a:gd name="T21" fmla="*/ 130 h 312"/>
                  <a:gd name="T22" fmla="*/ 29 w 102"/>
                  <a:gd name="T23" fmla="*/ 140 h 312"/>
                  <a:gd name="T24" fmla="*/ 38 w 102"/>
                  <a:gd name="T25" fmla="*/ 153 h 312"/>
                  <a:gd name="T26" fmla="*/ 46 w 102"/>
                  <a:gd name="T27" fmla="*/ 162 h 312"/>
                  <a:gd name="T28" fmla="*/ 58 w 102"/>
                  <a:gd name="T29" fmla="*/ 178 h 312"/>
                  <a:gd name="T30" fmla="*/ 78 w 102"/>
                  <a:gd name="T31" fmla="*/ 202 h 312"/>
                  <a:gd name="T32" fmla="*/ 89 w 102"/>
                  <a:gd name="T33" fmla="*/ 218 h 312"/>
                  <a:gd name="T34" fmla="*/ 96 w 102"/>
                  <a:gd name="T35" fmla="*/ 227 h 312"/>
                  <a:gd name="T36" fmla="*/ 98 w 102"/>
                  <a:gd name="T37" fmla="*/ 240 h 312"/>
                  <a:gd name="T38" fmla="*/ 101 w 102"/>
                  <a:gd name="T39" fmla="*/ 253 h 312"/>
                  <a:gd name="T40" fmla="*/ 101 w 102"/>
                  <a:gd name="T41" fmla="*/ 269 h 312"/>
                  <a:gd name="T42" fmla="*/ 98 w 102"/>
                  <a:gd name="T43" fmla="*/ 279 h 312"/>
                  <a:gd name="T44" fmla="*/ 96 w 102"/>
                  <a:gd name="T45" fmla="*/ 295 h 312"/>
                  <a:gd name="T46" fmla="*/ 89 w 102"/>
                  <a:gd name="T47" fmla="*/ 311 h 312"/>
                  <a:gd name="T48" fmla="*/ 69 w 102"/>
                  <a:gd name="T49" fmla="*/ 292 h 312"/>
                  <a:gd name="T50" fmla="*/ 75 w 102"/>
                  <a:gd name="T51" fmla="*/ 279 h 312"/>
                  <a:gd name="T52" fmla="*/ 78 w 102"/>
                  <a:gd name="T53" fmla="*/ 266 h 312"/>
                  <a:gd name="T54" fmla="*/ 81 w 102"/>
                  <a:gd name="T55" fmla="*/ 253 h 312"/>
                  <a:gd name="T56" fmla="*/ 81 w 102"/>
                  <a:gd name="T57" fmla="*/ 237 h 312"/>
                  <a:gd name="T58" fmla="*/ 81 w 102"/>
                  <a:gd name="T59" fmla="*/ 227 h 312"/>
                  <a:gd name="T60" fmla="*/ 75 w 102"/>
                  <a:gd name="T61" fmla="*/ 211 h 312"/>
                  <a:gd name="T62" fmla="*/ 72 w 102"/>
                  <a:gd name="T63" fmla="*/ 202 h 312"/>
                  <a:gd name="T64" fmla="*/ 67 w 102"/>
                  <a:gd name="T65" fmla="*/ 191 h 312"/>
                  <a:gd name="T66" fmla="*/ 55 w 102"/>
                  <a:gd name="T67" fmla="*/ 181 h 312"/>
                  <a:gd name="T68" fmla="*/ 41 w 102"/>
                  <a:gd name="T69" fmla="*/ 169 h 312"/>
                  <a:gd name="T70" fmla="*/ 29 w 102"/>
                  <a:gd name="T71" fmla="*/ 156 h 312"/>
                  <a:gd name="T72" fmla="*/ 23 w 102"/>
                  <a:gd name="T73" fmla="*/ 146 h 312"/>
                  <a:gd name="T74" fmla="*/ 14 w 102"/>
                  <a:gd name="T75" fmla="*/ 127 h 312"/>
                  <a:gd name="T76" fmla="*/ 6 w 102"/>
                  <a:gd name="T77" fmla="*/ 110 h 312"/>
                  <a:gd name="T78" fmla="*/ 3 w 102"/>
                  <a:gd name="T79" fmla="*/ 104 h 312"/>
                  <a:gd name="T80" fmla="*/ 0 w 102"/>
                  <a:gd name="T81" fmla="*/ 84 h 312"/>
                  <a:gd name="T82" fmla="*/ 0 w 102"/>
                  <a:gd name="T83" fmla="*/ 62 h 312"/>
                  <a:gd name="T84" fmla="*/ 3 w 102"/>
                  <a:gd name="T85" fmla="*/ 49 h 312"/>
                  <a:gd name="T86" fmla="*/ 6 w 102"/>
                  <a:gd name="T87" fmla="*/ 35 h 312"/>
                  <a:gd name="T88" fmla="*/ 6 w 102"/>
                  <a:gd name="T89" fmla="*/ 23 h 312"/>
                  <a:gd name="T90" fmla="*/ 9 w 102"/>
                  <a:gd name="T91" fmla="*/ 10 h 312"/>
                  <a:gd name="T92" fmla="*/ 14 w 102"/>
                  <a:gd name="T93" fmla="*/ 0 h 312"/>
                  <a:gd name="T94" fmla="*/ 52 w 102"/>
                  <a:gd name="T95" fmla="*/ 7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12">
                    <a:moveTo>
                      <a:pt x="52" y="7"/>
                    </a:moveTo>
                    <a:lnTo>
                      <a:pt x="50" y="16"/>
                    </a:lnTo>
                    <a:lnTo>
                      <a:pt x="46" y="16"/>
                    </a:lnTo>
                    <a:lnTo>
                      <a:pt x="46" y="26"/>
                    </a:lnTo>
                    <a:lnTo>
                      <a:pt x="38" y="43"/>
                    </a:lnTo>
                    <a:lnTo>
                      <a:pt x="32" y="65"/>
                    </a:lnTo>
                    <a:lnTo>
                      <a:pt x="26" y="78"/>
                    </a:lnTo>
                    <a:lnTo>
                      <a:pt x="23" y="97"/>
                    </a:lnTo>
                    <a:lnTo>
                      <a:pt x="23" y="110"/>
                    </a:lnTo>
                    <a:lnTo>
                      <a:pt x="23" y="121"/>
                    </a:lnTo>
                    <a:lnTo>
                      <a:pt x="26" y="130"/>
                    </a:lnTo>
                    <a:lnTo>
                      <a:pt x="29" y="140"/>
                    </a:lnTo>
                    <a:lnTo>
                      <a:pt x="38" y="153"/>
                    </a:lnTo>
                    <a:lnTo>
                      <a:pt x="46" y="162"/>
                    </a:lnTo>
                    <a:lnTo>
                      <a:pt x="58" y="178"/>
                    </a:lnTo>
                    <a:lnTo>
                      <a:pt x="78" y="202"/>
                    </a:lnTo>
                    <a:lnTo>
                      <a:pt x="89" y="218"/>
                    </a:lnTo>
                    <a:lnTo>
                      <a:pt x="96" y="227"/>
                    </a:lnTo>
                    <a:lnTo>
                      <a:pt x="98" y="240"/>
                    </a:lnTo>
                    <a:lnTo>
                      <a:pt x="101" y="253"/>
                    </a:lnTo>
                    <a:lnTo>
                      <a:pt x="101" y="269"/>
                    </a:lnTo>
                    <a:lnTo>
                      <a:pt x="98" y="279"/>
                    </a:lnTo>
                    <a:lnTo>
                      <a:pt x="96" y="295"/>
                    </a:lnTo>
                    <a:lnTo>
                      <a:pt x="89" y="311"/>
                    </a:lnTo>
                    <a:lnTo>
                      <a:pt x="69" y="292"/>
                    </a:lnTo>
                    <a:lnTo>
                      <a:pt x="75" y="279"/>
                    </a:lnTo>
                    <a:lnTo>
                      <a:pt x="78" y="266"/>
                    </a:lnTo>
                    <a:lnTo>
                      <a:pt x="81" y="253"/>
                    </a:lnTo>
                    <a:lnTo>
                      <a:pt x="81" y="237"/>
                    </a:lnTo>
                    <a:lnTo>
                      <a:pt x="81" y="227"/>
                    </a:lnTo>
                    <a:lnTo>
                      <a:pt x="75" y="211"/>
                    </a:lnTo>
                    <a:lnTo>
                      <a:pt x="72" y="202"/>
                    </a:lnTo>
                    <a:lnTo>
                      <a:pt x="67" y="191"/>
                    </a:lnTo>
                    <a:lnTo>
                      <a:pt x="55" y="181"/>
                    </a:lnTo>
                    <a:lnTo>
                      <a:pt x="41" y="169"/>
                    </a:lnTo>
                    <a:lnTo>
                      <a:pt x="29" y="156"/>
                    </a:lnTo>
                    <a:lnTo>
                      <a:pt x="23" y="146"/>
                    </a:lnTo>
                    <a:lnTo>
                      <a:pt x="14" y="127"/>
                    </a:lnTo>
                    <a:lnTo>
                      <a:pt x="6" y="110"/>
                    </a:lnTo>
                    <a:lnTo>
                      <a:pt x="3" y="104"/>
                    </a:lnTo>
                    <a:lnTo>
                      <a:pt x="0" y="84"/>
                    </a:lnTo>
                    <a:lnTo>
                      <a:pt x="0" y="62"/>
                    </a:lnTo>
                    <a:lnTo>
                      <a:pt x="3" y="49"/>
                    </a:lnTo>
                    <a:lnTo>
                      <a:pt x="6" y="35"/>
                    </a:lnTo>
                    <a:lnTo>
                      <a:pt x="6" y="23"/>
                    </a:lnTo>
                    <a:lnTo>
                      <a:pt x="9" y="10"/>
                    </a:lnTo>
                    <a:lnTo>
                      <a:pt x="14" y="0"/>
                    </a:lnTo>
                    <a:lnTo>
                      <a:pt x="52" y="7"/>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4" name="Freeform 60"/>
              <p:cNvSpPr>
                <a:spLocks/>
              </p:cNvSpPr>
              <p:nvPr/>
            </p:nvSpPr>
            <p:spPr bwMode="ltGray">
              <a:xfrm>
                <a:off x="2412" y="3901"/>
                <a:ext cx="58" cy="102"/>
              </a:xfrm>
              <a:custGeom>
                <a:avLst/>
                <a:gdLst>
                  <a:gd name="T0" fmla="*/ 16 w 58"/>
                  <a:gd name="T1" fmla="*/ 101 h 102"/>
                  <a:gd name="T2" fmla="*/ 0 w 58"/>
                  <a:gd name="T3" fmla="*/ 0 h 102"/>
                  <a:gd name="T4" fmla="*/ 57 w 58"/>
                  <a:gd name="T5" fmla="*/ 52 h 102"/>
                  <a:gd name="T6" fmla="*/ 16 w 58"/>
                  <a:gd name="T7" fmla="*/ 101 h 102"/>
                </a:gdLst>
                <a:ahLst/>
                <a:cxnLst>
                  <a:cxn ang="0">
                    <a:pos x="T0" y="T1"/>
                  </a:cxn>
                  <a:cxn ang="0">
                    <a:pos x="T2" y="T3"/>
                  </a:cxn>
                  <a:cxn ang="0">
                    <a:pos x="T4" y="T5"/>
                  </a:cxn>
                  <a:cxn ang="0">
                    <a:pos x="T6" y="T7"/>
                  </a:cxn>
                </a:cxnLst>
                <a:rect l="0" t="0" r="r" b="b"/>
                <a:pathLst>
                  <a:path w="58" h="102">
                    <a:moveTo>
                      <a:pt x="16" y="101"/>
                    </a:moveTo>
                    <a:lnTo>
                      <a:pt x="0" y="0"/>
                    </a:lnTo>
                    <a:lnTo>
                      <a:pt x="57" y="52"/>
                    </a:lnTo>
                    <a:lnTo>
                      <a:pt x="16"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5" name="Freeform 61"/>
              <p:cNvSpPr>
                <a:spLocks/>
              </p:cNvSpPr>
              <p:nvPr/>
            </p:nvSpPr>
            <p:spPr bwMode="ltGray">
              <a:xfrm>
                <a:off x="2972" y="63"/>
                <a:ext cx="56" cy="102"/>
              </a:xfrm>
              <a:custGeom>
                <a:avLst/>
                <a:gdLst>
                  <a:gd name="T0" fmla="*/ 14 w 56"/>
                  <a:gd name="T1" fmla="*/ 101 h 102"/>
                  <a:gd name="T2" fmla="*/ 0 w 56"/>
                  <a:gd name="T3" fmla="*/ 0 h 102"/>
                  <a:gd name="T4" fmla="*/ 55 w 56"/>
                  <a:gd name="T5" fmla="*/ 51 h 102"/>
                  <a:gd name="T6" fmla="*/ 14 w 56"/>
                  <a:gd name="T7" fmla="*/ 101 h 102"/>
                </a:gdLst>
                <a:ahLst/>
                <a:cxnLst>
                  <a:cxn ang="0">
                    <a:pos x="T0" y="T1"/>
                  </a:cxn>
                  <a:cxn ang="0">
                    <a:pos x="T2" y="T3"/>
                  </a:cxn>
                  <a:cxn ang="0">
                    <a:pos x="T4" y="T5"/>
                  </a:cxn>
                  <a:cxn ang="0">
                    <a:pos x="T6" y="T7"/>
                  </a:cxn>
                </a:cxnLst>
                <a:rect l="0" t="0" r="r" b="b"/>
                <a:pathLst>
                  <a:path w="56" h="102">
                    <a:moveTo>
                      <a:pt x="14" y="101"/>
                    </a:moveTo>
                    <a:lnTo>
                      <a:pt x="0" y="0"/>
                    </a:lnTo>
                    <a:lnTo>
                      <a:pt x="55" y="51"/>
                    </a:lnTo>
                    <a:lnTo>
                      <a:pt x="14"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6" name="Freeform 62"/>
              <p:cNvSpPr>
                <a:spLocks/>
              </p:cNvSpPr>
              <p:nvPr/>
            </p:nvSpPr>
            <p:spPr bwMode="ltGray">
              <a:xfrm>
                <a:off x="212" y="884"/>
                <a:ext cx="59" cy="101"/>
              </a:xfrm>
              <a:custGeom>
                <a:avLst/>
                <a:gdLst>
                  <a:gd name="T0" fmla="*/ 16 w 59"/>
                  <a:gd name="T1" fmla="*/ 100 h 101"/>
                  <a:gd name="T2" fmla="*/ 0 w 59"/>
                  <a:gd name="T3" fmla="*/ 0 h 101"/>
                  <a:gd name="T4" fmla="*/ 58 w 59"/>
                  <a:gd name="T5" fmla="*/ 51 h 101"/>
                  <a:gd name="T6" fmla="*/ 16 w 59"/>
                  <a:gd name="T7" fmla="*/ 100 h 101"/>
                </a:gdLst>
                <a:ahLst/>
                <a:cxnLst>
                  <a:cxn ang="0">
                    <a:pos x="T0" y="T1"/>
                  </a:cxn>
                  <a:cxn ang="0">
                    <a:pos x="T2" y="T3"/>
                  </a:cxn>
                  <a:cxn ang="0">
                    <a:pos x="T4" y="T5"/>
                  </a:cxn>
                  <a:cxn ang="0">
                    <a:pos x="T6" y="T7"/>
                  </a:cxn>
                </a:cxnLst>
                <a:rect l="0" t="0" r="r" b="b"/>
                <a:pathLst>
                  <a:path w="59" h="101">
                    <a:moveTo>
                      <a:pt x="16" y="100"/>
                    </a:moveTo>
                    <a:lnTo>
                      <a:pt x="0" y="0"/>
                    </a:lnTo>
                    <a:lnTo>
                      <a:pt x="58" y="51"/>
                    </a:lnTo>
                    <a:lnTo>
                      <a:pt x="16" y="10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7" name="Freeform 63"/>
              <p:cNvSpPr>
                <a:spLocks/>
              </p:cNvSpPr>
              <p:nvPr/>
            </p:nvSpPr>
            <p:spPr bwMode="ltGray">
              <a:xfrm>
                <a:off x="1452" y="115"/>
                <a:ext cx="53" cy="68"/>
              </a:xfrm>
              <a:custGeom>
                <a:avLst/>
                <a:gdLst>
                  <a:gd name="T0" fmla="*/ 30 w 53"/>
                  <a:gd name="T1" fmla="*/ 0 h 68"/>
                  <a:gd name="T2" fmla="*/ 0 w 53"/>
                  <a:gd name="T3" fmla="*/ 18 h 68"/>
                  <a:gd name="T4" fmla="*/ 14 w 53"/>
                  <a:gd name="T5" fmla="*/ 67 h 68"/>
                  <a:gd name="T6" fmla="*/ 52 w 53"/>
                  <a:gd name="T7" fmla="*/ 42 h 68"/>
                  <a:gd name="T8" fmla="*/ 30 w 53"/>
                  <a:gd name="T9" fmla="*/ 0 h 68"/>
                </a:gdLst>
                <a:ahLst/>
                <a:cxnLst>
                  <a:cxn ang="0">
                    <a:pos x="T0" y="T1"/>
                  </a:cxn>
                  <a:cxn ang="0">
                    <a:pos x="T2" y="T3"/>
                  </a:cxn>
                  <a:cxn ang="0">
                    <a:pos x="T4" y="T5"/>
                  </a:cxn>
                  <a:cxn ang="0">
                    <a:pos x="T6" y="T7"/>
                  </a:cxn>
                  <a:cxn ang="0">
                    <a:pos x="T8" y="T9"/>
                  </a:cxn>
                </a:cxnLst>
                <a:rect l="0" t="0" r="r" b="b"/>
                <a:pathLst>
                  <a:path w="53" h="68">
                    <a:moveTo>
                      <a:pt x="30" y="0"/>
                    </a:moveTo>
                    <a:lnTo>
                      <a:pt x="0" y="18"/>
                    </a:lnTo>
                    <a:lnTo>
                      <a:pt x="14" y="67"/>
                    </a:lnTo>
                    <a:lnTo>
                      <a:pt x="52" y="42"/>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8" name="Freeform 64"/>
              <p:cNvSpPr>
                <a:spLocks/>
              </p:cNvSpPr>
              <p:nvPr/>
            </p:nvSpPr>
            <p:spPr bwMode="ltGray">
              <a:xfrm>
                <a:off x="4571" y="216"/>
                <a:ext cx="55" cy="66"/>
              </a:xfrm>
              <a:custGeom>
                <a:avLst/>
                <a:gdLst>
                  <a:gd name="T0" fmla="*/ 30 w 55"/>
                  <a:gd name="T1" fmla="*/ 0 h 66"/>
                  <a:gd name="T2" fmla="*/ 0 w 55"/>
                  <a:gd name="T3" fmla="*/ 18 h 66"/>
                  <a:gd name="T4" fmla="*/ 16 w 55"/>
                  <a:gd name="T5" fmla="*/ 65 h 66"/>
                  <a:gd name="T6" fmla="*/ 54 w 55"/>
                  <a:gd name="T7" fmla="*/ 42 h 66"/>
                  <a:gd name="T8" fmla="*/ 30 w 55"/>
                  <a:gd name="T9" fmla="*/ 0 h 66"/>
                </a:gdLst>
                <a:ahLst/>
                <a:cxnLst>
                  <a:cxn ang="0">
                    <a:pos x="T0" y="T1"/>
                  </a:cxn>
                  <a:cxn ang="0">
                    <a:pos x="T2" y="T3"/>
                  </a:cxn>
                  <a:cxn ang="0">
                    <a:pos x="T4" y="T5"/>
                  </a:cxn>
                  <a:cxn ang="0">
                    <a:pos x="T6" y="T7"/>
                  </a:cxn>
                  <a:cxn ang="0">
                    <a:pos x="T8" y="T9"/>
                  </a:cxn>
                </a:cxnLst>
                <a:rect l="0" t="0" r="r" b="b"/>
                <a:pathLst>
                  <a:path w="55" h="66">
                    <a:moveTo>
                      <a:pt x="30" y="0"/>
                    </a:moveTo>
                    <a:lnTo>
                      <a:pt x="0" y="18"/>
                    </a:lnTo>
                    <a:lnTo>
                      <a:pt x="16" y="65"/>
                    </a:lnTo>
                    <a:lnTo>
                      <a:pt x="54" y="42"/>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79" name="Freeform 65"/>
              <p:cNvSpPr>
                <a:spLocks/>
              </p:cNvSpPr>
              <p:nvPr/>
            </p:nvSpPr>
            <p:spPr bwMode="ltGray">
              <a:xfrm>
                <a:off x="5490" y="2335"/>
                <a:ext cx="57" cy="69"/>
              </a:xfrm>
              <a:custGeom>
                <a:avLst/>
                <a:gdLst>
                  <a:gd name="T0" fmla="*/ 31 w 57"/>
                  <a:gd name="T1" fmla="*/ 0 h 69"/>
                  <a:gd name="T2" fmla="*/ 0 w 57"/>
                  <a:gd name="T3" fmla="*/ 21 h 69"/>
                  <a:gd name="T4" fmla="*/ 17 w 57"/>
                  <a:gd name="T5" fmla="*/ 68 h 69"/>
                  <a:gd name="T6" fmla="*/ 56 w 57"/>
                  <a:gd name="T7" fmla="*/ 44 h 69"/>
                  <a:gd name="T8" fmla="*/ 31 w 57"/>
                  <a:gd name="T9" fmla="*/ 0 h 69"/>
                </a:gdLst>
                <a:ahLst/>
                <a:cxnLst>
                  <a:cxn ang="0">
                    <a:pos x="T0" y="T1"/>
                  </a:cxn>
                  <a:cxn ang="0">
                    <a:pos x="T2" y="T3"/>
                  </a:cxn>
                  <a:cxn ang="0">
                    <a:pos x="T4" y="T5"/>
                  </a:cxn>
                  <a:cxn ang="0">
                    <a:pos x="T6" y="T7"/>
                  </a:cxn>
                  <a:cxn ang="0">
                    <a:pos x="T8" y="T9"/>
                  </a:cxn>
                </a:cxnLst>
                <a:rect l="0" t="0" r="r" b="b"/>
                <a:pathLst>
                  <a:path w="57" h="69">
                    <a:moveTo>
                      <a:pt x="31" y="0"/>
                    </a:moveTo>
                    <a:lnTo>
                      <a:pt x="0" y="21"/>
                    </a:lnTo>
                    <a:lnTo>
                      <a:pt x="17" y="68"/>
                    </a:lnTo>
                    <a:lnTo>
                      <a:pt x="56" y="44"/>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0" name="Freeform 66"/>
              <p:cNvSpPr>
                <a:spLocks/>
              </p:cNvSpPr>
              <p:nvPr/>
            </p:nvSpPr>
            <p:spPr bwMode="ltGray">
              <a:xfrm>
                <a:off x="5631" y="1402"/>
                <a:ext cx="58" cy="65"/>
              </a:xfrm>
              <a:custGeom>
                <a:avLst/>
                <a:gdLst>
                  <a:gd name="T0" fmla="*/ 31 w 58"/>
                  <a:gd name="T1" fmla="*/ 0 h 65"/>
                  <a:gd name="T2" fmla="*/ 0 w 58"/>
                  <a:gd name="T3" fmla="*/ 17 h 65"/>
                  <a:gd name="T4" fmla="*/ 17 w 58"/>
                  <a:gd name="T5" fmla="*/ 64 h 65"/>
                  <a:gd name="T6" fmla="*/ 57 w 58"/>
                  <a:gd name="T7" fmla="*/ 41 h 65"/>
                  <a:gd name="T8" fmla="*/ 31 w 58"/>
                  <a:gd name="T9" fmla="*/ 0 h 65"/>
                </a:gdLst>
                <a:ahLst/>
                <a:cxnLst>
                  <a:cxn ang="0">
                    <a:pos x="T0" y="T1"/>
                  </a:cxn>
                  <a:cxn ang="0">
                    <a:pos x="T2" y="T3"/>
                  </a:cxn>
                  <a:cxn ang="0">
                    <a:pos x="T4" y="T5"/>
                  </a:cxn>
                  <a:cxn ang="0">
                    <a:pos x="T6" y="T7"/>
                  </a:cxn>
                  <a:cxn ang="0">
                    <a:pos x="T8" y="T9"/>
                  </a:cxn>
                </a:cxnLst>
                <a:rect l="0" t="0" r="r" b="b"/>
                <a:pathLst>
                  <a:path w="58" h="65">
                    <a:moveTo>
                      <a:pt x="31" y="0"/>
                    </a:moveTo>
                    <a:lnTo>
                      <a:pt x="0" y="17"/>
                    </a:lnTo>
                    <a:lnTo>
                      <a:pt x="17" y="64"/>
                    </a:lnTo>
                    <a:lnTo>
                      <a:pt x="57" y="41"/>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1" name="Freeform 67"/>
              <p:cNvSpPr>
                <a:spLocks/>
              </p:cNvSpPr>
              <p:nvPr/>
            </p:nvSpPr>
            <p:spPr bwMode="ltGray">
              <a:xfrm>
                <a:off x="0" y="1366"/>
                <a:ext cx="60" cy="102"/>
              </a:xfrm>
              <a:custGeom>
                <a:avLst/>
                <a:gdLst>
                  <a:gd name="T0" fmla="*/ 17 w 60"/>
                  <a:gd name="T1" fmla="*/ 101 h 102"/>
                  <a:gd name="T2" fmla="*/ 0 w 60"/>
                  <a:gd name="T3" fmla="*/ 0 h 102"/>
                  <a:gd name="T4" fmla="*/ 59 w 60"/>
                  <a:gd name="T5" fmla="*/ 52 h 102"/>
                  <a:gd name="T6" fmla="*/ 17 w 60"/>
                  <a:gd name="T7" fmla="*/ 101 h 102"/>
                </a:gdLst>
                <a:ahLst/>
                <a:cxnLst>
                  <a:cxn ang="0">
                    <a:pos x="T0" y="T1"/>
                  </a:cxn>
                  <a:cxn ang="0">
                    <a:pos x="T2" y="T3"/>
                  </a:cxn>
                  <a:cxn ang="0">
                    <a:pos x="T4" y="T5"/>
                  </a:cxn>
                  <a:cxn ang="0">
                    <a:pos x="T6" y="T7"/>
                  </a:cxn>
                </a:cxnLst>
                <a:rect l="0" t="0" r="r" b="b"/>
                <a:pathLst>
                  <a:path w="60" h="102">
                    <a:moveTo>
                      <a:pt x="17" y="101"/>
                    </a:moveTo>
                    <a:lnTo>
                      <a:pt x="0" y="0"/>
                    </a:lnTo>
                    <a:lnTo>
                      <a:pt x="59" y="52"/>
                    </a:lnTo>
                    <a:lnTo>
                      <a:pt x="17"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2" name="Freeform 68"/>
              <p:cNvSpPr>
                <a:spLocks/>
              </p:cNvSpPr>
              <p:nvPr/>
            </p:nvSpPr>
            <p:spPr bwMode="ltGray">
              <a:xfrm>
                <a:off x="196" y="1205"/>
                <a:ext cx="59" cy="105"/>
              </a:xfrm>
              <a:custGeom>
                <a:avLst/>
                <a:gdLst>
                  <a:gd name="T0" fmla="*/ 17 w 59"/>
                  <a:gd name="T1" fmla="*/ 104 h 105"/>
                  <a:gd name="T2" fmla="*/ 0 w 59"/>
                  <a:gd name="T3" fmla="*/ 0 h 105"/>
                  <a:gd name="T4" fmla="*/ 58 w 59"/>
                  <a:gd name="T5" fmla="*/ 54 h 105"/>
                  <a:gd name="T6" fmla="*/ 17 w 59"/>
                  <a:gd name="T7" fmla="*/ 104 h 105"/>
                </a:gdLst>
                <a:ahLst/>
                <a:cxnLst>
                  <a:cxn ang="0">
                    <a:pos x="T0" y="T1"/>
                  </a:cxn>
                  <a:cxn ang="0">
                    <a:pos x="T2" y="T3"/>
                  </a:cxn>
                  <a:cxn ang="0">
                    <a:pos x="T4" y="T5"/>
                  </a:cxn>
                  <a:cxn ang="0">
                    <a:pos x="T6" y="T7"/>
                  </a:cxn>
                </a:cxnLst>
                <a:rect l="0" t="0" r="r" b="b"/>
                <a:pathLst>
                  <a:path w="59" h="105">
                    <a:moveTo>
                      <a:pt x="17" y="104"/>
                    </a:moveTo>
                    <a:lnTo>
                      <a:pt x="0" y="0"/>
                    </a:lnTo>
                    <a:lnTo>
                      <a:pt x="58" y="54"/>
                    </a:lnTo>
                    <a:lnTo>
                      <a:pt x="17" y="10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3" name="Freeform 69"/>
              <p:cNvSpPr>
                <a:spLocks/>
              </p:cNvSpPr>
              <p:nvPr/>
            </p:nvSpPr>
            <p:spPr bwMode="ltGray">
              <a:xfrm>
                <a:off x="373" y="786"/>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4" name="Rectangle 70"/>
              <p:cNvSpPr>
                <a:spLocks noChangeArrowheads="1"/>
              </p:cNvSpPr>
              <p:nvPr/>
            </p:nvSpPr>
            <p:spPr bwMode="ltGray">
              <a:xfrm>
                <a:off x="2057" y="705"/>
                <a:ext cx="62" cy="64"/>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85" name="Freeform 71"/>
              <p:cNvSpPr>
                <a:spLocks/>
              </p:cNvSpPr>
              <p:nvPr/>
            </p:nvSpPr>
            <p:spPr bwMode="ltGray">
              <a:xfrm>
                <a:off x="4372" y="448"/>
                <a:ext cx="99" cy="311"/>
              </a:xfrm>
              <a:custGeom>
                <a:avLst/>
                <a:gdLst>
                  <a:gd name="T0" fmla="*/ 49 w 99"/>
                  <a:gd name="T1" fmla="*/ 304 h 311"/>
                  <a:gd name="T2" fmla="*/ 52 w 99"/>
                  <a:gd name="T3" fmla="*/ 294 h 311"/>
                  <a:gd name="T4" fmla="*/ 55 w 99"/>
                  <a:gd name="T5" fmla="*/ 288 h 311"/>
                  <a:gd name="T6" fmla="*/ 60 w 99"/>
                  <a:gd name="T7" fmla="*/ 272 h 311"/>
                  <a:gd name="T8" fmla="*/ 69 w 99"/>
                  <a:gd name="T9" fmla="*/ 245 h 311"/>
                  <a:gd name="T10" fmla="*/ 72 w 99"/>
                  <a:gd name="T11" fmla="*/ 232 h 311"/>
                  <a:gd name="T12" fmla="*/ 75 w 99"/>
                  <a:gd name="T13" fmla="*/ 213 h 311"/>
                  <a:gd name="T14" fmla="*/ 75 w 99"/>
                  <a:gd name="T15" fmla="*/ 203 h 311"/>
                  <a:gd name="T16" fmla="*/ 75 w 99"/>
                  <a:gd name="T17" fmla="*/ 191 h 311"/>
                  <a:gd name="T18" fmla="*/ 75 w 99"/>
                  <a:gd name="T19" fmla="*/ 181 h 311"/>
                  <a:gd name="T20" fmla="*/ 69 w 99"/>
                  <a:gd name="T21" fmla="*/ 171 h 311"/>
                  <a:gd name="T22" fmla="*/ 64 w 99"/>
                  <a:gd name="T23" fmla="*/ 162 h 311"/>
                  <a:gd name="T24" fmla="*/ 52 w 99"/>
                  <a:gd name="T25" fmla="*/ 148 h 311"/>
                  <a:gd name="T26" fmla="*/ 40 w 99"/>
                  <a:gd name="T27" fmla="*/ 135 h 311"/>
                  <a:gd name="T28" fmla="*/ 23 w 99"/>
                  <a:gd name="T29" fmla="*/ 110 h 311"/>
                  <a:gd name="T30" fmla="*/ 9 w 99"/>
                  <a:gd name="T31" fmla="*/ 94 h 311"/>
                  <a:gd name="T32" fmla="*/ 3 w 99"/>
                  <a:gd name="T33" fmla="*/ 84 h 311"/>
                  <a:gd name="T34" fmla="*/ 0 w 99"/>
                  <a:gd name="T35" fmla="*/ 74 h 311"/>
                  <a:gd name="T36" fmla="*/ 0 w 99"/>
                  <a:gd name="T37" fmla="*/ 58 h 311"/>
                  <a:gd name="T38" fmla="*/ 0 w 99"/>
                  <a:gd name="T39" fmla="*/ 45 h 311"/>
                  <a:gd name="T40" fmla="*/ 0 w 99"/>
                  <a:gd name="T41" fmla="*/ 32 h 311"/>
                  <a:gd name="T42" fmla="*/ 6 w 99"/>
                  <a:gd name="T43" fmla="*/ 16 h 311"/>
                  <a:gd name="T44" fmla="*/ 9 w 99"/>
                  <a:gd name="T45" fmla="*/ 0 h 311"/>
                  <a:gd name="T46" fmla="*/ 29 w 99"/>
                  <a:gd name="T47" fmla="*/ 22 h 311"/>
                  <a:gd name="T48" fmla="*/ 26 w 99"/>
                  <a:gd name="T49" fmla="*/ 32 h 311"/>
                  <a:gd name="T50" fmla="*/ 21 w 99"/>
                  <a:gd name="T51" fmla="*/ 48 h 311"/>
                  <a:gd name="T52" fmla="*/ 17 w 99"/>
                  <a:gd name="T53" fmla="*/ 62 h 311"/>
                  <a:gd name="T54" fmla="*/ 17 w 99"/>
                  <a:gd name="T55" fmla="*/ 74 h 311"/>
                  <a:gd name="T56" fmla="*/ 17 w 99"/>
                  <a:gd name="T57" fmla="*/ 84 h 311"/>
                  <a:gd name="T58" fmla="*/ 23 w 99"/>
                  <a:gd name="T59" fmla="*/ 100 h 311"/>
                  <a:gd name="T60" fmla="*/ 26 w 99"/>
                  <a:gd name="T61" fmla="*/ 110 h 311"/>
                  <a:gd name="T62" fmla="*/ 35 w 99"/>
                  <a:gd name="T63" fmla="*/ 119 h 311"/>
                  <a:gd name="T64" fmla="*/ 43 w 99"/>
                  <a:gd name="T65" fmla="*/ 129 h 311"/>
                  <a:gd name="T66" fmla="*/ 58 w 99"/>
                  <a:gd name="T67" fmla="*/ 142 h 311"/>
                  <a:gd name="T68" fmla="*/ 69 w 99"/>
                  <a:gd name="T69" fmla="*/ 154 h 311"/>
                  <a:gd name="T70" fmla="*/ 75 w 99"/>
                  <a:gd name="T71" fmla="*/ 168 h 311"/>
                  <a:gd name="T72" fmla="*/ 86 w 99"/>
                  <a:gd name="T73" fmla="*/ 187 h 311"/>
                  <a:gd name="T74" fmla="*/ 95 w 99"/>
                  <a:gd name="T75" fmla="*/ 200 h 311"/>
                  <a:gd name="T76" fmla="*/ 95 w 99"/>
                  <a:gd name="T77" fmla="*/ 210 h 311"/>
                  <a:gd name="T78" fmla="*/ 98 w 99"/>
                  <a:gd name="T79" fmla="*/ 226 h 311"/>
                  <a:gd name="T80" fmla="*/ 98 w 99"/>
                  <a:gd name="T81" fmla="*/ 248 h 311"/>
                  <a:gd name="T82" fmla="*/ 95 w 99"/>
                  <a:gd name="T83" fmla="*/ 262 h 311"/>
                  <a:gd name="T84" fmla="*/ 95 w 99"/>
                  <a:gd name="T85" fmla="*/ 278 h 311"/>
                  <a:gd name="T86" fmla="*/ 93 w 99"/>
                  <a:gd name="T87" fmla="*/ 288 h 311"/>
                  <a:gd name="T88" fmla="*/ 89 w 99"/>
                  <a:gd name="T89" fmla="*/ 300 h 311"/>
                  <a:gd name="T90" fmla="*/ 86 w 99"/>
                  <a:gd name="T91" fmla="*/ 310 h 311"/>
                  <a:gd name="T92" fmla="*/ 49 w 99"/>
                  <a:gd name="T93" fmla="*/ 304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 h="311">
                    <a:moveTo>
                      <a:pt x="49" y="304"/>
                    </a:moveTo>
                    <a:lnTo>
                      <a:pt x="52" y="294"/>
                    </a:lnTo>
                    <a:lnTo>
                      <a:pt x="55" y="288"/>
                    </a:lnTo>
                    <a:lnTo>
                      <a:pt x="60" y="272"/>
                    </a:lnTo>
                    <a:lnTo>
                      <a:pt x="69" y="245"/>
                    </a:lnTo>
                    <a:lnTo>
                      <a:pt x="72" y="232"/>
                    </a:lnTo>
                    <a:lnTo>
                      <a:pt x="75" y="213"/>
                    </a:lnTo>
                    <a:lnTo>
                      <a:pt x="75" y="203"/>
                    </a:lnTo>
                    <a:lnTo>
                      <a:pt x="75" y="191"/>
                    </a:lnTo>
                    <a:lnTo>
                      <a:pt x="75" y="181"/>
                    </a:lnTo>
                    <a:lnTo>
                      <a:pt x="69" y="171"/>
                    </a:lnTo>
                    <a:lnTo>
                      <a:pt x="64" y="162"/>
                    </a:lnTo>
                    <a:lnTo>
                      <a:pt x="52" y="148"/>
                    </a:lnTo>
                    <a:lnTo>
                      <a:pt x="40" y="135"/>
                    </a:lnTo>
                    <a:lnTo>
                      <a:pt x="23" y="110"/>
                    </a:lnTo>
                    <a:lnTo>
                      <a:pt x="9" y="94"/>
                    </a:lnTo>
                    <a:lnTo>
                      <a:pt x="3" y="84"/>
                    </a:lnTo>
                    <a:lnTo>
                      <a:pt x="0" y="74"/>
                    </a:lnTo>
                    <a:lnTo>
                      <a:pt x="0" y="58"/>
                    </a:lnTo>
                    <a:lnTo>
                      <a:pt x="0" y="45"/>
                    </a:lnTo>
                    <a:lnTo>
                      <a:pt x="0" y="32"/>
                    </a:lnTo>
                    <a:lnTo>
                      <a:pt x="6" y="16"/>
                    </a:lnTo>
                    <a:lnTo>
                      <a:pt x="9" y="0"/>
                    </a:lnTo>
                    <a:lnTo>
                      <a:pt x="29" y="22"/>
                    </a:lnTo>
                    <a:lnTo>
                      <a:pt x="26" y="32"/>
                    </a:lnTo>
                    <a:lnTo>
                      <a:pt x="21" y="48"/>
                    </a:lnTo>
                    <a:lnTo>
                      <a:pt x="17" y="62"/>
                    </a:lnTo>
                    <a:lnTo>
                      <a:pt x="17" y="74"/>
                    </a:lnTo>
                    <a:lnTo>
                      <a:pt x="17" y="84"/>
                    </a:lnTo>
                    <a:lnTo>
                      <a:pt x="23" y="100"/>
                    </a:lnTo>
                    <a:lnTo>
                      <a:pt x="26" y="110"/>
                    </a:lnTo>
                    <a:lnTo>
                      <a:pt x="35" y="119"/>
                    </a:lnTo>
                    <a:lnTo>
                      <a:pt x="43" y="129"/>
                    </a:lnTo>
                    <a:lnTo>
                      <a:pt x="58" y="142"/>
                    </a:lnTo>
                    <a:lnTo>
                      <a:pt x="69" y="154"/>
                    </a:lnTo>
                    <a:lnTo>
                      <a:pt x="75" y="168"/>
                    </a:lnTo>
                    <a:lnTo>
                      <a:pt x="86" y="187"/>
                    </a:lnTo>
                    <a:lnTo>
                      <a:pt x="95" y="200"/>
                    </a:lnTo>
                    <a:lnTo>
                      <a:pt x="95" y="210"/>
                    </a:lnTo>
                    <a:lnTo>
                      <a:pt x="98" y="226"/>
                    </a:lnTo>
                    <a:lnTo>
                      <a:pt x="98" y="248"/>
                    </a:lnTo>
                    <a:lnTo>
                      <a:pt x="95" y="262"/>
                    </a:lnTo>
                    <a:lnTo>
                      <a:pt x="95" y="278"/>
                    </a:lnTo>
                    <a:lnTo>
                      <a:pt x="93" y="288"/>
                    </a:lnTo>
                    <a:lnTo>
                      <a:pt x="89" y="300"/>
                    </a:lnTo>
                    <a:lnTo>
                      <a:pt x="86" y="310"/>
                    </a:lnTo>
                    <a:lnTo>
                      <a:pt x="49" y="30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6" name="Freeform 72"/>
              <p:cNvSpPr>
                <a:spLocks/>
              </p:cNvSpPr>
              <p:nvPr/>
            </p:nvSpPr>
            <p:spPr bwMode="ltGray">
              <a:xfrm>
                <a:off x="1612" y="482"/>
                <a:ext cx="228" cy="116"/>
              </a:xfrm>
              <a:custGeom>
                <a:avLst/>
                <a:gdLst>
                  <a:gd name="T0" fmla="*/ 227 w 228"/>
                  <a:gd name="T1" fmla="*/ 112 h 116"/>
                  <a:gd name="T2" fmla="*/ 220 w 228"/>
                  <a:gd name="T3" fmla="*/ 115 h 116"/>
                  <a:gd name="T4" fmla="*/ 209 w 228"/>
                  <a:gd name="T5" fmla="*/ 115 h 116"/>
                  <a:gd name="T6" fmla="*/ 200 w 228"/>
                  <a:gd name="T7" fmla="*/ 115 h 116"/>
                  <a:gd name="T8" fmla="*/ 187 w 228"/>
                  <a:gd name="T9" fmla="*/ 112 h 116"/>
                  <a:gd name="T10" fmla="*/ 179 w 228"/>
                  <a:gd name="T11" fmla="*/ 108 h 116"/>
                  <a:gd name="T12" fmla="*/ 169 w 228"/>
                  <a:gd name="T13" fmla="*/ 105 h 116"/>
                  <a:gd name="T14" fmla="*/ 164 w 228"/>
                  <a:gd name="T15" fmla="*/ 100 h 116"/>
                  <a:gd name="T16" fmla="*/ 157 w 228"/>
                  <a:gd name="T17" fmla="*/ 90 h 116"/>
                  <a:gd name="T18" fmla="*/ 151 w 228"/>
                  <a:gd name="T19" fmla="*/ 84 h 116"/>
                  <a:gd name="T20" fmla="*/ 148 w 228"/>
                  <a:gd name="T21" fmla="*/ 77 h 116"/>
                  <a:gd name="T22" fmla="*/ 145 w 228"/>
                  <a:gd name="T23" fmla="*/ 72 h 116"/>
                  <a:gd name="T24" fmla="*/ 133 w 228"/>
                  <a:gd name="T25" fmla="*/ 56 h 116"/>
                  <a:gd name="T26" fmla="*/ 118 w 228"/>
                  <a:gd name="T27" fmla="*/ 41 h 116"/>
                  <a:gd name="T28" fmla="*/ 112 w 228"/>
                  <a:gd name="T29" fmla="*/ 35 h 116"/>
                  <a:gd name="T30" fmla="*/ 96 w 228"/>
                  <a:gd name="T31" fmla="*/ 31 h 116"/>
                  <a:gd name="T32" fmla="*/ 84 w 228"/>
                  <a:gd name="T33" fmla="*/ 25 h 116"/>
                  <a:gd name="T34" fmla="*/ 73 w 228"/>
                  <a:gd name="T35" fmla="*/ 22 h 116"/>
                  <a:gd name="T36" fmla="*/ 63 w 228"/>
                  <a:gd name="T37" fmla="*/ 19 h 116"/>
                  <a:gd name="T38" fmla="*/ 51 w 228"/>
                  <a:gd name="T39" fmla="*/ 22 h 116"/>
                  <a:gd name="T40" fmla="*/ 36 w 228"/>
                  <a:gd name="T41" fmla="*/ 25 h 116"/>
                  <a:gd name="T42" fmla="*/ 21 w 228"/>
                  <a:gd name="T43" fmla="*/ 31 h 116"/>
                  <a:gd name="T44" fmla="*/ 15 w 228"/>
                  <a:gd name="T45" fmla="*/ 38 h 116"/>
                  <a:gd name="T46" fmla="*/ 9 w 228"/>
                  <a:gd name="T47" fmla="*/ 43 h 116"/>
                  <a:gd name="T48" fmla="*/ 0 w 228"/>
                  <a:gd name="T49" fmla="*/ 13 h 116"/>
                  <a:gd name="T50" fmla="*/ 6 w 228"/>
                  <a:gd name="T51" fmla="*/ 10 h 116"/>
                  <a:gd name="T52" fmla="*/ 21 w 228"/>
                  <a:gd name="T53" fmla="*/ 4 h 116"/>
                  <a:gd name="T54" fmla="*/ 33 w 228"/>
                  <a:gd name="T55" fmla="*/ 0 h 116"/>
                  <a:gd name="T56" fmla="*/ 48 w 228"/>
                  <a:gd name="T57" fmla="*/ 0 h 116"/>
                  <a:gd name="T58" fmla="*/ 61 w 228"/>
                  <a:gd name="T59" fmla="*/ 0 h 116"/>
                  <a:gd name="T60" fmla="*/ 73 w 228"/>
                  <a:gd name="T61" fmla="*/ 4 h 116"/>
                  <a:gd name="T62" fmla="*/ 88 w 228"/>
                  <a:gd name="T63" fmla="*/ 10 h 116"/>
                  <a:gd name="T64" fmla="*/ 96 w 228"/>
                  <a:gd name="T65" fmla="*/ 13 h 116"/>
                  <a:gd name="T66" fmla="*/ 103 w 228"/>
                  <a:gd name="T67" fmla="*/ 19 h 116"/>
                  <a:gd name="T68" fmla="*/ 118 w 228"/>
                  <a:gd name="T69" fmla="*/ 31 h 116"/>
                  <a:gd name="T70" fmla="*/ 130 w 228"/>
                  <a:gd name="T71" fmla="*/ 43 h 116"/>
                  <a:gd name="T72" fmla="*/ 139 w 228"/>
                  <a:gd name="T73" fmla="*/ 56 h 116"/>
                  <a:gd name="T74" fmla="*/ 148 w 228"/>
                  <a:gd name="T75" fmla="*/ 69 h 116"/>
                  <a:gd name="T76" fmla="*/ 157 w 228"/>
                  <a:gd name="T77" fmla="*/ 74 h 116"/>
                  <a:gd name="T78" fmla="*/ 166 w 228"/>
                  <a:gd name="T79" fmla="*/ 84 h 116"/>
                  <a:gd name="T80" fmla="*/ 175 w 228"/>
                  <a:gd name="T81" fmla="*/ 87 h 116"/>
                  <a:gd name="T82" fmla="*/ 184 w 228"/>
                  <a:gd name="T83" fmla="*/ 90 h 116"/>
                  <a:gd name="T84" fmla="*/ 194 w 228"/>
                  <a:gd name="T85" fmla="*/ 90 h 116"/>
                  <a:gd name="T86" fmla="*/ 202 w 228"/>
                  <a:gd name="T87" fmla="*/ 90 h 116"/>
                  <a:gd name="T88" fmla="*/ 209 w 228"/>
                  <a:gd name="T89" fmla="*/ 87 h 116"/>
                  <a:gd name="T90" fmla="*/ 220 w 228"/>
                  <a:gd name="T91" fmla="*/ 81 h 116"/>
                  <a:gd name="T92" fmla="*/ 227 w 228"/>
                  <a:gd name="T9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8" h="116">
                    <a:moveTo>
                      <a:pt x="227" y="112"/>
                    </a:moveTo>
                    <a:lnTo>
                      <a:pt x="220" y="115"/>
                    </a:lnTo>
                    <a:lnTo>
                      <a:pt x="209" y="115"/>
                    </a:lnTo>
                    <a:lnTo>
                      <a:pt x="200" y="115"/>
                    </a:lnTo>
                    <a:lnTo>
                      <a:pt x="187" y="112"/>
                    </a:lnTo>
                    <a:lnTo>
                      <a:pt x="179" y="108"/>
                    </a:lnTo>
                    <a:lnTo>
                      <a:pt x="169" y="105"/>
                    </a:lnTo>
                    <a:lnTo>
                      <a:pt x="164" y="100"/>
                    </a:lnTo>
                    <a:lnTo>
                      <a:pt x="157" y="90"/>
                    </a:lnTo>
                    <a:lnTo>
                      <a:pt x="151" y="84"/>
                    </a:lnTo>
                    <a:lnTo>
                      <a:pt x="148" y="77"/>
                    </a:lnTo>
                    <a:lnTo>
                      <a:pt x="145" y="72"/>
                    </a:lnTo>
                    <a:lnTo>
                      <a:pt x="133" y="56"/>
                    </a:lnTo>
                    <a:lnTo>
                      <a:pt x="118" y="41"/>
                    </a:lnTo>
                    <a:lnTo>
                      <a:pt x="112" y="35"/>
                    </a:lnTo>
                    <a:lnTo>
                      <a:pt x="96" y="31"/>
                    </a:lnTo>
                    <a:lnTo>
                      <a:pt x="84" y="25"/>
                    </a:lnTo>
                    <a:lnTo>
                      <a:pt x="73" y="22"/>
                    </a:lnTo>
                    <a:lnTo>
                      <a:pt x="63" y="19"/>
                    </a:lnTo>
                    <a:lnTo>
                      <a:pt x="51" y="22"/>
                    </a:lnTo>
                    <a:lnTo>
                      <a:pt x="36" y="25"/>
                    </a:lnTo>
                    <a:lnTo>
                      <a:pt x="21" y="31"/>
                    </a:lnTo>
                    <a:lnTo>
                      <a:pt x="15" y="38"/>
                    </a:lnTo>
                    <a:lnTo>
                      <a:pt x="9" y="43"/>
                    </a:lnTo>
                    <a:lnTo>
                      <a:pt x="0" y="13"/>
                    </a:lnTo>
                    <a:lnTo>
                      <a:pt x="6" y="10"/>
                    </a:lnTo>
                    <a:lnTo>
                      <a:pt x="21" y="4"/>
                    </a:lnTo>
                    <a:lnTo>
                      <a:pt x="33" y="0"/>
                    </a:lnTo>
                    <a:lnTo>
                      <a:pt x="48" y="0"/>
                    </a:lnTo>
                    <a:lnTo>
                      <a:pt x="61" y="0"/>
                    </a:lnTo>
                    <a:lnTo>
                      <a:pt x="73" y="4"/>
                    </a:lnTo>
                    <a:lnTo>
                      <a:pt x="88" y="10"/>
                    </a:lnTo>
                    <a:lnTo>
                      <a:pt x="96" y="13"/>
                    </a:lnTo>
                    <a:lnTo>
                      <a:pt x="103" y="19"/>
                    </a:lnTo>
                    <a:lnTo>
                      <a:pt x="118" y="31"/>
                    </a:lnTo>
                    <a:lnTo>
                      <a:pt x="130" y="43"/>
                    </a:lnTo>
                    <a:lnTo>
                      <a:pt x="139" y="56"/>
                    </a:lnTo>
                    <a:lnTo>
                      <a:pt x="148" y="69"/>
                    </a:lnTo>
                    <a:lnTo>
                      <a:pt x="157" y="74"/>
                    </a:lnTo>
                    <a:lnTo>
                      <a:pt x="166" y="84"/>
                    </a:lnTo>
                    <a:lnTo>
                      <a:pt x="175" y="87"/>
                    </a:lnTo>
                    <a:lnTo>
                      <a:pt x="184" y="90"/>
                    </a:lnTo>
                    <a:lnTo>
                      <a:pt x="194" y="90"/>
                    </a:lnTo>
                    <a:lnTo>
                      <a:pt x="202" y="90"/>
                    </a:lnTo>
                    <a:lnTo>
                      <a:pt x="209" y="87"/>
                    </a:lnTo>
                    <a:lnTo>
                      <a:pt x="220" y="81"/>
                    </a:lnTo>
                    <a:lnTo>
                      <a:pt x="227" y="112"/>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7" name="Freeform 73"/>
              <p:cNvSpPr>
                <a:spLocks/>
              </p:cNvSpPr>
              <p:nvPr/>
            </p:nvSpPr>
            <p:spPr bwMode="ltGray">
              <a:xfrm>
                <a:off x="3620" y="638"/>
                <a:ext cx="61" cy="65"/>
              </a:xfrm>
              <a:custGeom>
                <a:avLst/>
                <a:gdLst>
                  <a:gd name="T0" fmla="*/ 20 w 61"/>
                  <a:gd name="T1" fmla="*/ 0 h 65"/>
                  <a:gd name="T2" fmla="*/ 0 w 61"/>
                  <a:gd name="T3" fmla="*/ 44 h 65"/>
                  <a:gd name="T4" fmla="*/ 40 w 61"/>
                  <a:gd name="T5" fmla="*/ 64 h 65"/>
                  <a:gd name="T6" fmla="*/ 60 w 61"/>
                  <a:gd name="T7" fmla="*/ 20 h 65"/>
                  <a:gd name="T8" fmla="*/ 20 w 61"/>
                  <a:gd name="T9" fmla="*/ 0 h 65"/>
                </a:gdLst>
                <a:ahLst/>
                <a:cxnLst>
                  <a:cxn ang="0">
                    <a:pos x="T0" y="T1"/>
                  </a:cxn>
                  <a:cxn ang="0">
                    <a:pos x="T2" y="T3"/>
                  </a:cxn>
                  <a:cxn ang="0">
                    <a:pos x="T4" y="T5"/>
                  </a:cxn>
                  <a:cxn ang="0">
                    <a:pos x="T6" y="T7"/>
                  </a:cxn>
                  <a:cxn ang="0">
                    <a:pos x="T8" y="T9"/>
                  </a:cxn>
                </a:cxnLst>
                <a:rect l="0" t="0" r="r" b="b"/>
                <a:pathLst>
                  <a:path w="61" h="65">
                    <a:moveTo>
                      <a:pt x="20" y="0"/>
                    </a:moveTo>
                    <a:lnTo>
                      <a:pt x="0" y="44"/>
                    </a:lnTo>
                    <a:lnTo>
                      <a:pt x="40" y="64"/>
                    </a:lnTo>
                    <a:lnTo>
                      <a:pt x="60" y="20"/>
                    </a:lnTo>
                    <a:lnTo>
                      <a:pt x="2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8" name="Freeform 74"/>
              <p:cNvSpPr>
                <a:spLocks/>
              </p:cNvSpPr>
              <p:nvPr/>
            </p:nvSpPr>
            <p:spPr bwMode="ltGray">
              <a:xfrm>
                <a:off x="3334" y="566"/>
                <a:ext cx="59" cy="104"/>
              </a:xfrm>
              <a:custGeom>
                <a:avLst/>
                <a:gdLst>
                  <a:gd name="T0" fmla="*/ 16 w 59"/>
                  <a:gd name="T1" fmla="*/ 0 h 104"/>
                  <a:gd name="T2" fmla="*/ 0 w 59"/>
                  <a:gd name="T3" fmla="*/ 103 h 104"/>
                  <a:gd name="T4" fmla="*/ 58 w 59"/>
                  <a:gd name="T5" fmla="*/ 50 h 104"/>
                  <a:gd name="T6" fmla="*/ 16 w 59"/>
                  <a:gd name="T7" fmla="*/ 0 h 104"/>
                </a:gdLst>
                <a:ahLst/>
                <a:cxnLst>
                  <a:cxn ang="0">
                    <a:pos x="T0" y="T1"/>
                  </a:cxn>
                  <a:cxn ang="0">
                    <a:pos x="T2" y="T3"/>
                  </a:cxn>
                  <a:cxn ang="0">
                    <a:pos x="T4" y="T5"/>
                  </a:cxn>
                  <a:cxn ang="0">
                    <a:pos x="T6" y="T7"/>
                  </a:cxn>
                </a:cxnLst>
                <a:rect l="0" t="0" r="r" b="b"/>
                <a:pathLst>
                  <a:path w="59" h="104">
                    <a:moveTo>
                      <a:pt x="16" y="0"/>
                    </a:moveTo>
                    <a:lnTo>
                      <a:pt x="0" y="103"/>
                    </a:lnTo>
                    <a:lnTo>
                      <a:pt x="58" y="50"/>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89" name="Freeform 75"/>
              <p:cNvSpPr>
                <a:spLocks/>
              </p:cNvSpPr>
              <p:nvPr/>
            </p:nvSpPr>
            <p:spPr bwMode="ltGray">
              <a:xfrm>
                <a:off x="1460" y="635"/>
                <a:ext cx="57" cy="102"/>
              </a:xfrm>
              <a:custGeom>
                <a:avLst/>
                <a:gdLst>
                  <a:gd name="T0" fmla="*/ 16 w 57"/>
                  <a:gd name="T1" fmla="*/ 101 h 102"/>
                  <a:gd name="T2" fmla="*/ 0 w 57"/>
                  <a:gd name="T3" fmla="*/ 0 h 102"/>
                  <a:gd name="T4" fmla="*/ 56 w 57"/>
                  <a:gd name="T5" fmla="*/ 51 h 102"/>
                  <a:gd name="T6" fmla="*/ 16 w 57"/>
                  <a:gd name="T7" fmla="*/ 101 h 102"/>
                </a:gdLst>
                <a:ahLst/>
                <a:cxnLst>
                  <a:cxn ang="0">
                    <a:pos x="T0" y="T1"/>
                  </a:cxn>
                  <a:cxn ang="0">
                    <a:pos x="T2" y="T3"/>
                  </a:cxn>
                  <a:cxn ang="0">
                    <a:pos x="T4" y="T5"/>
                  </a:cxn>
                  <a:cxn ang="0">
                    <a:pos x="T6" y="T7"/>
                  </a:cxn>
                </a:cxnLst>
                <a:rect l="0" t="0" r="r" b="b"/>
                <a:pathLst>
                  <a:path w="57" h="102">
                    <a:moveTo>
                      <a:pt x="16" y="101"/>
                    </a:moveTo>
                    <a:lnTo>
                      <a:pt x="0" y="0"/>
                    </a:lnTo>
                    <a:lnTo>
                      <a:pt x="56" y="51"/>
                    </a:lnTo>
                    <a:lnTo>
                      <a:pt x="16"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0" name="Freeform 76"/>
              <p:cNvSpPr>
                <a:spLocks/>
              </p:cNvSpPr>
              <p:nvPr/>
            </p:nvSpPr>
            <p:spPr bwMode="ltGray">
              <a:xfrm>
                <a:off x="3862" y="497"/>
                <a:ext cx="158" cy="75"/>
              </a:xfrm>
              <a:custGeom>
                <a:avLst/>
                <a:gdLst>
                  <a:gd name="T0" fmla="*/ 6 w 158"/>
                  <a:gd name="T1" fmla="*/ 30 h 75"/>
                  <a:gd name="T2" fmla="*/ 15 w 158"/>
                  <a:gd name="T3" fmla="*/ 27 h 75"/>
                  <a:gd name="T4" fmla="*/ 27 w 158"/>
                  <a:gd name="T5" fmla="*/ 27 h 75"/>
                  <a:gd name="T6" fmla="*/ 36 w 158"/>
                  <a:gd name="T7" fmla="*/ 30 h 75"/>
                  <a:gd name="T8" fmla="*/ 43 w 158"/>
                  <a:gd name="T9" fmla="*/ 35 h 75"/>
                  <a:gd name="T10" fmla="*/ 48 w 158"/>
                  <a:gd name="T11" fmla="*/ 47 h 75"/>
                  <a:gd name="T12" fmla="*/ 58 w 158"/>
                  <a:gd name="T13" fmla="*/ 62 h 75"/>
                  <a:gd name="T14" fmla="*/ 69 w 158"/>
                  <a:gd name="T15" fmla="*/ 71 h 75"/>
                  <a:gd name="T16" fmla="*/ 84 w 158"/>
                  <a:gd name="T17" fmla="*/ 74 h 75"/>
                  <a:gd name="T18" fmla="*/ 96 w 158"/>
                  <a:gd name="T19" fmla="*/ 71 h 75"/>
                  <a:gd name="T20" fmla="*/ 106 w 158"/>
                  <a:gd name="T21" fmla="*/ 62 h 75"/>
                  <a:gd name="T22" fmla="*/ 118 w 158"/>
                  <a:gd name="T23" fmla="*/ 56 h 75"/>
                  <a:gd name="T24" fmla="*/ 130 w 158"/>
                  <a:gd name="T25" fmla="*/ 54 h 75"/>
                  <a:gd name="T26" fmla="*/ 142 w 158"/>
                  <a:gd name="T27" fmla="*/ 54 h 75"/>
                  <a:gd name="T28" fmla="*/ 151 w 158"/>
                  <a:gd name="T29" fmla="*/ 56 h 75"/>
                  <a:gd name="T30" fmla="*/ 154 w 158"/>
                  <a:gd name="T31" fmla="*/ 54 h 75"/>
                  <a:gd name="T32" fmla="*/ 145 w 158"/>
                  <a:gd name="T33" fmla="*/ 47 h 75"/>
                  <a:gd name="T34" fmla="*/ 136 w 158"/>
                  <a:gd name="T35" fmla="*/ 47 h 75"/>
                  <a:gd name="T36" fmla="*/ 127 w 158"/>
                  <a:gd name="T37" fmla="*/ 47 h 75"/>
                  <a:gd name="T38" fmla="*/ 114 w 158"/>
                  <a:gd name="T39" fmla="*/ 54 h 75"/>
                  <a:gd name="T40" fmla="*/ 103 w 158"/>
                  <a:gd name="T41" fmla="*/ 59 h 75"/>
                  <a:gd name="T42" fmla="*/ 91 w 158"/>
                  <a:gd name="T43" fmla="*/ 62 h 75"/>
                  <a:gd name="T44" fmla="*/ 79 w 158"/>
                  <a:gd name="T45" fmla="*/ 62 h 75"/>
                  <a:gd name="T46" fmla="*/ 69 w 158"/>
                  <a:gd name="T47" fmla="*/ 56 h 75"/>
                  <a:gd name="T48" fmla="*/ 61 w 158"/>
                  <a:gd name="T49" fmla="*/ 54 h 75"/>
                  <a:gd name="T50" fmla="*/ 51 w 158"/>
                  <a:gd name="T51" fmla="*/ 42 h 75"/>
                  <a:gd name="T52" fmla="*/ 43 w 158"/>
                  <a:gd name="T53" fmla="*/ 24 h 75"/>
                  <a:gd name="T54" fmla="*/ 36 w 158"/>
                  <a:gd name="T55" fmla="*/ 9 h 75"/>
                  <a:gd name="T56" fmla="*/ 27 w 158"/>
                  <a:gd name="T57" fmla="*/ 3 h 75"/>
                  <a:gd name="T58" fmla="*/ 18 w 158"/>
                  <a:gd name="T59" fmla="*/ 0 h 75"/>
                  <a:gd name="T60" fmla="*/ 9 w 158"/>
                  <a:gd name="T61" fmla="*/ 3 h 75"/>
                  <a:gd name="T62" fmla="*/ 0 w 158"/>
                  <a:gd name="T63" fmla="*/ 3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5">
                    <a:moveTo>
                      <a:pt x="0" y="32"/>
                    </a:moveTo>
                    <a:lnTo>
                      <a:pt x="6" y="30"/>
                    </a:lnTo>
                    <a:lnTo>
                      <a:pt x="12" y="27"/>
                    </a:lnTo>
                    <a:lnTo>
                      <a:pt x="15" y="27"/>
                    </a:lnTo>
                    <a:lnTo>
                      <a:pt x="21" y="27"/>
                    </a:lnTo>
                    <a:lnTo>
                      <a:pt x="27" y="27"/>
                    </a:lnTo>
                    <a:lnTo>
                      <a:pt x="30" y="27"/>
                    </a:lnTo>
                    <a:lnTo>
                      <a:pt x="36" y="30"/>
                    </a:lnTo>
                    <a:lnTo>
                      <a:pt x="39" y="32"/>
                    </a:lnTo>
                    <a:lnTo>
                      <a:pt x="43" y="35"/>
                    </a:lnTo>
                    <a:lnTo>
                      <a:pt x="48" y="44"/>
                    </a:lnTo>
                    <a:lnTo>
                      <a:pt x="48" y="47"/>
                    </a:lnTo>
                    <a:lnTo>
                      <a:pt x="54" y="54"/>
                    </a:lnTo>
                    <a:lnTo>
                      <a:pt x="58" y="62"/>
                    </a:lnTo>
                    <a:lnTo>
                      <a:pt x="63" y="65"/>
                    </a:lnTo>
                    <a:lnTo>
                      <a:pt x="69" y="71"/>
                    </a:lnTo>
                    <a:lnTo>
                      <a:pt x="76" y="74"/>
                    </a:lnTo>
                    <a:lnTo>
                      <a:pt x="84" y="74"/>
                    </a:lnTo>
                    <a:lnTo>
                      <a:pt x="91" y="74"/>
                    </a:lnTo>
                    <a:lnTo>
                      <a:pt x="96" y="71"/>
                    </a:lnTo>
                    <a:lnTo>
                      <a:pt x="103" y="68"/>
                    </a:lnTo>
                    <a:lnTo>
                      <a:pt x="106" y="62"/>
                    </a:lnTo>
                    <a:lnTo>
                      <a:pt x="112" y="62"/>
                    </a:lnTo>
                    <a:lnTo>
                      <a:pt x="118" y="56"/>
                    </a:lnTo>
                    <a:lnTo>
                      <a:pt x="124" y="54"/>
                    </a:lnTo>
                    <a:lnTo>
                      <a:pt x="130" y="54"/>
                    </a:lnTo>
                    <a:lnTo>
                      <a:pt x="136" y="54"/>
                    </a:lnTo>
                    <a:lnTo>
                      <a:pt x="142" y="54"/>
                    </a:lnTo>
                    <a:lnTo>
                      <a:pt x="148" y="56"/>
                    </a:lnTo>
                    <a:lnTo>
                      <a:pt x="151" y="56"/>
                    </a:lnTo>
                    <a:lnTo>
                      <a:pt x="157" y="59"/>
                    </a:lnTo>
                    <a:lnTo>
                      <a:pt x="154" y="54"/>
                    </a:lnTo>
                    <a:lnTo>
                      <a:pt x="151" y="50"/>
                    </a:lnTo>
                    <a:lnTo>
                      <a:pt x="145" y="47"/>
                    </a:lnTo>
                    <a:lnTo>
                      <a:pt x="142" y="47"/>
                    </a:lnTo>
                    <a:lnTo>
                      <a:pt x="136" y="47"/>
                    </a:lnTo>
                    <a:lnTo>
                      <a:pt x="133" y="47"/>
                    </a:lnTo>
                    <a:lnTo>
                      <a:pt x="127" y="47"/>
                    </a:lnTo>
                    <a:lnTo>
                      <a:pt x="124" y="47"/>
                    </a:lnTo>
                    <a:lnTo>
                      <a:pt x="114" y="54"/>
                    </a:lnTo>
                    <a:lnTo>
                      <a:pt x="106" y="59"/>
                    </a:lnTo>
                    <a:lnTo>
                      <a:pt x="103" y="59"/>
                    </a:lnTo>
                    <a:lnTo>
                      <a:pt x="96" y="59"/>
                    </a:lnTo>
                    <a:lnTo>
                      <a:pt x="91" y="62"/>
                    </a:lnTo>
                    <a:lnTo>
                      <a:pt x="81" y="62"/>
                    </a:lnTo>
                    <a:lnTo>
                      <a:pt x="79" y="62"/>
                    </a:lnTo>
                    <a:lnTo>
                      <a:pt x="73" y="59"/>
                    </a:lnTo>
                    <a:lnTo>
                      <a:pt x="69" y="56"/>
                    </a:lnTo>
                    <a:lnTo>
                      <a:pt x="63" y="56"/>
                    </a:lnTo>
                    <a:lnTo>
                      <a:pt x="61" y="54"/>
                    </a:lnTo>
                    <a:lnTo>
                      <a:pt x="58" y="47"/>
                    </a:lnTo>
                    <a:lnTo>
                      <a:pt x="51" y="42"/>
                    </a:lnTo>
                    <a:lnTo>
                      <a:pt x="45" y="32"/>
                    </a:lnTo>
                    <a:lnTo>
                      <a:pt x="43" y="24"/>
                    </a:lnTo>
                    <a:lnTo>
                      <a:pt x="36" y="12"/>
                    </a:lnTo>
                    <a:lnTo>
                      <a:pt x="36" y="9"/>
                    </a:lnTo>
                    <a:lnTo>
                      <a:pt x="30" y="3"/>
                    </a:lnTo>
                    <a:lnTo>
                      <a:pt x="27" y="3"/>
                    </a:lnTo>
                    <a:lnTo>
                      <a:pt x="24" y="0"/>
                    </a:lnTo>
                    <a:lnTo>
                      <a:pt x="18" y="0"/>
                    </a:lnTo>
                    <a:lnTo>
                      <a:pt x="15" y="3"/>
                    </a:lnTo>
                    <a:lnTo>
                      <a:pt x="9" y="3"/>
                    </a:lnTo>
                    <a:lnTo>
                      <a:pt x="6" y="9"/>
                    </a:lnTo>
                    <a:lnTo>
                      <a:pt x="0" y="32"/>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1" name="Freeform 77"/>
              <p:cNvSpPr>
                <a:spLocks/>
              </p:cNvSpPr>
              <p:nvPr/>
            </p:nvSpPr>
            <p:spPr bwMode="ltGray">
              <a:xfrm>
                <a:off x="4292" y="688"/>
                <a:ext cx="57" cy="66"/>
              </a:xfrm>
              <a:custGeom>
                <a:avLst/>
                <a:gdLst>
                  <a:gd name="T0" fmla="*/ 31 w 57"/>
                  <a:gd name="T1" fmla="*/ 0 h 66"/>
                  <a:gd name="T2" fmla="*/ 0 w 57"/>
                  <a:gd name="T3" fmla="*/ 17 h 66"/>
                  <a:gd name="T4" fmla="*/ 17 w 57"/>
                  <a:gd name="T5" fmla="*/ 65 h 66"/>
                  <a:gd name="T6" fmla="*/ 56 w 57"/>
                  <a:gd name="T7" fmla="*/ 41 h 66"/>
                  <a:gd name="T8" fmla="*/ 31 w 57"/>
                  <a:gd name="T9" fmla="*/ 0 h 66"/>
                </a:gdLst>
                <a:ahLst/>
                <a:cxnLst>
                  <a:cxn ang="0">
                    <a:pos x="T0" y="T1"/>
                  </a:cxn>
                  <a:cxn ang="0">
                    <a:pos x="T2" y="T3"/>
                  </a:cxn>
                  <a:cxn ang="0">
                    <a:pos x="T4" y="T5"/>
                  </a:cxn>
                  <a:cxn ang="0">
                    <a:pos x="T6" y="T7"/>
                  </a:cxn>
                  <a:cxn ang="0">
                    <a:pos x="T8" y="T9"/>
                  </a:cxn>
                </a:cxnLst>
                <a:rect l="0" t="0" r="r" b="b"/>
                <a:pathLst>
                  <a:path w="57" h="66">
                    <a:moveTo>
                      <a:pt x="31" y="0"/>
                    </a:moveTo>
                    <a:lnTo>
                      <a:pt x="0" y="17"/>
                    </a:lnTo>
                    <a:lnTo>
                      <a:pt x="17" y="65"/>
                    </a:lnTo>
                    <a:lnTo>
                      <a:pt x="56" y="41"/>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2" name="Freeform 78"/>
              <p:cNvSpPr>
                <a:spLocks/>
              </p:cNvSpPr>
              <p:nvPr/>
            </p:nvSpPr>
            <p:spPr bwMode="ltGray">
              <a:xfrm>
                <a:off x="2644" y="597"/>
                <a:ext cx="59" cy="83"/>
              </a:xfrm>
              <a:custGeom>
                <a:avLst/>
                <a:gdLst>
                  <a:gd name="T0" fmla="*/ 58 w 59"/>
                  <a:gd name="T1" fmla="*/ 0 h 83"/>
                  <a:gd name="T2" fmla="*/ 0 w 59"/>
                  <a:gd name="T3" fmla="*/ 31 h 83"/>
                  <a:gd name="T4" fmla="*/ 42 w 59"/>
                  <a:gd name="T5" fmla="*/ 82 h 83"/>
                  <a:gd name="T6" fmla="*/ 58 w 59"/>
                  <a:gd name="T7" fmla="*/ 0 h 83"/>
                </a:gdLst>
                <a:ahLst/>
                <a:cxnLst>
                  <a:cxn ang="0">
                    <a:pos x="T0" y="T1"/>
                  </a:cxn>
                  <a:cxn ang="0">
                    <a:pos x="T2" y="T3"/>
                  </a:cxn>
                  <a:cxn ang="0">
                    <a:pos x="T4" y="T5"/>
                  </a:cxn>
                  <a:cxn ang="0">
                    <a:pos x="T6" y="T7"/>
                  </a:cxn>
                </a:cxnLst>
                <a:rect l="0" t="0" r="r" b="b"/>
                <a:pathLst>
                  <a:path w="59" h="83">
                    <a:moveTo>
                      <a:pt x="58" y="0"/>
                    </a:moveTo>
                    <a:lnTo>
                      <a:pt x="0" y="31"/>
                    </a:lnTo>
                    <a:lnTo>
                      <a:pt x="42" y="82"/>
                    </a:lnTo>
                    <a:lnTo>
                      <a:pt x="5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3" name="Freeform 79"/>
              <p:cNvSpPr>
                <a:spLocks/>
              </p:cNvSpPr>
              <p:nvPr/>
            </p:nvSpPr>
            <p:spPr bwMode="ltGray">
              <a:xfrm>
                <a:off x="4563" y="666"/>
                <a:ext cx="59" cy="78"/>
              </a:xfrm>
              <a:custGeom>
                <a:avLst/>
                <a:gdLst>
                  <a:gd name="T0" fmla="*/ 58 w 59"/>
                  <a:gd name="T1" fmla="*/ 0 h 78"/>
                  <a:gd name="T2" fmla="*/ 0 w 59"/>
                  <a:gd name="T3" fmla="*/ 30 h 78"/>
                  <a:gd name="T4" fmla="*/ 42 w 59"/>
                  <a:gd name="T5" fmla="*/ 77 h 78"/>
                  <a:gd name="T6" fmla="*/ 58 w 59"/>
                  <a:gd name="T7" fmla="*/ 0 h 78"/>
                </a:gdLst>
                <a:ahLst/>
                <a:cxnLst>
                  <a:cxn ang="0">
                    <a:pos x="T0" y="T1"/>
                  </a:cxn>
                  <a:cxn ang="0">
                    <a:pos x="T2" y="T3"/>
                  </a:cxn>
                  <a:cxn ang="0">
                    <a:pos x="T4" y="T5"/>
                  </a:cxn>
                  <a:cxn ang="0">
                    <a:pos x="T6" y="T7"/>
                  </a:cxn>
                </a:cxnLst>
                <a:rect l="0" t="0" r="r" b="b"/>
                <a:pathLst>
                  <a:path w="59" h="78">
                    <a:moveTo>
                      <a:pt x="58" y="0"/>
                    </a:moveTo>
                    <a:lnTo>
                      <a:pt x="0" y="30"/>
                    </a:lnTo>
                    <a:lnTo>
                      <a:pt x="42" y="77"/>
                    </a:lnTo>
                    <a:lnTo>
                      <a:pt x="5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4" name="Freeform 80"/>
              <p:cNvSpPr>
                <a:spLocks/>
              </p:cNvSpPr>
              <p:nvPr/>
            </p:nvSpPr>
            <p:spPr bwMode="ltGray">
              <a:xfrm>
                <a:off x="2144" y="748"/>
                <a:ext cx="231" cy="115"/>
              </a:xfrm>
              <a:custGeom>
                <a:avLst/>
                <a:gdLst>
                  <a:gd name="T0" fmla="*/ 0 w 231"/>
                  <a:gd name="T1" fmla="*/ 111 h 115"/>
                  <a:gd name="T2" fmla="*/ 6 w 231"/>
                  <a:gd name="T3" fmla="*/ 114 h 115"/>
                  <a:gd name="T4" fmla="*/ 18 w 231"/>
                  <a:gd name="T5" fmla="*/ 114 h 115"/>
                  <a:gd name="T6" fmla="*/ 27 w 231"/>
                  <a:gd name="T7" fmla="*/ 114 h 115"/>
                  <a:gd name="T8" fmla="*/ 39 w 231"/>
                  <a:gd name="T9" fmla="*/ 111 h 115"/>
                  <a:gd name="T10" fmla="*/ 48 w 231"/>
                  <a:gd name="T11" fmla="*/ 108 h 115"/>
                  <a:gd name="T12" fmla="*/ 58 w 231"/>
                  <a:gd name="T13" fmla="*/ 104 h 115"/>
                  <a:gd name="T14" fmla="*/ 63 w 231"/>
                  <a:gd name="T15" fmla="*/ 101 h 115"/>
                  <a:gd name="T16" fmla="*/ 73 w 231"/>
                  <a:gd name="T17" fmla="*/ 93 h 115"/>
                  <a:gd name="T18" fmla="*/ 76 w 231"/>
                  <a:gd name="T19" fmla="*/ 83 h 115"/>
                  <a:gd name="T20" fmla="*/ 81 w 231"/>
                  <a:gd name="T21" fmla="*/ 77 h 115"/>
                  <a:gd name="T22" fmla="*/ 84 w 231"/>
                  <a:gd name="T23" fmla="*/ 71 h 115"/>
                  <a:gd name="T24" fmla="*/ 94 w 231"/>
                  <a:gd name="T25" fmla="*/ 55 h 115"/>
                  <a:gd name="T26" fmla="*/ 109 w 231"/>
                  <a:gd name="T27" fmla="*/ 40 h 115"/>
                  <a:gd name="T28" fmla="*/ 115 w 231"/>
                  <a:gd name="T29" fmla="*/ 37 h 115"/>
                  <a:gd name="T30" fmla="*/ 130 w 231"/>
                  <a:gd name="T31" fmla="*/ 31 h 115"/>
                  <a:gd name="T32" fmla="*/ 142 w 231"/>
                  <a:gd name="T33" fmla="*/ 24 h 115"/>
                  <a:gd name="T34" fmla="*/ 154 w 231"/>
                  <a:gd name="T35" fmla="*/ 21 h 115"/>
                  <a:gd name="T36" fmla="*/ 164 w 231"/>
                  <a:gd name="T37" fmla="*/ 18 h 115"/>
                  <a:gd name="T38" fmla="*/ 175 w 231"/>
                  <a:gd name="T39" fmla="*/ 21 h 115"/>
                  <a:gd name="T40" fmla="*/ 190 w 231"/>
                  <a:gd name="T41" fmla="*/ 24 h 115"/>
                  <a:gd name="T42" fmla="*/ 205 w 231"/>
                  <a:gd name="T43" fmla="*/ 31 h 115"/>
                  <a:gd name="T44" fmla="*/ 215 w 231"/>
                  <a:gd name="T45" fmla="*/ 37 h 115"/>
                  <a:gd name="T46" fmla="*/ 218 w 231"/>
                  <a:gd name="T47" fmla="*/ 43 h 115"/>
                  <a:gd name="T48" fmla="*/ 230 w 231"/>
                  <a:gd name="T49" fmla="*/ 12 h 115"/>
                  <a:gd name="T50" fmla="*/ 221 w 231"/>
                  <a:gd name="T51" fmla="*/ 9 h 115"/>
                  <a:gd name="T52" fmla="*/ 209 w 231"/>
                  <a:gd name="T53" fmla="*/ 3 h 115"/>
                  <a:gd name="T54" fmla="*/ 194 w 231"/>
                  <a:gd name="T55" fmla="*/ 0 h 115"/>
                  <a:gd name="T56" fmla="*/ 179 w 231"/>
                  <a:gd name="T57" fmla="*/ 0 h 115"/>
                  <a:gd name="T58" fmla="*/ 167 w 231"/>
                  <a:gd name="T59" fmla="*/ 0 h 115"/>
                  <a:gd name="T60" fmla="*/ 154 w 231"/>
                  <a:gd name="T61" fmla="*/ 3 h 115"/>
                  <a:gd name="T62" fmla="*/ 139 w 231"/>
                  <a:gd name="T63" fmla="*/ 9 h 115"/>
                  <a:gd name="T64" fmla="*/ 130 w 231"/>
                  <a:gd name="T65" fmla="*/ 12 h 115"/>
                  <a:gd name="T66" fmla="*/ 124 w 231"/>
                  <a:gd name="T67" fmla="*/ 18 h 115"/>
                  <a:gd name="T68" fmla="*/ 109 w 231"/>
                  <a:gd name="T69" fmla="*/ 31 h 115"/>
                  <a:gd name="T70" fmla="*/ 97 w 231"/>
                  <a:gd name="T71" fmla="*/ 43 h 115"/>
                  <a:gd name="T72" fmla="*/ 88 w 231"/>
                  <a:gd name="T73" fmla="*/ 55 h 115"/>
                  <a:gd name="T74" fmla="*/ 79 w 231"/>
                  <a:gd name="T75" fmla="*/ 68 h 115"/>
                  <a:gd name="T76" fmla="*/ 73 w 231"/>
                  <a:gd name="T77" fmla="*/ 73 h 115"/>
                  <a:gd name="T78" fmla="*/ 61 w 231"/>
                  <a:gd name="T79" fmla="*/ 83 h 115"/>
                  <a:gd name="T80" fmla="*/ 51 w 231"/>
                  <a:gd name="T81" fmla="*/ 86 h 115"/>
                  <a:gd name="T82" fmla="*/ 43 w 231"/>
                  <a:gd name="T83" fmla="*/ 89 h 115"/>
                  <a:gd name="T84" fmla="*/ 33 w 231"/>
                  <a:gd name="T85" fmla="*/ 89 h 115"/>
                  <a:gd name="T86" fmla="*/ 24 w 231"/>
                  <a:gd name="T87" fmla="*/ 89 h 115"/>
                  <a:gd name="T88" fmla="*/ 18 w 231"/>
                  <a:gd name="T89" fmla="*/ 86 h 115"/>
                  <a:gd name="T90" fmla="*/ 6 w 231"/>
                  <a:gd name="T91" fmla="*/ 80 h 115"/>
                  <a:gd name="T92" fmla="*/ 0 w 231"/>
                  <a:gd name="T93" fmla="*/ 1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1" h="115">
                    <a:moveTo>
                      <a:pt x="0" y="111"/>
                    </a:moveTo>
                    <a:lnTo>
                      <a:pt x="6" y="114"/>
                    </a:lnTo>
                    <a:lnTo>
                      <a:pt x="18" y="114"/>
                    </a:lnTo>
                    <a:lnTo>
                      <a:pt x="27" y="114"/>
                    </a:lnTo>
                    <a:lnTo>
                      <a:pt x="39" y="111"/>
                    </a:lnTo>
                    <a:lnTo>
                      <a:pt x="48" y="108"/>
                    </a:lnTo>
                    <a:lnTo>
                      <a:pt x="58" y="104"/>
                    </a:lnTo>
                    <a:lnTo>
                      <a:pt x="63" y="101"/>
                    </a:lnTo>
                    <a:lnTo>
                      <a:pt x="73" y="93"/>
                    </a:lnTo>
                    <a:lnTo>
                      <a:pt x="76" y="83"/>
                    </a:lnTo>
                    <a:lnTo>
                      <a:pt x="81" y="77"/>
                    </a:lnTo>
                    <a:lnTo>
                      <a:pt x="84" y="71"/>
                    </a:lnTo>
                    <a:lnTo>
                      <a:pt x="94" y="55"/>
                    </a:lnTo>
                    <a:lnTo>
                      <a:pt x="109" y="40"/>
                    </a:lnTo>
                    <a:lnTo>
                      <a:pt x="115" y="37"/>
                    </a:lnTo>
                    <a:lnTo>
                      <a:pt x="130" y="31"/>
                    </a:lnTo>
                    <a:lnTo>
                      <a:pt x="142" y="24"/>
                    </a:lnTo>
                    <a:lnTo>
                      <a:pt x="154" y="21"/>
                    </a:lnTo>
                    <a:lnTo>
                      <a:pt x="164" y="18"/>
                    </a:lnTo>
                    <a:lnTo>
                      <a:pt x="175" y="21"/>
                    </a:lnTo>
                    <a:lnTo>
                      <a:pt x="190" y="24"/>
                    </a:lnTo>
                    <a:lnTo>
                      <a:pt x="205" y="31"/>
                    </a:lnTo>
                    <a:lnTo>
                      <a:pt x="215" y="37"/>
                    </a:lnTo>
                    <a:lnTo>
                      <a:pt x="218" y="43"/>
                    </a:lnTo>
                    <a:lnTo>
                      <a:pt x="230" y="12"/>
                    </a:lnTo>
                    <a:lnTo>
                      <a:pt x="221" y="9"/>
                    </a:lnTo>
                    <a:lnTo>
                      <a:pt x="209" y="3"/>
                    </a:lnTo>
                    <a:lnTo>
                      <a:pt x="194" y="0"/>
                    </a:lnTo>
                    <a:lnTo>
                      <a:pt x="179" y="0"/>
                    </a:lnTo>
                    <a:lnTo>
                      <a:pt x="167" y="0"/>
                    </a:lnTo>
                    <a:lnTo>
                      <a:pt x="154" y="3"/>
                    </a:lnTo>
                    <a:lnTo>
                      <a:pt x="139" y="9"/>
                    </a:lnTo>
                    <a:lnTo>
                      <a:pt x="130" y="12"/>
                    </a:lnTo>
                    <a:lnTo>
                      <a:pt x="124" y="18"/>
                    </a:lnTo>
                    <a:lnTo>
                      <a:pt x="109" y="31"/>
                    </a:lnTo>
                    <a:lnTo>
                      <a:pt x="97" y="43"/>
                    </a:lnTo>
                    <a:lnTo>
                      <a:pt x="88" y="55"/>
                    </a:lnTo>
                    <a:lnTo>
                      <a:pt x="79" y="68"/>
                    </a:lnTo>
                    <a:lnTo>
                      <a:pt x="73" y="73"/>
                    </a:lnTo>
                    <a:lnTo>
                      <a:pt x="61" y="83"/>
                    </a:lnTo>
                    <a:lnTo>
                      <a:pt x="51" y="86"/>
                    </a:lnTo>
                    <a:lnTo>
                      <a:pt x="43" y="89"/>
                    </a:lnTo>
                    <a:lnTo>
                      <a:pt x="33" y="89"/>
                    </a:lnTo>
                    <a:lnTo>
                      <a:pt x="24" y="89"/>
                    </a:lnTo>
                    <a:lnTo>
                      <a:pt x="18" y="86"/>
                    </a:lnTo>
                    <a:lnTo>
                      <a:pt x="6" y="80"/>
                    </a:lnTo>
                    <a:lnTo>
                      <a:pt x="0" y="11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5" name="Freeform 81"/>
              <p:cNvSpPr>
                <a:spLocks/>
              </p:cNvSpPr>
              <p:nvPr/>
            </p:nvSpPr>
            <p:spPr bwMode="ltGray">
              <a:xfrm>
                <a:off x="2991" y="598"/>
                <a:ext cx="102" cy="307"/>
              </a:xfrm>
              <a:custGeom>
                <a:avLst/>
                <a:gdLst>
                  <a:gd name="T0" fmla="*/ 50 w 102"/>
                  <a:gd name="T1" fmla="*/ 3 h 307"/>
                  <a:gd name="T2" fmla="*/ 47 w 102"/>
                  <a:gd name="T3" fmla="*/ 13 h 307"/>
                  <a:gd name="T4" fmla="*/ 44 w 102"/>
                  <a:gd name="T5" fmla="*/ 16 h 307"/>
                  <a:gd name="T6" fmla="*/ 44 w 102"/>
                  <a:gd name="T7" fmla="*/ 23 h 307"/>
                  <a:gd name="T8" fmla="*/ 39 w 102"/>
                  <a:gd name="T9" fmla="*/ 39 h 307"/>
                  <a:gd name="T10" fmla="*/ 30 w 102"/>
                  <a:gd name="T11" fmla="*/ 61 h 307"/>
                  <a:gd name="T12" fmla="*/ 27 w 102"/>
                  <a:gd name="T13" fmla="*/ 78 h 307"/>
                  <a:gd name="T14" fmla="*/ 20 w 102"/>
                  <a:gd name="T15" fmla="*/ 94 h 307"/>
                  <a:gd name="T16" fmla="*/ 20 w 102"/>
                  <a:gd name="T17" fmla="*/ 107 h 307"/>
                  <a:gd name="T18" fmla="*/ 20 w 102"/>
                  <a:gd name="T19" fmla="*/ 120 h 307"/>
                  <a:gd name="T20" fmla="*/ 24 w 102"/>
                  <a:gd name="T21" fmla="*/ 129 h 307"/>
                  <a:gd name="T22" fmla="*/ 27 w 102"/>
                  <a:gd name="T23" fmla="*/ 136 h 307"/>
                  <a:gd name="T24" fmla="*/ 35 w 102"/>
                  <a:gd name="T25" fmla="*/ 148 h 307"/>
                  <a:gd name="T26" fmla="*/ 47 w 102"/>
                  <a:gd name="T27" fmla="*/ 161 h 307"/>
                  <a:gd name="T28" fmla="*/ 57 w 102"/>
                  <a:gd name="T29" fmla="*/ 174 h 307"/>
                  <a:gd name="T30" fmla="*/ 77 w 102"/>
                  <a:gd name="T31" fmla="*/ 196 h 307"/>
                  <a:gd name="T32" fmla="*/ 89 w 102"/>
                  <a:gd name="T33" fmla="*/ 216 h 307"/>
                  <a:gd name="T34" fmla="*/ 95 w 102"/>
                  <a:gd name="T35" fmla="*/ 225 h 307"/>
                  <a:gd name="T36" fmla="*/ 98 w 102"/>
                  <a:gd name="T37" fmla="*/ 236 h 307"/>
                  <a:gd name="T38" fmla="*/ 101 w 102"/>
                  <a:gd name="T39" fmla="*/ 252 h 307"/>
                  <a:gd name="T40" fmla="*/ 101 w 102"/>
                  <a:gd name="T41" fmla="*/ 265 h 307"/>
                  <a:gd name="T42" fmla="*/ 101 w 102"/>
                  <a:gd name="T43" fmla="*/ 274 h 307"/>
                  <a:gd name="T44" fmla="*/ 95 w 102"/>
                  <a:gd name="T45" fmla="*/ 293 h 307"/>
                  <a:gd name="T46" fmla="*/ 92 w 102"/>
                  <a:gd name="T47" fmla="*/ 306 h 307"/>
                  <a:gd name="T48" fmla="*/ 69 w 102"/>
                  <a:gd name="T49" fmla="*/ 287 h 307"/>
                  <a:gd name="T50" fmla="*/ 74 w 102"/>
                  <a:gd name="T51" fmla="*/ 274 h 307"/>
                  <a:gd name="T52" fmla="*/ 77 w 102"/>
                  <a:gd name="T53" fmla="*/ 261 h 307"/>
                  <a:gd name="T54" fmla="*/ 80 w 102"/>
                  <a:gd name="T55" fmla="*/ 249 h 307"/>
                  <a:gd name="T56" fmla="*/ 83 w 102"/>
                  <a:gd name="T57" fmla="*/ 236 h 307"/>
                  <a:gd name="T58" fmla="*/ 80 w 102"/>
                  <a:gd name="T59" fmla="*/ 222 h 307"/>
                  <a:gd name="T60" fmla="*/ 77 w 102"/>
                  <a:gd name="T61" fmla="*/ 209 h 307"/>
                  <a:gd name="T62" fmla="*/ 71 w 102"/>
                  <a:gd name="T63" fmla="*/ 196 h 307"/>
                  <a:gd name="T64" fmla="*/ 65 w 102"/>
                  <a:gd name="T65" fmla="*/ 190 h 307"/>
                  <a:gd name="T66" fmla="*/ 54 w 102"/>
                  <a:gd name="T67" fmla="*/ 180 h 307"/>
                  <a:gd name="T68" fmla="*/ 42 w 102"/>
                  <a:gd name="T69" fmla="*/ 168 h 307"/>
                  <a:gd name="T70" fmla="*/ 30 w 102"/>
                  <a:gd name="T71" fmla="*/ 155 h 307"/>
                  <a:gd name="T72" fmla="*/ 20 w 102"/>
                  <a:gd name="T73" fmla="*/ 142 h 307"/>
                  <a:gd name="T74" fmla="*/ 12 w 102"/>
                  <a:gd name="T75" fmla="*/ 123 h 307"/>
                  <a:gd name="T76" fmla="*/ 3 w 102"/>
                  <a:gd name="T77" fmla="*/ 110 h 307"/>
                  <a:gd name="T78" fmla="*/ 0 w 102"/>
                  <a:gd name="T79" fmla="*/ 100 h 307"/>
                  <a:gd name="T80" fmla="*/ 0 w 102"/>
                  <a:gd name="T81" fmla="*/ 84 h 307"/>
                  <a:gd name="T82" fmla="*/ 0 w 102"/>
                  <a:gd name="T83" fmla="*/ 61 h 307"/>
                  <a:gd name="T84" fmla="*/ 0 w 102"/>
                  <a:gd name="T85" fmla="*/ 48 h 307"/>
                  <a:gd name="T86" fmla="*/ 3 w 102"/>
                  <a:gd name="T87" fmla="*/ 32 h 307"/>
                  <a:gd name="T88" fmla="*/ 6 w 102"/>
                  <a:gd name="T89" fmla="*/ 19 h 307"/>
                  <a:gd name="T90" fmla="*/ 6 w 102"/>
                  <a:gd name="T91" fmla="*/ 10 h 307"/>
                  <a:gd name="T92" fmla="*/ 12 w 102"/>
                  <a:gd name="T93" fmla="*/ 0 h 307"/>
                  <a:gd name="T94" fmla="*/ 50 w 102"/>
                  <a:gd name="T95" fmla="*/ 3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07">
                    <a:moveTo>
                      <a:pt x="50" y="3"/>
                    </a:moveTo>
                    <a:lnTo>
                      <a:pt x="47" y="13"/>
                    </a:lnTo>
                    <a:lnTo>
                      <a:pt x="44" y="16"/>
                    </a:lnTo>
                    <a:lnTo>
                      <a:pt x="44" y="23"/>
                    </a:lnTo>
                    <a:lnTo>
                      <a:pt x="39" y="39"/>
                    </a:lnTo>
                    <a:lnTo>
                      <a:pt x="30" y="61"/>
                    </a:lnTo>
                    <a:lnTo>
                      <a:pt x="27" y="78"/>
                    </a:lnTo>
                    <a:lnTo>
                      <a:pt x="20" y="94"/>
                    </a:lnTo>
                    <a:lnTo>
                      <a:pt x="20" y="107"/>
                    </a:lnTo>
                    <a:lnTo>
                      <a:pt x="20" y="120"/>
                    </a:lnTo>
                    <a:lnTo>
                      <a:pt x="24" y="129"/>
                    </a:lnTo>
                    <a:lnTo>
                      <a:pt x="27" y="136"/>
                    </a:lnTo>
                    <a:lnTo>
                      <a:pt x="35" y="148"/>
                    </a:lnTo>
                    <a:lnTo>
                      <a:pt x="47" y="161"/>
                    </a:lnTo>
                    <a:lnTo>
                      <a:pt x="57" y="174"/>
                    </a:lnTo>
                    <a:lnTo>
                      <a:pt x="77" y="196"/>
                    </a:lnTo>
                    <a:lnTo>
                      <a:pt x="89" y="216"/>
                    </a:lnTo>
                    <a:lnTo>
                      <a:pt x="95" y="225"/>
                    </a:lnTo>
                    <a:lnTo>
                      <a:pt x="98" y="236"/>
                    </a:lnTo>
                    <a:lnTo>
                      <a:pt x="101" y="252"/>
                    </a:lnTo>
                    <a:lnTo>
                      <a:pt x="101" y="265"/>
                    </a:lnTo>
                    <a:lnTo>
                      <a:pt x="101" y="274"/>
                    </a:lnTo>
                    <a:lnTo>
                      <a:pt x="95" y="293"/>
                    </a:lnTo>
                    <a:lnTo>
                      <a:pt x="92" y="306"/>
                    </a:lnTo>
                    <a:lnTo>
                      <a:pt x="69" y="287"/>
                    </a:lnTo>
                    <a:lnTo>
                      <a:pt x="74" y="274"/>
                    </a:lnTo>
                    <a:lnTo>
                      <a:pt x="77" y="261"/>
                    </a:lnTo>
                    <a:lnTo>
                      <a:pt x="80" y="249"/>
                    </a:lnTo>
                    <a:lnTo>
                      <a:pt x="83" y="236"/>
                    </a:lnTo>
                    <a:lnTo>
                      <a:pt x="80" y="222"/>
                    </a:lnTo>
                    <a:lnTo>
                      <a:pt x="77" y="209"/>
                    </a:lnTo>
                    <a:lnTo>
                      <a:pt x="71" y="196"/>
                    </a:lnTo>
                    <a:lnTo>
                      <a:pt x="65" y="190"/>
                    </a:lnTo>
                    <a:lnTo>
                      <a:pt x="54" y="180"/>
                    </a:lnTo>
                    <a:lnTo>
                      <a:pt x="42" y="168"/>
                    </a:lnTo>
                    <a:lnTo>
                      <a:pt x="30" y="155"/>
                    </a:lnTo>
                    <a:lnTo>
                      <a:pt x="20" y="142"/>
                    </a:lnTo>
                    <a:lnTo>
                      <a:pt x="12" y="123"/>
                    </a:lnTo>
                    <a:lnTo>
                      <a:pt x="3" y="110"/>
                    </a:lnTo>
                    <a:lnTo>
                      <a:pt x="0" y="100"/>
                    </a:lnTo>
                    <a:lnTo>
                      <a:pt x="0" y="84"/>
                    </a:lnTo>
                    <a:lnTo>
                      <a:pt x="0" y="61"/>
                    </a:lnTo>
                    <a:lnTo>
                      <a:pt x="0" y="48"/>
                    </a:lnTo>
                    <a:lnTo>
                      <a:pt x="3" y="32"/>
                    </a:lnTo>
                    <a:lnTo>
                      <a:pt x="6" y="19"/>
                    </a:lnTo>
                    <a:lnTo>
                      <a:pt x="6" y="10"/>
                    </a:lnTo>
                    <a:lnTo>
                      <a:pt x="12" y="0"/>
                    </a:lnTo>
                    <a:lnTo>
                      <a:pt x="50"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6" name="Freeform 82"/>
              <p:cNvSpPr>
                <a:spLocks/>
              </p:cNvSpPr>
              <p:nvPr/>
            </p:nvSpPr>
            <p:spPr bwMode="ltGray">
              <a:xfrm>
                <a:off x="901" y="498"/>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7" name="Freeform 83"/>
              <p:cNvSpPr>
                <a:spLocks/>
              </p:cNvSpPr>
              <p:nvPr/>
            </p:nvSpPr>
            <p:spPr bwMode="ltGray">
              <a:xfrm>
                <a:off x="2268" y="493"/>
                <a:ext cx="58" cy="102"/>
              </a:xfrm>
              <a:custGeom>
                <a:avLst/>
                <a:gdLst>
                  <a:gd name="T0" fmla="*/ 16 w 58"/>
                  <a:gd name="T1" fmla="*/ 101 h 102"/>
                  <a:gd name="T2" fmla="*/ 0 w 58"/>
                  <a:gd name="T3" fmla="*/ 0 h 102"/>
                  <a:gd name="T4" fmla="*/ 57 w 58"/>
                  <a:gd name="T5" fmla="*/ 52 h 102"/>
                  <a:gd name="T6" fmla="*/ 16 w 58"/>
                  <a:gd name="T7" fmla="*/ 101 h 102"/>
                </a:gdLst>
                <a:ahLst/>
                <a:cxnLst>
                  <a:cxn ang="0">
                    <a:pos x="T0" y="T1"/>
                  </a:cxn>
                  <a:cxn ang="0">
                    <a:pos x="T2" y="T3"/>
                  </a:cxn>
                  <a:cxn ang="0">
                    <a:pos x="T4" y="T5"/>
                  </a:cxn>
                  <a:cxn ang="0">
                    <a:pos x="T6" y="T7"/>
                  </a:cxn>
                </a:cxnLst>
                <a:rect l="0" t="0" r="r" b="b"/>
                <a:pathLst>
                  <a:path w="58" h="102">
                    <a:moveTo>
                      <a:pt x="16" y="101"/>
                    </a:moveTo>
                    <a:lnTo>
                      <a:pt x="0" y="0"/>
                    </a:lnTo>
                    <a:lnTo>
                      <a:pt x="57" y="52"/>
                    </a:lnTo>
                    <a:lnTo>
                      <a:pt x="16"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8" name="Freeform 84"/>
              <p:cNvSpPr>
                <a:spLocks/>
              </p:cNvSpPr>
              <p:nvPr/>
            </p:nvSpPr>
            <p:spPr bwMode="ltGray">
              <a:xfrm>
                <a:off x="5060" y="541"/>
                <a:ext cx="57" cy="65"/>
              </a:xfrm>
              <a:custGeom>
                <a:avLst/>
                <a:gdLst>
                  <a:gd name="T0" fmla="*/ 18 w 57"/>
                  <a:gd name="T1" fmla="*/ 0 h 65"/>
                  <a:gd name="T2" fmla="*/ 0 w 57"/>
                  <a:gd name="T3" fmla="*/ 44 h 65"/>
                  <a:gd name="T4" fmla="*/ 38 w 57"/>
                  <a:gd name="T5" fmla="*/ 64 h 65"/>
                  <a:gd name="T6" fmla="*/ 56 w 57"/>
                  <a:gd name="T7" fmla="*/ 23 h 65"/>
                  <a:gd name="T8" fmla="*/ 18 w 57"/>
                  <a:gd name="T9" fmla="*/ 0 h 65"/>
                </a:gdLst>
                <a:ahLst/>
                <a:cxnLst>
                  <a:cxn ang="0">
                    <a:pos x="T0" y="T1"/>
                  </a:cxn>
                  <a:cxn ang="0">
                    <a:pos x="T2" y="T3"/>
                  </a:cxn>
                  <a:cxn ang="0">
                    <a:pos x="T4" y="T5"/>
                  </a:cxn>
                  <a:cxn ang="0">
                    <a:pos x="T6" y="T7"/>
                  </a:cxn>
                  <a:cxn ang="0">
                    <a:pos x="T8" y="T9"/>
                  </a:cxn>
                </a:cxnLst>
                <a:rect l="0" t="0" r="r" b="b"/>
                <a:pathLst>
                  <a:path w="57" h="65">
                    <a:moveTo>
                      <a:pt x="18" y="0"/>
                    </a:moveTo>
                    <a:lnTo>
                      <a:pt x="0" y="44"/>
                    </a:lnTo>
                    <a:lnTo>
                      <a:pt x="38" y="64"/>
                    </a:lnTo>
                    <a:lnTo>
                      <a:pt x="56" y="23"/>
                    </a:lnTo>
                    <a:lnTo>
                      <a:pt x="1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99" name="Freeform 85"/>
              <p:cNvSpPr>
                <a:spLocks/>
              </p:cNvSpPr>
              <p:nvPr/>
            </p:nvSpPr>
            <p:spPr bwMode="ltGray">
              <a:xfrm>
                <a:off x="4717" y="510"/>
                <a:ext cx="153" cy="75"/>
              </a:xfrm>
              <a:custGeom>
                <a:avLst/>
                <a:gdLst>
                  <a:gd name="T0" fmla="*/ 3 w 153"/>
                  <a:gd name="T1" fmla="*/ 46 h 75"/>
                  <a:gd name="T2" fmla="*/ 15 w 153"/>
                  <a:gd name="T3" fmla="*/ 49 h 75"/>
                  <a:gd name="T4" fmla="*/ 23 w 153"/>
                  <a:gd name="T5" fmla="*/ 49 h 75"/>
                  <a:gd name="T6" fmla="*/ 33 w 153"/>
                  <a:gd name="T7" fmla="*/ 46 h 75"/>
                  <a:gd name="T8" fmla="*/ 42 w 153"/>
                  <a:gd name="T9" fmla="*/ 37 h 75"/>
                  <a:gd name="T10" fmla="*/ 48 w 153"/>
                  <a:gd name="T11" fmla="*/ 28 h 75"/>
                  <a:gd name="T12" fmla="*/ 57 w 153"/>
                  <a:gd name="T13" fmla="*/ 12 h 75"/>
                  <a:gd name="T14" fmla="*/ 68 w 153"/>
                  <a:gd name="T15" fmla="*/ 3 h 75"/>
                  <a:gd name="T16" fmla="*/ 83 w 153"/>
                  <a:gd name="T17" fmla="*/ 0 h 75"/>
                  <a:gd name="T18" fmla="*/ 92 w 153"/>
                  <a:gd name="T19" fmla="*/ 3 h 75"/>
                  <a:gd name="T20" fmla="*/ 104 w 153"/>
                  <a:gd name="T21" fmla="*/ 10 h 75"/>
                  <a:gd name="T22" fmla="*/ 113 w 153"/>
                  <a:gd name="T23" fmla="*/ 15 h 75"/>
                  <a:gd name="T24" fmla="*/ 125 w 153"/>
                  <a:gd name="T25" fmla="*/ 22 h 75"/>
                  <a:gd name="T26" fmla="*/ 137 w 153"/>
                  <a:gd name="T27" fmla="*/ 22 h 75"/>
                  <a:gd name="T28" fmla="*/ 149 w 153"/>
                  <a:gd name="T29" fmla="*/ 15 h 75"/>
                  <a:gd name="T30" fmla="*/ 152 w 153"/>
                  <a:gd name="T31" fmla="*/ 22 h 75"/>
                  <a:gd name="T32" fmla="*/ 143 w 153"/>
                  <a:gd name="T33" fmla="*/ 25 h 75"/>
                  <a:gd name="T34" fmla="*/ 134 w 153"/>
                  <a:gd name="T35" fmla="*/ 28 h 75"/>
                  <a:gd name="T36" fmla="*/ 122 w 153"/>
                  <a:gd name="T37" fmla="*/ 28 h 75"/>
                  <a:gd name="T38" fmla="*/ 113 w 153"/>
                  <a:gd name="T39" fmla="*/ 22 h 75"/>
                  <a:gd name="T40" fmla="*/ 102 w 153"/>
                  <a:gd name="T41" fmla="*/ 15 h 75"/>
                  <a:gd name="T42" fmla="*/ 87 w 153"/>
                  <a:gd name="T43" fmla="*/ 12 h 75"/>
                  <a:gd name="T44" fmla="*/ 75 w 153"/>
                  <a:gd name="T45" fmla="*/ 12 h 75"/>
                  <a:gd name="T46" fmla="*/ 65 w 153"/>
                  <a:gd name="T47" fmla="*/ 15 h 75"/>
                  <a:gd name="T48" fmla="*/ 57 w 153"/>
                  <a:gd name="T49" fmla="*/ 22 h 75"/>
                  <a:gd name="T50" fmla="*/ 50 w 153"/>
                  <a:gd name="T51" fmla="*/ 34 h 75"/>
                  <a:gd name="T52" fmla="*/ 42 w 153"/>
                  <a:gd name="T53" fmla="*/ 53 h 75"/>
                  <a:gd name="T54" fmla="*/ 33 w 153"/>
                  <a:gd name="T55" fmla="*/ 68 h 75"/>
                  <a:gd name="T56" fmla="*/ 23 w 153"/>
                  <a:gd name="T57" fmla="*/ 74 h 75"/>
                  <a:gd name="T58" fmla="*/ 18 w 153"/>
                  <a:gd name="T59" fmla="*/ 74 h 75"/>
                  <a:gd name="T60" fmla="*/ 8 w 153"/>
                  <a:gd name="T61" fmla="*/ 71 h 75"/>
                  <a:gd name="T62" fmla="*/ 0 w 153"/>
                  <a:gd name="T6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3" h="75">
                    <a:moveTo>
                      <a:pt x="0" y="43"/>
                    </a:moveTo>
                    <a:lnTo>
                      <a:pt x="3" y="46"/>
                    </a:lnTo>
                    <a:lnTo>
                      <a:pt x="8" y="49"/>
                    </a:lnTo>
                    <a:lnTo>
                      <a:pt x="15" y="49"/>
                    </a:lnTo>
                    <a:lnTo>
                      <a:pt x="21" y="49"/>
                    </a:lnTo>
                    <a:lnTo>
                      <a:pt x="23" y="49"/>
                    </a:lnTo>
                    <a:lnTo>
                      <a:pt x="30" y="49"/>
                    </a:lnTo>
                    <a:lnTo>
                      <a:pt x="33" y="46"/>
                    </a:lnTo>
                    <a:lnTo>
                      <a:pt x="35" y="43"/>
                    </a:lnTo>
                    <a:lnTo>
                      <a:pt x="42" y="37"/>
                    </a:lnTo>
                    <a:lnTo>
                      <a:pt x="45" y="31"/>
                    </a:lnTo>
                    <a:lnTo>
                      <a:pt x="48" y="28"/>
                    </a:lnTo>
                    <a:lnTo>
                      <a:pt x="50" y="18"/>
                    </a:lnTo>
                    <a:lnTo>
                      <a:pt x="57" y="12"/>
                    </a:lnTo>
                    <a:lnTo>
                      <a:pt x="62" y="10"/>
                    </a:lnTo>
                    <a:lnTo>
                      <a:pt x="68" y="3"/>
                    </a:lnTo>
                    <a:lnTo>
                      <a:pt x="75" y="0"/>
                    </a:lnTo>
                    <a:lnTo>
                      <a:pt x="83" y="0"/>
                    </a:lnTo>
                    <a:lnTo>
                      <a:pt x="90" y="0"/>
                    </a:lnTo>
                    <a:lnTo>
                      <a:pt x="92" y="3"/>
                    </a:lnTo>
                    <a:lnTo>
                      <a:pt x="98" y="7"/>
                    </a:lnTo>
                    <a:lnTo>
                      <a:pt x="104" y="10"/>
                    </a:lnTo>
                    <a:lnTo>
                      <a:pt x="107" y="12"/>
                    </a:lnTo>
                    <a:lnTo>
                      <a:pt x="113" y="15"/>
                    </a:lnTo>
                    <a:lnTo>
                      <a:pt x="119" y="18"/>
                    </a:lnTo>
                    <a:lnTo>
                      <a:pt x="125" y="22"/>
                    </a:lnTo>
                    <a:lnTo>
                      <a:pt x="131" y="22"/>
                    </a:lnTo>
                    <a:lnTo>
                      <a:pt x="137" y="22"/>
                    </a:lnTo>
                    <a:lnTo>
                      <a:pt x="143" y="18"/>
                    </a:lnTo>
                    <a:lnTo>
                      <a:pt x="149" y="15"/>
                    </a:lnTo>
                    <a:lnTo>
                      <a:pt x="152" y="15"/>
                    </a:lnTo>
                    <a:lnTo>
                      <a:pt x="152" y="22"/>
                    </a:lnTo>
                    <a:lnTo>
                      <a:pt x="149" y="25"/>
                    </a:lnTo>
                    <a:lnTo>
                      <a:pt x="143" y="25"/>
                    </a:lnTo>
                    <a:lnTo>
                      <a:pt x="137" y="28"/>
                    </a:lnTo>
                    <a:lnTo>
                      <a:pt x="134" y="28"/>
                    </a:lnTo>
                    <a:lnTo>
                      <a:pt x="131" y="28"/>
                    </a:lnTo>
                    <a:lnTo>
                      <a:pt x="122" y="28"/>
                    </a:lnTo>
                    <a:lnTo>
                      <a:pt x="119" y="25"/>
                    </a:lnTo>
                    <a:lnTo>
                      <a:pt x="113" y="22"/>
                    </a:lnTo>
                    <a:lnTo>
                      <a:pt x="104" y="15"/>
                    </a:lnTo>
                    <a:lnTo>
                      <a:pt x="102" y="15"/>
                    </a:lnTo>
                    <a:lnTo>
                      <a:pt x="95" y="15"/>
                    </a:lnTo>
                    <a:lnTo>
                      <a:pt x="87" y="12"/>
                    </a:lnTo>
                    <a:lnTo>
                      <a:pt x="80" y="12"/>
                    </a:lnTo>
                    <a:lnTo>
                      <a:pt x="75" y="12"/>
                    </a:lnTo>
                    <a:lnTo>
                      <a:pt x="72" y="15"/>
                    </a:lnTo>
                    <a:lnTo>
                      <a:pt x="65" y="15"/>
                    </a:lnTo>
                    <a:lnTo>
                      <a:pt x="62" y="18"/>
                    </a:lnTo>
                    <a:lnTo>
                      <a:pt x="57" y="22"/>
                    </a:lnTo>
                    <a:lnTo>
                      <a:pt x="53" y="25"/>
                    </a:lnTo>
                    <a:lnTo>
                      <a:pt x="50" y="34"/>
                    </a:lnTo>
                    <a:lnTo>
                      <a:pt x="45" y="43"/>
                    </a:lnTo>
                    <a:lnTo>
                      <a:pt x="42" y="53"/>
                    </a:lnTo>
                    <a:lnTo>
                      <a:pt x="35" y="64"/>
                    </a:lnTo>
                    <a:lnTo>
                      <a:pt x="33" y="68"/>
                    </a:lnTo>
                    <a:lnTo>
                      <a:pt x="30" y="74"/>
                    </a:lnTo>
                    <a:lnTo>
                      <a:pt x="23" y="74"/>
                    </a:lnTo>
                    <a:lnTo>
                      <a:pt x="21" y="74"/>
                    </a:lnTo>
                    <a:lnTo>
                      <a:pt x="18" y="74"/>
                    </a:lnTo>
                    <a:lnTo>
                      <a:pt x="15" y="74"/>
                    </a:lnTo>
                    <a:lnTo>
                      <a:pt x="8" y="71"/>
                    </a:lnTo>
                    <a:lnTo>
                      <a:pt x="3" y="68"/>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0" name="Freeform 86"/>
              <p:cNvSpPr>
                <a:spLocks/>
              </p:cNvSpPr>
              <p:nvPr/>
            </p:nvSpPr>
            <p:spPr bwMode="ltGray">
              <a:xfrm>
                <a:off x="4772" y="884"/>
                <a:ext cx="59" cy="101"/>
              </a:xfrm>
              <a:custGeom>
                <a:avLst/>
                <a:gdLst>
                  <a:gd name="T0" fmla="*/ 16 w 59"/>
                  <a:gd name="T1" fmla="*/ 100 h 101"/>
                  <a:gd name="T2" fmla="*/ 0 w 59"/>
                  <a:gd name="T3" fmla="*/ 0 h 101"/>
                  <a:gd name="T4" fmla="*/ 58 w 59"/>
                  <a:gd name="T5" fmla="*/ 51 h 101"/>
                  <a:gd name="T6" fmla="*/ 16 w 59"/>
                  <a:gd name="T7" fmla="*/ 100 h 101"/>
                </a:gdLst>
                <a:ahLst/>
                <a:cxnLst>
                  <a:cxn ang="0">
                    <a:pos x="T0" y="T1"/>
                  </a:cxn>
                  <a:cxn ang="0">
                    <a:pos x="T2" y="T3"/>
                  </a:cxn>
                  <a:cxn ang="0">
                    <a:pos x="T4" y="T5"/>
                  </a:cxn>
                  <a:cxn ang="0">
                    <a:pos x="T6" y="T7"/>
                  </a:cxn>
                </a:cxnLst>
                <a:rect l="0" t="0" r="r" b="b"/>
                <a:pathLst>
                  <a:path w="59" h="101">
                    <a:moveTo>
                      <a:pt x="16" y="100"/>
                    </a:moveTo>
                    <a:lnTo>
                      <a:pt x="0" y="0"/>
                    </a:lnTo>
                    <a:lnTo>
                      <a:pt x="58" y="51"/>
                    </a:lnTo>
                    <a:lnTo>
                      <a:pt x="16" y="10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1" name="Freeform 87"/>
              <p:cNvSpPr>
                <a:spLocks/>
              </p:cNvSpPr>
              <p:nvPr/>
            </p:nvSpPr>
            <p:spPr bwMode="ltGray">
              <a:xfrm>
                <a:off x="4933" y="786"/>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2" name="Freeform 88"/>
              <p:cNvSpPr>
                <a:spLocks/>
              </p:cNvSpPr>
              <p:nvPr/>
            </p:nvSpPr>
            <p:spPr bwMode="ltGray">
              <a:xfrm>
                <a:off x="3415" y="889"/>
                <a:ext cx="233" cy="120"/>
              </a:xfrm>
              <a:custGeom>
                <a:avLst/>
                <a:gdLst>
                  <a:gd name="T0" fmla="*/ 232 w 233"/>
                  <a:gd name="T1" fmla="*/ 116 h 120"/>
                  <a:gd name="T2" fmla="*/ 223 w 233"/>
                  <a:gd name="T3" fmla="*/ 116 h 120"/>
                  <a:gd name="T4" fmla="*/ 214 w 233"/>
                  <a:gd name="T5" fmla="*/ 119 h 120"/>
                  <a:gd name="T6" fmla="*/ 204 w 233"/>
                  <a:gd name="T7" fmla="*/ 119 h 120"/>
                  <a:gd name="T8" fmla="*/ 193 w 233"/>
                  <a:gd name="T9" fmla="*/ 116 h 120"/>
                  <a:gd name="T10" fmla="*/ 183 w 233"/>
                  <a:gd name="T11" fmla="*/ 112 h 120"/>
                  <a:gd name="T12" fmla="*/ 174 w 233"/>
                  <a:gd name="T13" fmla="*/ 106 h 120"/>
                  <a:gd name="T14" fmla="*/ 168 w 233"/>
                  <a:gd name="T15" fmla="*/ 103 h 120"/>
                  <a:gd name="T16" fmla="*/ 158 w 233"/>
                  <a:gd name="T17" fmla="*/ 94 h 120"/>
                  <a:gd name="T18" fmla="*/ 156 w 233"/>
                  <a:gd name="T19" fmla="*/ 85 h 120"/>
                  <a:gd name="T20" fmla="*/ 150 w 233"/>
                  <a:gd name="T21" fmla="*/ 78 h 120"/>
                  <a:gd name="T22" fmla="*/ 147 w 233"/>
                  <a:gd name="T23" fmla="*/ 72 h 120"/>
                  <a:gd name="T24" fmla="*/ 137 w 233"/>
                  <a:gd name="T25" fmla="*/ 60 h 120"/>
                  <a:gd name="T26" fmla="*/ 122 w 233"/>
                  <a:gd name="T27" fmla="*/ 44 h 120"/>
                  <a:gd name="T28" fmla="*/ 116 w 233"/>
                  <a:gd name="T29" fmla="*/ 38 h 120"/>
                  <a:gd name="T30" fmla="*/ 101 w 233"/>
                  <a:gd name="T31" fmla="*/ 31 h 120"/>
                  <a:gd name="T32" fmla="*/ 86 w 233"/>
                  <a:gd name="T33" fmla="*/ 25 h 120"/>
                  <a:gd name="T34" fmla="*/ 76 w 233"/>
                  <a:gd name="T35" fmla="*/ 22 h 120"/>
                  <a:gd name="T36" fmla="*/ 67 w 233"/>
                  <a:gd name="T37" fmla="*/ 22 h 120"/>
                  <a:gd name="T38" fmla="*/ 55 w 233"/>
                  <a:gd name="T39" fmla="*/ 22 h 120"/>
                  <a:gd name="T40" fmla="*/ 40 w 233"/>
                  <a:gd name="T41" fmla="*/ 28 h 120"/>
                  <a:gd name="T42" fmla="*/ 25 w 233"/>
                  <a:gd name="T43" fmla="*/ 31 h 120"/>
                  <a:gd name="T44" fmla="*/ 18 w 233"/>
                  <a:gd name="T45" fmla="*/ 41 h 120"/>
                  <a:gd name="T46" fmla="*/ 12 w 233"/>
                  <a:gd name="T47" fmla="*/ 47 h 120"/>
                  <a:gd name="T48" fmla="*/ 0 w 233"/>
                  <a:gd name="T49" fmla="*/ 16 h 120"/>
                  <a:gd name="T50" fmla="*/ 10 w 233"/>
                  <a:gd name="T51" fmla="*/ 10 h 120"/>
                  <a:gd name="T52" fmla="*/ 21 w 233"/>
                  <a:gd name="T53" fmla="*/ 7 h 120"/>
                  <a:gd name="T54" fmla="*/ 36 w 233"/>
                  <a:gd name="T55" fmla="*/ 3 h 120"/>
                  <a:gd name="T56" fmla="*/ 49 w 233"/>
                  <a:gd name="T57" fmla="*/ 0 h 120"/>
                  <a:gd name="T58" fmla="*/ 64 w 233"/>
                  <a:gd name="T59" fmla="*/ 3 h 120"/>
                  <a:gd name="T60" fmla="*/ 76 w 233"/>
                  <a:gd name="T61" fmla="*/ 7 h 120"/>
                  <a:gd name="T62" fmla="*/ 89 w 233"/>
                  <a:gd name="T63" fmla="*/ 13 h 120"/>
                  <a:gd name="T64" fmla="*/ 101 w 233"/>
                  <a:gd name="T65" fmla="*/ 16 h 120"/>
                  <a:gd name="T66" fmla="*/ 107 w 233"/>
                  <a:gd name="T67" fmla="*/ 22 h 120"/>
                  <a:gd name="T68" fmla="*/ 119 w 233"/>
                  <a:gd name="T69" fmla="*/ 31 h 120"/>
                  <a:gd name="T70" fmla="*/ 132 w 233"/>
                  <a:gd name="T71" fmla="*/ 47 h 120"/>
                  <a:gd name="T72" fmla="*/ 143 w 233"/>
                  <a:gd name="T73" fmla="*/ 60 h 120"/>
                  <a:gd name="T74" fmla="*/ 153 w 233"/>
                  <a:gd name="T75" fmla="*/ 72 h 120"/>
                  <a:gd name="T76" fmla="*/ 158 w 233"/>
                  <a:gd name="T77" fmla="*/ 78 h 120"/>
                  <a:gd name="T78" fmla="*/ 171 w 233"/>
                  <a:gd name="T79" fmla="*/ 85 h 120"/>
                  <a:gd name="T80" fmla="*/ 180 w 233"/>
                  <a:gd name="T81" fmla="*/ 91 h 120"/>
                  <a:gd name="T82" fmla="*/ 189 w 233"/>
                  <a:gd name="T83" fmla="*/ 94 h 120"/>
                  <a:gd name="T84" fmla="*/ 199 w 233"/>
                  <a:gd name="T85" fmla="*/ 94 h 120"/>
                  <a:gd name="T86" fmla="*/ 208 w 233"/>
                  <a:gd name="T87" fmla="*/ 91 h 120"/>
                  <a:gd name="T88" fmla="*/ 214 w 233"/>
                  <a:gd name="T89" fmla="*/ 91 h 120"/>
                  <a:gd name="T90" fmla="*/ 226 w 233"/>
                  <a:gd name="T91" fmla="*/ 85 h 120"/>
                  <a:gd name="T92" fmla="*/ 232 w 233"/>
                  <a:gd name="T93" fmla="*/ 1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20">
                    <a:moveTo>
                      <a:pt x="232" y="116"/>
                    </a:moveTo>
                    <a:lnTo>
                      <a:pt x="223" y="116"/>
                    </a:lnTo>
                    <a:lnTo>
                      <a:pt x="214" y="119"/>
                    </a:lnTo>
                    <a:lnTo>
                      <a:pt x="204" y="119"/>
                    </a:lnTo>
                    <a:lnTo>
                      <a:pt x="193" y="116"/>
                    </a:lnTo>
                    <a:lnTo>
                      <a:pt x="183" y="112"/>
                    </a:lnTo>
                    <a:lnTo>
                      <a:pt x="174" y="106"/>
                    </a:lnTo>
                    <a:lnTo>
                      <a:pt x="168" y="103"/>
                    </a:lnTo>
                    <a:lnTo>
                      <a:pt x="158" y="94"/>
                    </a:lnTo>
                    <a:lnTo>
                      <a:pt x="156" y="85"/>
                    </a:lnTo>
                    <a:lnTo>
                      <a:pt x="150" y="78"/>
                    </a:lnTo>
                    <a:lnTo>
                      <a:pt x="147" y="72"/>
                    </a:lnTo>
                    <a:lnTo>
                      <a:pt x="137" y="60"/>
                    </a:lnTo>
                    <a:lnTo>
                      <a:pt x="122" y="44"/>
                    </a:lnTo>
                    <a:lnTo>
                      <a:pt x="116" y="38"/>
                    </a:lnTo>
                    <a:lnTo>
                      <a:pt x="101" y="31"/>
                    </a:lnTo>
                    <a:lnTo>
                      <a:pt x="86" y="25"/>
                    </a:lnTo>
                    <a:lnTo>
                      <a:pt x="76" y="22"/>
                    </a:lnTo>
                    <a:lnTo>
                      <a:pt x="67" y="22"/>
                    </a:lnTo>
                    <a:lnTo>
                      <a:pt x="55" y="22"/>
                    </a:lnTo>
                    <a:lnTo>
                      <a:pt x="40" y="28"/>
                    </a:lnTo>
                    <a:lnTo>
                      <a:pt x="25" y="31"/>
                    </a:lnTo>
                    <a:lnTo>
                      <a:pt x="18" y="41"/>
                    </a:lnTo>
                    <a:lnTo>
                      <a:pt x="12" y="47"/>
                    </a:lnTo>
                    <a:lnTo>
                      <a:pt x="0" y="16"/>
                    </a:lnTo>
                    <a:lnTo>
                      <a:pt x="10" y="10"/>
                    </a:lnTo>
                    <a:lnTo>
                      <a:pt x="21" y="7"/>
                    </a:lnTo>
                    <a:lnTo>
                      <a:pt x="36" y="3"/>
                    </a:lnTo>
                    <a:lnTo>
                      <a:pt x="49" y="0"/>
                    </a:lnTo>
                    <a:lnTo>
                      <a:pt x="64" y="3"/>
                    </a:lnTo>
                    <a:lnTo>
                      <a:pt x="76" y="7"/>
                    </a:lnTo>
                    <a:lnTo>
                      <a:pt x="89" y="13"/>
                    </a:lnTo>
                    <a:lnTo>
                      <a:pt x="101" y="16"/>
                    </a:lnTo>
                    <a:lnTo>
                      <a:pt x="107" y="22"/>
                    </a:lnTo>
                    <a:lnTo>
                      <a:pt x="119" y="31"/>
                    </a:lnTo>
                    <a:lnTo>
                      <a:pt x="132" y="47"/>
                    </a:lnTo>
                    <a:lnTo>
                      <a:pt x="143" y="60"/>
                    </a:lnTo>
                    <a:lnTo>
                      <a:pt x="153" y="72"/>
                    </a:lnTo>
                    <a:lnTo>
                      <a:pt x="158" y="78"/>
                    </a:lnTo>
                    <a:lnTo>
                      <a:pt x="171" y="85"/>
                    </a:lnTo>
                    <a:lnTo>
                      <a:pt x="180" y="91"/>
                    </a:lnTo>
                    <a:lnTo>
                      <a:pt x="189" y="94"/>
                    </a:lnTo>
                    <a:lnTo>
                      <a:pt x="199" y="94"/>
                    </a:lnTo>
                    <a:lnTo>
                      <a:pt x="208" y="91"/>
                    </a:lnTo>
                    <a:lnTo>
                      <a:pt x="214" y="91"/>
                    </a:lnTo>
                    <a:lnTo>
                      <a:pt x="226" y="85"/>
                    </a:lnTo>
                    <a:lnTo>
                      <a:pt x="232" y="11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3" name="Freeform 89"/>
              <p:cNvSpPr>
                <a:spLocks/>
              </p:cNvSpPr>
              <p:nvPr/>
            </p:nvSpPr>
            <p:spPr bwMode="ltGray">
              <a:xfrm>
                <a:off x="3764" y="1309"/>
                <a:ext cx="57" cy="65"/>
              </a:xfrm>
              <a:custGeom>
                <a:avLst/>
                <a:gdLst>
                  <a:gd name="T0" fmla="*/ 18 w 57"/>
                  <a:gd name="T1" fmla="*/ 0 h 65"/>
                  <a:gd name="T2" fmla="*/ 0 w 57"/>
                  <a:gd name="T3" fmla="*/ 44 h 65"/>
                  <a:gd name="T4" fmla="*/ 38 w 57"/>
                  <a:gd name="T5" fmla="*/ 64 h 65"/>
                  <a:gd name="T6" fmla="*/ 56 w 57"/>
                  <a:gd name="T7" fmla="*/ 23 h 65"/>
                  <a:gd name="T8" fmla="*/ 18 w 57"/>
                  <a:gd name="T9" fmla="*/ 0 h 65"/>
                </a:gdLst>
                <a:ahLst/>
                <a:cxnLst>
                  <a:cxn ang="0">
                    <a:pos x="T0" y="T1"/>
                  </a:cxn>
                  <a:cxn ang="0">
                    <a:pos x="T2" y="T3"/>
                  </a:cxn>
                  <a:cxn ang="0">
                    <a:pos x="T4" y="T5"/>
                  </a:cxn>
                  <a:cxn ang="0">
                    <a:pos x="T6" y="T7"/>
                  </a:cxn>
                  <a:cxn ang="0">
                    <a:pos x="T8" y="T9"/>
                  </a:cxn>
                </a:cxnLst>
                <a:rect l="0" t="0" r="r" b="b"/>
                <a:pathLst>
                  <a:path w="57" h="65">
                    <a:moveTo>
                      <a:pt x="18" y="0"/>
                    </a:moveTo>
                    <a:lnTo>
                      <a:pt x="0" y="44"/>
                    </a:lnTo>
                    <a:lnTo>
                      <a:pt x="38" y="64"/>
                    </a:lnTo>
                    <a:lnTo>
                      <a:pt x="56" y="23"/>
                    </a:lnTo>
                    <a:lnTo>
                      <a:pt x="1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4" name="Freeform 90"/>
              <p:cNvSpPr>
                <a:spLocks/>
              </p:cNvSpPr>
              <p:nvPr/>
            </p:nvSpPr>
            <p:spPr bwMode="ltGray">
              <a:xfrm>
                <a:off x="4218" y="988"/>
                <a:ext cx="158" cy="73"/>
              </a:xfrm>
              <a:custGeom>
                <a:avLst/>
                <a:gdLst>
                  <a:gd name="T0" fmla="*/ 7 w 158"/>
                  <a:gd name="T1" fmla="*/ 27 h 73"/>
                  <a:gd name="T2" fmla="*/ 15 w 158"/>
                  <a:gd name="T3" fmla="*/ 24 h 73"/>
                  <a:gd name="T4" fmla="*/ 27 w 158"/>
                  <a:gd name="T5" fmla="*/ 27 h 73"/>
                  <a:gd name="T6" fmla="*/ 37 w 158"/>
                  <a:gd name="T7" fmla="*/ 30 h 73"/>
                  <a:gd name="T8" fmla="*/ 42 w 158"/>
                  <a:gd name="T9" fmla="*/ 36 h 73"/>
                  <a:gd name="T10" fmla="*/ 48 w 158"/>
                  <a:gd name="T11" fmla="*/ 48 h 73"/>
                  <a:gd name="T12" fmla="*/ 60 w 158"/>
                  <a:gd name="T13" fmla="*/ 63 h 73"/>
                  <a:gd name="T14" fmla="*/ 72 w 158"/>
                  <a:gd name="T15" fmla="*/ 69 h 73"/>
                  <a:gd name="T16" fmla="*/ 85 w 158"/>
                  <a:gd name="T17" fmla="*/ 72 h 73"/>
                  <a:gd name="T18" fmla="*/ 97 w 158"/>
                  <a:gd name="T19" fmla="*/ 72 h 73"/>
                  <a:gd name="T20" fmla="*/ 105 w 158"/>
                  <a:gd name="T21" fmla="*/ 63 h 73"/>
                  <a:gd name="T22" fmla="*/ 118 w 158"/>
                  <a:gd name="T23" fmla="*/ 57 h 73"/>
                  <a:gd name="T24" fmla="*/ 130 w 158"/>
                  <a:gd name="T25" fmla="*/ 54 h 73"/>
                  <a:gd name="T26" fmla="*/ 142 w 158"/>
                  <a:gd name="T27" fmla="*/ 54 h 73"/>
                  <a:gd name="T28" fmla="*/ 150 w 158"/>
                  <a:gd name="T29" fmla="*/ 57 h 73"/>
                  <a:gd name="T30" fmla="*/ 153 w 158"/>
                  <a:gd name="T31" fmla="*/ 54 h 73"/>
                  <a:gd name="T32" fmla="*/ 148 w 158"/>
                  <a:gd name="T33" fmla="*/ 48 h 73"/>
                  <a:gd name="T34" fmla="*/ 138 w 158"/>
                  <a:gd name="T35" fmla="*/ 45 h 73"/>
                  <a:gd name="T36" fmla="*/ 127 w 158"/>
                  <a:gd name="T37" fmla="*/ 48 h 73"/>
                  <a:gd name="T38" fmla="*/ 115 w 158"/>
                  <a:gd name="T39" fmla="*/ 54 h 73"/>
                  <a:gd name="T40" fmla="*/ 102 w 158"/>
                  <a:gd name="T41" fmla="*/ 60 h 73"/>
                  <a:gd name="T42" fmla="*/ 90 w 158"/>
                  <a:gd name="T43" fmla="*/ 60 h 73"/>
                  <a:gd name="T44" fmla="*/ 78 w 158"/>
                  <a:gd name="T45" fmla="*/ 60 h 73"/>
                  <a:gd name="T46" fmla="*/ 70 w 158"/>
                  <a:gd name="T47" fmla="*/ 57 h 73"/>
                  <a:gd name="T48" fmla="*/ 60 w 158"/>
                  <a:gd name="T49" fmla="*/ 51 h 73"/>
                  <a:gd name="T50" fmla="*/ 52 w 158"/>
                  <a:gd name="T51" fmla="*/ 39 h 73"/>
                  <a:gd name="T52" fmla="*/ 42 w 158"/>
                  <a:gd name="T53" fmla="*/ 24 h 73"/>
                  <a:gd name="T54" fmla="*/ 37 w 158"/>
                  <a:gd name="T55" fmla="*/ 7 h 73"/>
                  <a:gd name="T56" fmla="*/ 27 w 158"/>
                  <a:gd name="T57" fmla="*/ 0 h 73"/>
                  <a:gd name="T58" fmla="*/ 22 w 158"/>
                  <a:gd name="T59" fmla="*/ 0 h 73"/>
                  <a:gd name="T60" fmla="*/ 12 w 158"/>
                  <a:gd name="T61" fmla="*/ 3 h 73"/>
                  <a:gd name="T62" fmla="*/ 0 w 158"/>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3">
                    <a:moveTo>
                      <a:pt x="0" y="30"/>
                    </a:moveTo>
                    <a:lnTo>
                      <a:pt x="7" y="27"/>
                    </a:lnTo>
                    <a:lnTo>
                      <a:pt x="12" y="24"/>
                    </a:lnTo>
                    <a:lnTo>
                      <a:pt x="15" y="24"/>
                    </a:lnTo>
                    <a:lnTo>
                      <a:pt x="22" y="24"/>
                    </a:lnTo>
                    <a:lnTo>
                      <a:pt x="27" y="27"/>
                    </a:lnTo>
                    <a:lnTo>
                      <a:pt x="33" y="27"/>
                    </a:lnTo>
                    <a:lnTo>
                      <a:pt x="37" y="30"/>
                    </a:lnTo>
                    <a:lnTo>
                      <a:pt x="39" y="30"/>
                    </a:lnTo>
                    <a:lnTo>
                      <a:pt x="42" y="36"/>
                    </a:lnTo>
                    <a:lnTo>
                      <a:pt x="48" y="42"/>
                    </a:lnTo>
                    <a:lnTo>
                      <a:pt x="48" y="48"/>
                    </a:lnTo>
                    <a:lnTo>
                      <a:pt x="55" y="54"/>
                    </a:lnTo>
                    <a:lnTo>
                      <a:pt x="60" y="63"/>
                    </a:lnTo>
                    <a:lnTo>
                      <a:pt x="67" y="66"/>
                    </a:lnTo>
                    <a:lnTo>
                      <a:pt x="72" y="69"/>
                    </a:lnTo>
                    <a:lnTo>
                      <a:pt x="78" y="72"/>
                    </a:lnTo>
                    <a:lnTo>
                      <a:pt x="85" y="72"/>
                    </a:lnTo>
                    <a:lnTo>
                      <a:pt x="90" y="72"/>
                    </a:lnTo>
                    <a:lnTo>
                      <a:pt x="97" y="72"/>
                    </a:lnTo>
                    <a:lnTo>
                      <a:pt x="102" y="66"/>
                    </a:lnTo>
                    <a:lnTo>
                      <a:pt x="105" y="63"/>
                    </a:lnTo>
                    <a:lnTo>
                      <a:pt x="112" y="60"/>
                    </a:lnTo>
                    <a:lnTo>
                      <a:pt x="118" y="57"/>
                    </a:lnTo>
                    <a:lnTo>
                      <a:pt x="123" y="54"/>
                    </a:lnTo>
                    <a:lnTo>
                      <a:pt x="130" y="54"/>
                    </a:lnTo>
                    <a:lnTo>
                      <a:pt x="135" y="54"/>
                    </a:lnTo>
                    <a:lnTo>
                      <a:pt x="142" y="54"/>
                    </a:lnTo>
                    <a:lnTo>
                      <a:pt x="148" y="54"/>
                    </a:lnTo>
                    <a:lnTo>
                      <a:pt x="150" y="57"/>
                    </a:lnTo>
                    <a:lnTo>
                      <a:pt x="157" y="60"/>
                    </a:lnTo>
                    <a:lnTo>
                      <a:pt x="153" y="54"/>
                    </a:lnTo>
                    <a:lnTo>
                      <a:pt x="150" y="51"/>
                    </a:lnTo>
                    <a:lnTo>
                      <a:pt x="148" y="48"/>
                    </a:lnTo>
                    <a:lnTo>
                      <a:pt x="142" y="48"/>
                    </a:lnTo>
                    <a:lnTo>
                      <a:pt x="138" y="45"/>
                    </a:lnTo>
                    <a:lnTo>
                      <a:pt x="133" y="45"/>
                    </a:lnTo>
                    <a:lnTo>
                      <a:pt x="127" y="48"/>
                    </a:lnTo>
                    <a:lnTo>
                      <a:pt x="123" y="48"/>
                    </a:lnTo>
                    <a:lnTo>
                      <a:pt x="115" y="54"/>
                    </a:lnTo>
                    <a:lnTo>
                      <a:pt x="105" y="57"/>
                    </a:lnTo>
                    <a:lnTo>
                      <a:pt x="102" y="60"/>
                    </a:lnTo>
                    <a:lnTo>
                      <a:pt x="100" y="60"/>
                    </a:lnTo>
                    <a:lnTo>
                      <a:pt x="90" y="60"/>
                    </a:lnTo>
                    <a:lnTo>
                      <a:pt x="85" y="60"/>
                    </a:lnTo>
                    <a:lnTo>
                      <a:pt x="78" y="60"/>
                    </a:lnTo>
                    <a:lnTo>
                      <a:pt x="72" y="60"/>
                    </a:lnTo>
                    <a:lnTo>
                      <a:pt x="70" y="57"/>
                    </a:lnTo>
                    <a:lnTo>
                      <a:pt x="63" y="54"/>
                    </a:lnTo>
                    <a:lnTo>
                      <a:pt x="60" y="51"/>
                    </a:lnTo>
                    <a:lnTo>
                      <a:pt x="57" y="48"/>
                    </a:lnTo>
                    <a:lnTo>
                      <a:pt x="52" y="39"/>
                    </a:lnTo>
                    <a:lnTo>
                      <a:pt x="48" y="33"/>
                    </a:lnTo>
                    <a:lnTo>
                      <a:pt x="42" y="24"/>
                    </a:lnTo>
                    <a:lnTo>
                      <a:pt x="39" y="12"/>
                    </a:lnTo>
                    <a:lnTo>
                      <a:pt x="37" y="7"/>
                    </a:lnTo>
                    <a:lnTo>
                      <a:pt x="30" y="3"/>
                    </a:lnTo>
                    <a:lnTo>
                      <a:pt x="27" y="0"/>
                    </a:lnTo>
                    <a:lnTo>
                      <a:pt x="24" y="0"/>
                    </a:lnTo>
                    <a:lnTo>
                      <a:pt x="22" y="0"/>
                    </a:lnTo>
                    <a:lnTo>
                      <a:pt x="15" y="0"/>
                    </a:lnTo>
                    <a:lnTo>
                      <a:pt x="12" y="3"/>
                    </a:lnTo>
                    <a:lnTo>
                      <a:pt x="7" y="7"/>
                    </a:lnTo>
                    <a:lnTo>
                      <a:pt x="0"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5" name="Freeform 91"/>
              <p:cNvSpPr>
                <a:spLocks/>
              </p:cNvSpPr>
              <p:nvPr/>
            </p:nvSpPr>
            <p:spPr bwMode="ltGray">
              <a:xfrm>
                <a:off x="3421" y="1278"/>
                <a:ext cx="153" cy="75"/>
              </a:xfrm>
              <a:custGeom>
                <a:avLst/>
                <a:gdLst>
                  <a:gd name="T0" fmla="*/ 3 w 153"/>
                  <a:gd name="T1" fmla="*/ 46 h 75"/>
                  <a:gd name="T2" fmla="*/ 15 w 153"/>
                  <a:gd name="T3" fmla="*/ 49 h 75"/>
                  <a:gd name="T4" fmla="*/ 23 w 153"/>
                  <a:gd name="T5" fmla="*/ 49 h 75"/>
                  <a:gd name="T6" fmla="*/ 33 w 153"/>
                  <a:gd name="T7" fmla="*/ 46 h 75"/>
                  <a:gd name="T8" fmla="*/ 42 w 153"/>
                  <a:gd name="T9" fmla="*/ 37 h 75"/>
                  <a:gd name="T10" fmla="*/ 48 w 153"/>
                  <a:gd name="T11" fmla="*/ 28 h 75"/>
                  <a:gd name="T12" fmla="*/ 57 w 153"/>
                  <a:gd name="T13" fmla="*/ 12 h 75"/>
                  <a:gd name="T14" fmla="*/ 68 w 153"/>
                  <a:gd name="T15" fmla="*/ 3 h 75"/>
                  <a:gd name="T16" fmla="*/ 83 w 153"/>
                  <a:gd name="T17" fmla="*/ 0 h 75"/>
                  <a:gd name="T18" fmla="*/ 92 w 153"/>
                  <a:gd name="T19" fmla="*/ 3 h 75"/>
                  <a:gd name="T20" fmla="*/ 104 w 153"/>
                  <a:gd name="T21" fmla="*/ 10 h 75"/>
                  <a:gd name="T22" fmla="*/ 113 w 153"/>
                  <a:gd name="T23" fmla="*/ 15 h 75"/>
                  <a:gd name="T24" fmla="*/ 125 w 153"/>
                  <a:gd name="T25" fmla="*/ 22 h 75"/>
                  <a:gd name="T26" fmla="*/ 137 w 153"/>
                  <a:gd name="T27" fmla="*/ 22 h 75"/>
                  <a:gd name="T28" fmla="*/ 149 w 153"/>
                  <a:gd name="T29" fmla="*/ 15 h 75"/>
                  <a:gd name="T30" fmla="*/ 152 w 153"/>
                  <a:gd name="T31" fmla="*/ 22 h 75"/>
                  <a:gd name="T32" fmla="*/ 143 w 153"/>
                  <a:gd name="T33" fmla="*/ 25 h 75"/>
                  <a:gd name="T34" fmla="*/ 134 w 153"/>
                  <a:gd name="T35" fmla="*/ 28 h 75"/>
                  <a:gd name="T36" fmla="*/ 122 w 153"/>
                  <a:gd name="T37" fmla="*/ 28 h 75"/>
                  <a:gd name="T38" fmla="*/ 113 w 153"/>
                  <a:gd name="T39" fmla="*/ 22 h 75"/>
                  <a:gd name="T40" fmla="*/ 102 w 153"/>
                  <a:gd name="T41" fmla="*/ 15 h 75"/>
                  <a:gd name="T42" fmla="*/ 87 w 153"/>
                  <a:gd name="T43" fmla="*/ 12 h 75"/>
                  <a:gd name="T44" fmla="*/ 75 w 153"/>
                  <a:gd name="T45" fmla="*/ 12 h 75"/>
                  <a:gd name="T46" fmla="*/ 65 w 153"/>
                  <a:gd name="T47" fmla="*/ 15 h 75"/>
                  <a:gd name="T48" fmla="*/ 57 w 153"/>
                  <a:gd name="T49" fmla="*/ 22 h 75"/>
                  <a:gd name="T50" fmla="*/ 50 w 153"/>
                  <a:gd name="T51" fmla="*/ 34 h 75"/>
                  <a:gd name="T52" fmla="*/ 42 w 153"/>
                  <a:gd name="T53" fmla="*/ 53 h 75"/>
                  <a:gd name="T54" fmla="*/ 33 w 153"/>
                  <a:gd name="T55" fmla="*/ 68 h 75"/>
                  <a:gd name="T56" fmla="*/ 23 w 153"/>
                  <a:gd name="T57" fmla="*/ 74 h 75"/>
                  <a:gd name="T58" fmla="*/ 18 w 153"/>
                  <a:gd name="T59" fmla="*/ 74 h 75"/>
                  <a:gd name="T60" fmla="*/ 8 w 153"/>
                  <a:gd name="T61" fmla="*/ 71 h 75"/>
                  <a:gd name="T62" fmla="*/ 0 w 153"/>
                  <a:gd name="T6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3" h="75">
                    <a:moveTo>
                      <a:pt x="0" y="43"/>
                    </a:moveTo>
                    <a:lnTo>
                      <a:pt x="3" y="46"/>
                    </a:lnTo>
                    <a:lnTo>
                      <a:pt x="8" y="49"/>
                    </a:lnTo>
                    <a:lnTo>
                      <a:pt x="15" y="49"/>
                    </a:lnTo>
                    <a:lnTo>
                      <a:pt x="21" y="49"/>
                    </a:lnTo>
                    <a:lnTo>
                      <a:pt x="23" y="49"/>
                    </a:lnTo>
                    <a:lnTo>
                      <a:pt x="30" y="49"/>
                    </a:lnTo>
                    <a:lnTo>
                      <a:pt x="33" y="46"/>
                    </a:lnTo>
                    <a:lnTo>
                      <a:pt x="35" y="43"/>
                    </a:lnTo>
                    <a:lnTo>
                      <a:pt x="42" y="37"/>
                    </a:lnTo>
                    <a:lnTo>
                      <a:pt x="45" y="31"/>
                    </a:lnTo>
                    <a:lnTo>
                      <a:pt x="48" y="28"/>
                    </a:lnTo>
                    <a:lnTo>
                      <a:pt x="50" y="18"/>
                    </a:lnTo>
                    <a:lnTo>
                      <a:pt x="57" y="12"/>
                    </a:lnTo>
                    <a:lnTo>
                      <a:pt x="62" y="10"/>
                    </a:lnTo>
                    <a:lnTo>
                      <a:pt x="68" y="3"/>
                    </a:lnTo>
                    <a:lnTo>
                      <a:pt x="75" y="0"/>
                    </a:lnTo>
                    <a:lnTo>
                      <a:pt x="83" y="0"/>
                    </a:lnTo>
                    <a:lnTo>
                      <a:pt x="90" y="0"/>
                    </a:lnTo>
                    <a:lnTo>
                      <a:pt x="92" y="3"/>
                    </a:lnTo>
                    <a:lnTo>
                      <a:pt x="98" y="7"/>
                    </a:lnTo>
                    <a:lnTo>
                      <a:pt x="104" y="10"/>
                    </a:lnTo>
                    <a:lnTo>
                      <a:pt x="107" y="12"/>
                    </a:lnTo>
                    <a:lnTo>
                      <a:pt x="113" y="15"/>
                    </a:lnTo>
                    <a:lnTo>
                      <a:pt x="119" y="18"/>
                    </a:lnTo>
                    <a:lnTo>
                      <a:pt x="125" y="22"/>
                    </a:lnTo>
                    <a:lnTo>
                      <a:pt x="131" y="22"/>
                    </a:lnTo>
                    <a:lnTo>
                      <a:pt x="137" y="22"/>
                    </a:lnTo>
                    <a:lnTo>
                      <a:pt x="143" y="18"/>
                    </a:lnTo>
                    <a:lnTo>
                      <a:pt x="149" y="15"/>
                    </a:lnTo>
                    <a:lnTo>
                      <a:pt x="152" y="15"/>
                    </a:lnTo>
                    <a:lnTo>
                      <a:pt x="152" y="22"/>
                    </a:lnTo>
                    <a:lnTo>
                      <a:pt x="149" y="25"/>
                    </a:lnTo>
                    <a:lnTo>
                      <a:pt x="143" y="25"/>
                    </a:lnTo>
                    <a:lnTo>
                      <a:pt x="137" y="28"/>
                    </a:lnTo>
                    <a:lnTo>
                      <a:pt x="134" y="28"/>
                    </a:lnTo>
                    <a:lnTo>
                      <a:pt x="131" y="28"/>
                    </a:lnTo>
                    <a:lnTo>
                      <a:pt x="122" y="28"/>
                    </a:lnTo>
                    <a:lnTo>
                      <a:pt x="119" y="25"/>
                    </a:lnTo>
                    <a:lnTo>
                      <a:pt x="113" y="22"/>
                    </a:lnTo>
                    <a:lnTo>
                      <a:pt x="104" y="15"/>
                    </a:lnTo>
                    <a:lnTo>
                      <a:pt x="102" y="15"/>
                    </a:lnTo>
                    <a:lnTo>
                      <a:pt x="95" y="15"/>
                    </a:lnTo>
                    <a:lnTo>
                      <a:pt x="87" y="12"/>
                    </a:lnTo>
                    <a:lnTo>
                      <a:pt x="80" y="12"/>
                    </a:lnTo>
                    <a:lnTo>
                      <a:pt x="75" y="12"/>
                    </a:lnTo>
                    <a:lnTo>
                      <a:pt x="72" y="15"/>
                    </a:lnTo>
                    <a:lnTo>
                      <a:pt x="65" y="15"/>
                    </a:lnTo>
                    <a:lnTo>
                      <a:pt x="62" y="18"/>
                    </a:lnTo>
                    <a:lnTo>
                      <a:pt x="57" y="22"/>
                    </a:lnTo>
                    <a:lnTo>
                      <a:pt x="53" y="25"/>
                    </a:lnTo>
                    <a:lnTo>
                      <a:pt x="50" y="34"/>
                    </a:lnTo>
                    <a:lnTo>
                      <a:pt x="45" y="43"/>
                    </a:lnTo>
                    <a:lnTo>
                      <a:pt x="42" y="53"/>
                    </a:lnTo>
                    <a:lnTo>
                      <a:pt x="35" y="64"/>
                    </a:lnTo>
                    <a:lnTo>
                      <a:pt x="33" y="68"/>
                    </a:lnTo>
                    <a:lnTo>
                      <a:pt x="30" y="74"/>
                    </a:lnTo>
                    <a:lnTo>
                      <a:pt x="23" y="74"/>
                    </a:lnTo>
                    <a:lnTo>
                      <a:pt x="21" y="74"/>
                    </a:lnTo>
                    <a:lnTo>
                      <a:pt x="18" y="74"/>
                    </a:lnTo>
                    <a:lnTo>
                      <a:pt x="15" y="74"/>
                    </a:lnTo>
                    <a:lnTo>
                      <a:pt x="8" y="71"/>
                    </a:lnTo>
                    <a:lnTo>
                      <a:pt x="3" y="68"/>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6" name="Rectangle 92"/>
              <p:cNvSpPr>
                <a:spLocks noChangeArrowheads="1"/>
              </p:cNvSpPr>
              <p:nvPr/>
            </p:nvSpPr>
            <p:spPr bwMode="ltGray">
              <a:xfrm>
                <a:off x="3912" y="970"/>
                <a:ext cx="52" cy="54"/>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07" name="Freeform 93"/>
              <p:cNvSpPr>
                <a:spLocks/>
              </p:cNvSpPr>
              <p:nvPr/>
            </p:nvSpPr>
            <p:spPr bwMode="ltGray">
              <a:xfrm>
                <a:off x="4165" y="1266"/>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8" name="Freeform 94"/>
              <p:cNvSpPr>
                <a:spLocks/>
              </p:cNvSpPr>
              <p:nvPr/>
            </p:nvSpPr>
            <p:spPr bwMode="ltGray">
              <a:xfrm>
                <a:off x="1844" y="1008"/>
                <a:ext cx="103" cy="312"/>
              </a:xfrm>
              <a:custGeom>
                <a:avLst/>
                <a:gdLst>
                  <a:gd name="T0" fmla="*/ 49 w 103"/>
                  <a:gd name="T1" fmla="*/ 305 h 312"/>
                  <a:gd name="T2" fmla="*/ 56 w 103"/>
                  <a:gd name="T3" fmla="*/ 295 h 312"/>
                  <a:gd name="T4" fmla="*/ 56 w 103"/>
                  <a:gd name="T5" fmla="*/ 292 h 312"/>
                  <a:gd name="T6" fmla="*/ 58 w 103"/>
                  <a:gd name="T7" fmla="*/ 286 h 312"/>
                  <a:gd name="T8" fmla="*/ 64 w 103"/>
                  <a:gd name="T9" fmla="*/ 269 h 312"/>
                  <a:gd name="T10" fmla="*/ 70 w 103"/>
                  <a:gd name="T11" fmla="*/ 246 h 312"/>
                  <a:gd name="T12" fmla="*/ 76 w 103"/>
                  <a:gd name="T13" fmla="*/ 234 h 312"/>
                  <a:gd name="T14" fmla="*/ 78 w 103"/>
                  <a:gd name="T15" fmla="*/ 214 h 312"/>
                  <a:gd name="T16" fmla="*/ 78 w 103"/>
                  <a:gd name="T17" fmla="*/ 202 h 312"/>
                  <a:gd name="T18" fmla="*/ 78 w 103"/>
                  <a:gd name="T19" fmla="*/ 191 h 312"/>
                  <a:gd name="T20" fmla="*/ 76 w 103"/>
                  <a:gd name="T21" fmla="*/ 178 h 312"/>
                  <a:gd name="T22" fmla="*/ 73 w 103"/>
                  <a:gd name="T23" fmla="*/ 172 h 312"/>
                  <a:gd name="T24" fmla="*/ 64 w 103"/>
                  <a:gd name="T25" fmla="*/ 159 h 312"/>
                  <a:gd name="T26" fmla="*/ 56 w 103"/>
                  <a:gd name="T27" fmla="*/ 146 h 312"/>
                  <a:gd name="T28" fmla="*/ 44 w 103"/>
                  <a:gd name="T29" fmla="*/ 133 h 312"/>
                  <a:gd name="T30" fmla="*/ 23 w 103"/>
                  <a:gd name="T31" fmla="*/ 110 h 312"/>
                  <a:gd name="T32" fmla="*/ 12 w 103"/>
                  <a:gd name="T33" fmla="*/ 94 h 312"/>
                  <a:gd name="T34" fmla="*/ 5 w 103"/>
                  <a:gd name="T35" fmla="*/ 81 h 312"/>
                  <a:gd name="T36" fmla="*/ 3 w 103"/>
                  <a:gd name="T37" fmla="*/ 72 h 312"/>
                  <a:gd name="T38" fmla="*/ 0 w 103"/>
                  <a:gd name="T39" fmla="*/ 56 h 312"/>
                  <a:gd name="T40" fmla="*/ 0 w 103"/>
                  <a:gd name="T41" fmla="*/ 43 h 312"/>
                  <a:gd name="T42" fmla="*/ 3 w 103"/>
                  <a:gd name="T43" fmla="*/ 32 h 312"/>
                  <a:gd name="T44" fmla="*/ 5 w 103"/>
                  <a:gd name="T45" fmla="*/ 16 h 312"/>
                  <a:gd name="T46" fmla="*/ 12 w 103"/>
                  <a:gd name="T47" fmla="*/ 0 h 312"/>
                  <a:gd name="T48" fmla="*/ 32 w 103"/>
                  <a:gd name="T49" fmla="*/ 19 h 312"/>
                  <a:gd name="T50" fmla="*/ 26 w 103"/>
                  <a:gd name="T51" fmla="*/ 32 h 312"/>
                  <a:gd name="T52" fmla="*/ 23 w 103"/>
                  <a:gd name="T53" fmla="*/ 46 h 312"/>
                  <a:gd name="T54" fmla="*/ 20 w 103"/>
                  <a:gd name="T55" fmla="*/ 59 h 312"/>
                  <a:gd name="T56" fmla="*/ 20 w 103"/>
                  <a:gd name="T57" fmla="*/ 72 h 312"/>
                  <a:gd name="T58" fmla="*/ 20 w 103"/>
                  <a:gd name="T59" fmla="*/ 84 h 312"/>
                  <a:gd name="T60" fmla="*/ 26 w 103"/>
                  <a:gd name="T61" fmla="*/ 100 h 312"/>
                  <a:gd name="T62" fmla="*/ 29 w 103"/>
                  <a:gd name="T63" fmla="*/ 110 h 312"/>
                  <a:gd name="T64" fmla="*/ 35 w 103"/>
                  <a:gd name="T65" fmla="*/ 121 h 312"/>
                  <a:gd name="T66" fmla="*/ 46 w 103"/>
                  <a:gd name="T67" fmla="*/ 127 h 312"/>
                  <a:gd name="T68" fmla="*/ 61 w 103"/>
                  <a:gd name="T69" fmla="*/ 143 h 312"/>
                  <a:gd name="T70" fmla="*/ 73 w 103"/>
                  <a:gd name="T71" fmla="*/ 156 h 312"/>
                  <a:gd name="T72" fmla="*/ 78 w 103"/>
                  <a:gd name="T73" fmla="*/ 165 h 312"/>
                  <a:gd name="T74" fmla="*/ 90 w 103"/>
                  <a:gd name="T75" fmla="*/ 185 h 312"/>
                  <a:gd name="T76" fmla="*/ 96 w 103"/>
                  <a:gd name="T77" fmla="*/ 198 h 312"/>
                  <a:gd name="T78" fmla="*/ 99 w 103"/>
                  <a:gd name="T79" fmla="*/ 208 h 312"/>
                  <a:gd name="T80" fmla="*/ 102 w 103"/>
                  <a:gd name="T81" fmla="*/ 227 h 312"/>
                  <a:gd name="T82" fmla="*/ 102 w 103"/>
                  <a:gd name="T83" fmla="*/ 246 h 312"/>
                  <a:gd name="T84" fmla="*/ 99 w 103"/>
                  <a:gd name="T85" fmla="*/ 259 h 312"/>
                  <a:gd name="T86" fmla="*/ 99 w 103"/>
                  <a:gd name="T87" fmla="*/ 276 h 312"/>
                  <a:gd name="T88" fmla="*/ 96 w 103"/>
                  <a:gd name="T89" fmla="*/ 289 h 312"/>
                  <a:gd name="T90" fmla="*/ 93 w 103"/>
                  <a:gd name="T91" fmla="*/ 302 h 312"/>
                  <a:gd name="T92" fmla="*/ 87 w 103"/>
                  <a:gd name="T93" fmla="*/ 311 h 312"/>
                  <a:gd name="T94" fmla="*/ 49 w 103"/>
                  <a:gd name="T95" fmla="*/ 30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3" h="312">
                    <a:moveTo>
                      <a:pt x="49" y="305"/>
                    </a:moveTo>
                    <a:lnTo>
                      <a:pt x="56" y="295"/>
                    </a:lnTo>
                    <a:lnTo>
                      <a:pt x="56" y="292"/>
                    </a:lnTo>
                    <a:lnTo>
                      <a:pt x="58" y="286"/>
                    </a:lnTo>
                    <a:lnTo>
                      <a:pt x="64" y="269"/>
                    </a:lnTo>
                    <a:lnTo>
                      <a:pt x="70" y="246"/>
                    </a:lnTo>
                    <a:lnTo>
                      <a:pt x="76" y="234"/>
                    </a:lnTo>
                    <a:lnTo>
                      <a:pt x="78" y="214"/>
                    </a:lnTo>
                    <a:lnTo>
                      <a:pt x="78" y="202"/>
                    </a:lnTo>
                    <a:lnTo>
                      <a:pt x="78" y="191"/>
                    </a:lnTo>
                    <a:lnTo>
                      <a:pt x="76" y="178"/>
                    </a:lnTo>
                    <a:lnTo>
                      <a:pt x="73" y="172"/>
                    </a:lnTo>
                    <a:lnTo>
                      <a:pt x="64" y="159"/>
                    </a:lnTo>
                    <a:lnTo>
                      <a:pt x="56" y="146"/>
                    </a:lnTo>
                    <a:lnTo>
                      <a:pt x="44" y="133"/>
                    </a:lnTo>
                    <a:lnTo>
                      <a:pt x="23" y="110"/>
                    </a:lnTo>
                    <a:lnTo>
                      <a:pt x="12" y="94"/>
                    </a:lnTo>
                    <a:lnTo>
                      <a:pt x="5" y="81"/>
                    </a:lnTo>
                    <a:lnTo>
                      <a:pt x="3" y="72"/>
                    </a:lnTo>
                    <a:lnTo>
                      <a:pt x="0" y="56"/>
                    </a:lnTo>
                    <a:lnTo>
                      <a:pt x="0" y="43"/>
                    </a:lnTo>
                    <a:lnTo>
                      <a:pt x="3" y="32"/>
                    </a:lnTo>
                    <a:lnTo>
                      <a:pt x="5" y="16"/>
                    </a:lnTo>
                    <a:lnTo>
                      <a:pt x="12" y="0"/>
                    </a:lnTo>
                    <a:lnTo>
                      <a:pt x="32" y="19"/>
                    </a:lnTo>
                    <a:lnTo>
                      <a:pt x="26" y="32"/>
                    </a:lnTo>
                    <a:lnTo>
                      <a:pt x="23" y="46"/>
                    </a:lnTo>
                    <a:lnTo>
                      <a:pt x="20" y="59"/>
                    </a:lnTo>
                    <a:lnTo>
                      <a:pt x="20" y="72"/>
                    </a:lnTo>
                    <a:lnTo>
                      <a:pt x="20" y="84"/>
                    </a:lnTo>
                    <a:lnTo>
                      <a:pt x="26" y="100"/>
                    </a:lnTo>
                    <a:lnTo>
                      <a:pt x="29" y="110"/>
                    </a:lnTo>
                    <a:lnTo>
                      <a:pt x="35" y="121"/>
                    </a:lnTo>
                    <a:lnTo>
                      <a:pt x="46" y="127"/>
                    </a:lnTo>
                    <a:lnTo>
                      <a:pt x="61" y="143"/>
                    </a:lnTo>
                    <a:lnTo>
                      <a:pt x="73" y="156"/>
                    </a:lnTo>
                    <a:lnTo>
                      <a:pt x="78" y="165"/>
                    </a:lnTo>
                    <a:lnTo>
                      <a:pt x="90" y="185"/>
                    </a:lnTo>
                    <a:lnTo>
                      <a:pt x="96" y="198"/>
                    </a:lnTo>
                    <a:lnTo>
                      <a:pt x="99" y="208"/>
                    </a:lnTo>
                    <a:lnTo>
                      <a:pt x="102" y="227"/>
                    </a:lnTo>
                    <a:lnTo>
                      <a:pt x="102" y="246"/>
                    </a:lnTo>
                    <a:lnTo>
                      <a:pt x="99" y="259"/>
                    </a:lnTo>
                    <a:lnTo>
                      <a:pt x="99" y="276"/>
                    </a:lnTo>
                    <a:lnTo>
                      <a:pt x="96" y="289"/>
                    </a:lnTo>
                    <a:lnTo>
                      <a:pt x="93" y="302"/>
                    </a:lnTo>
                    <a:lnTo>
                      <a:pt x="87" y="311"/>
                    </a:lnTo>
                    <a:lnTo>
                      <a:pt x="49" y="30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09" name="Freeform 95"/>
              <p:cNvSpPr>
                <a:spLocks/>
              </p:cNvSpPr>
              <p:nvPr/>
            </p:nvSpPr>
            <p:spPr bwMode="ltGray">
              <a:xfrm>
                <a:off x="1494" y="1245"/>
                <a:ext cx="159" cy="72"/>
              </a:xfrm>
              <a:custGeom>
                <a:avLst/>
                <a:gdLst>
                  <a:gd name="T0" fmla="*/ 152 w 159"/>
                  <a:gd name="T1" fmla="*/ 27 h 72"/>
                  <a:gd name="T2" fmla="*/ 143 w 159"/>
                  <a:gd name="T3" fmla="*/ 24 h 72"/>
                  <a:gd name="T4" fmla="*/ 130 w 159"/>
                  <a:gd name="T5" fmla="*/ 24 h 72"/>
                  <a:gd name="T6" fmla="*/ 122 w 159"/>
                  <a:gd name="T7" fmla="*/ 27 h 72"/>
                  <a:gd name="T8" fmla="*/ 115 w 159"/>
                  <a:gd name="T9" fmla="*/ 36 h 72"/>
                  <a:gd name="T10" fmla="*/ 109 w 159"/>
                  <a:gd name="T11" fmla="*/ 44 h 72"/>
                  <a:gd name="T12" fmla="*/ 97 w 159"/>
                  <a:gd name="T13" fmla="*/ 59 h 72"/>
                  <a:gd name="T14" fmla="*/ 89 w 159"/>
                  <a:gd name="T15" fmla="*/ 68 h 72"/>
                  <a:gd name="T16" fmla="*/ 73 w 159"/>
                  <a:gd name="T17" fmla="*/ 71 h 72"/>
                  <a:gd name="T18" fmla="*/ 61 w 159"/>
                  <a:gd name="T19" fmla="*/ 68 h 72"/>
                  <a:gd name="T20" fmla="*/ 51 w 159"/>
                  <a:gd name="T21" fmla="*/ 62 h 72"/>
                  <a:gd name="T22" fmla="*/ 39 w 159"/>
                  <a:gd name="T23" fmla="*/ 56 h 72"/>
                  <a:gd name="T24" fmla="*/ 28 w 159"/>
                  <a:gd name="T25" fmla="*/ 53 h 72"/>
                  <a:gd name="T26" fmla="*/ 15 w 159"/>
                  <a:gd name="T27" fmla="*/ 53 h 72"/>
                  <a:gd name="T28" fmla="*/ 6 w 159"/>
                  <a:gd name="T29" fmla="*/ 56 h 72"/>
                  <a:gd name="T30" fmla="*/ 3 w 159"/>
                  <a:gd name="T31" fmla="*/ 51 h 72"/>
                  <a:gd name="T32" fmla="*/ 9 w 159"/>
                  <a:gd name="T33" fmla="*/ 47 h 72"/>
                  <a:gd name="T34" fmla="*/ 21 w 159"/>
                  <a:gd name="T35" fmla="*/ 44 h 72"/>
                  <a:gd name="T36" fmla="*/ 30 w 159"/>
                  <a:gd name="T37" fmla="*/ 44 h 72"/>
                  <a:gd name="T38" fmla="*/ 43 w 159"/>
                  <a:gd name="T39" fmla="*/ 53 h 72"/>
                  <a:gd name="T40" fmla="*/ 54 w 159"/>
                  <a:gd name="T41" fmla="*/ 56 h 72"/>
                  <a:gd name="T42" fmla="*/ 67 w 159"/>
                  <a:gd name="T43" fmla="*/ 59 h 72"/>
                  <a:gd name="T44" fmla="*/ 79 w 159"/>
                  <a:gd name="T45" fmla="*/ 59 h 72"/>
                  <a:gd name="T46" fmla="*/ 89 w 159"/>
                  <a:gd name="T47" fmla="*/ 56 h 72"/>
                  <a:gd name="T48" fmla="*/ 97 w 159"/>
                  <a:gd name="T49" fmla="*/ 51 h 72"/>
                  <a:gd name="T50" fmla="*/ 107 w 159"/>
                  <a:gd name="T51" fmla="*/ 39 h 72"/>
                  <a:gd name="T52" fmla="*/ 115 w 159"/>
                  <a:gd name="T53" fmla="*/ 21 h 72"/>
                  <a:gd name="T54" fmla="*/ 122 w 159"/>
                  <a:gd name="T55" fmla="*/ 6 h 72"/>
                  <a:gd name="T56" fmla="*/ 130 w 159"/>
                  <a:gd name="T57" fmla="*/ 0 h 72"/>
                  <a:gd name="T58" fmla="*/ 137 w 159"/>
                  <a:gd name="T59" fmla="*/ 0 h 72"/>
                  <a:gd name="T60" fmla="*/ 146 w 159"/>
                  <a:gd name="T61" fmla="*/ 3 h 72"/>
                  <a:gd name="T62" fmla="*/ 158 w 159"/>
                  <a:gd name="T63" fmla="*/ 3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9" h="72">
                    <a:moveTo>
                      <a:pt x="158" y="30"/>
                    </a:moveTo>
                    <a:lnTo>
                      <a:pt x="152" y="27"/>
                    </a:lnTo>
                    <a:lnTo>
                      <a:pt x="146" y="24"/>
                    </a:lnTo>
                    <a:lnTo>
                      <a:pt x="143" y="24"/>
                    </a:lnTo>
                    <a:lnTo>
                      <a:pt x="137" y="24"/>
                    </a:lnTo>
                    <a:lnTo>
                      <a:pt x="130" y="24"/>
                    </a:lnTo>
                    <a:lnTo>
                      <a:pt x="125" y="27"/>
                    </a:lnTo>
                    <a:lnTo>
                      <a:pt x="122" y="27"/>
                    </a:lnTo>
                    <a:lnTo>
                      <a:pt x="119" y="30"/>
                    </a:lnTo>
                    <a:lnTo>
                      <a:pt x="115" y="36"/>
                    </a:lnTo>
                    <a:lnTo>
                      <a:pt x="109" y="41"/>
                    </a:lnTo>
                    <a:lnTo>
                      <a:pt x="109" y="44"/>
                    </a:lnTo>
                    <a:lnTo>
                      <a:pt x="104" y="53"/>
                    </a:lnTo>
                    <a:lnTo>
                      <a:pt x="97" y="59"/>
                    </a:lnTo>
                    <a:lnTo>
                      <a:pt x="94" y="65"/>
                    </a:lnTo>
                    <a:lnTo>
                      <a:pt x="89" y="68"/>
                    </a:lnTo>
                    <a:lnTo>
                      <a:pt x="79" y="71"/>
                    </a:lnTo>
                    <a:lnTo>
                      <a:pt x="73" y="71"/>
                    </a:lnTo>
                    <a:lnTo>
                      <a:pt x="67" y="71"/>
                    </a:lnTo>
                    <a:lnTo>
                      <a:pt x="61" y="68"/>
                    </a:lnTo>
                    <a:lnTo>
                      <a:pt x="54" y="65"/>
                    </a:lnTo>
                    <a:lnTo>
                      <a:pt x="51" y="62"/>
                    </a:lnTo>
                    <a:lnTo>
                      <a:pt x="46" y="59"/>
                    </a:lnTo>
                    <a:lnTo>
                      <a:pt x="39" y="56"/>
                    </a:lnTo>
                    <a:lnTo>
                      <a:pt x="33" y="53"/>
                    </a:lnTo>
                    <a:lnTo>
                      <a:pt x="28" y="53"/>
                    </a:lnTo>
                    <a:lnTo>
                      <a:pt x="21" y="51"/>
                    </a:lnTo>
                    <a:lnTo>
                      <a:pt x="15" y="53"/>
                    </a:lnTo>
                    <a:lnTo>
                      <a:pt x="9" y="53"/>
                    </a:lnTo>
                    <a:lnTo>
                      <a:pt x="6" y="56"/>
                    </a:lnTo>
                    <a:lnTo>
                      <a:pt x="0" y="59"/>
                    </a:lnTo>
                    <a:lnTo>
                      <a:pt x="3" y="51"/>
                    </a:lnTo>
                    <a:lnTo>
                      <a:pt x="6" y="47"/>
                    </a:lnTo>
                    <a:lnTo>
                      <a:pt x="9" y="47"/>
                    </a:lnTo>
                    <a:lnTo>
                      <a:pt x="15" y="44"/>
                    </a:lnTo>
                    <a:lnTo>
                      <a:pt x="21" y="44"/>
                    </a:lnTo>
                    <a:lnTo>
                      <a:pt x="24" y="44"/>
                    </a:lnTo>
                    <a:lnTo>
                      <a:pt x="30" y="44"/>
                    </a:lnTo>
                    <a:lnTo>
                      <a:pt x="33" y="47"/>
                    </a:lnTo>
                    <a:lnTo>
                      <a:pt x="43" y="53"/>
                    </a:lnTo>
                    <a:lnTo>
                      <a:pt x="49" y="56"/>
                    </a:lnTo>
                    <a:lnTo>
                      <a:pt x="54" y="56"/>
                    </a:lnTo>
                    <a:lnTo>
                      <a:pt x="58" y="59"/>
                    </a:lnTo>
                    <a:lnTo>
                      <a:pt x="67" y="59"/>
                    </a:lnTo>
                    <a:lnTo>
                      <a:pt x="76" y="59"/>
                    </a:lnTo>
                    <a:lnTo>
                      <a:pt x="79" y="59"/>
                    </a:lnTo>
                    <a:lnTo>
                      <a:pt x="85" y="59"/>
                    </a:lnTo>
                    <a:lnTo>
                      <a:pt x="89" y="56"/>
                    </a:lnTo>
                    <a:lnTo>
                      <a:pt x="94" y="53"/>
                    </a:lnTo>
                    <a:lnTo>
                      <a:pt x="97" y="51"/>
                    </a:lnTo>
                    <a:lnTo>
                      <a:pt x="100" y="47"/>
                    </a:lnTo>
                    <a:lnTo>
                      <a:pt x="107" y="39"/>
                    </a:lnTo>
                    <a:lnTo>
                      <a:pt x="109" y="32"/>
                    </a:lnTo>
                    <a:lnTo>
                      <a:pt x="115" y="21"/>
                    </a:lnTo>
                    <a:lnTo>
                      <a:pt x="122" y="12"/>
                    </a:lnTo>
                    <a:lnTo>
                      <a:pt x="122" y="6"/>
                    </a:lnTo>
                    <a:lnTo>
                      <a:pt x="128" y="3"/>
                    </a:lnTo>
                    <a:lnTo>
                      <a:pt x="130" y="0"/>
                    </a:lnTo>
                    <a:lnTo>
                      <a:pt x="134" y="0"/>
                    </a:lnTo>
                    <a:lnTo>
                      <a:pt x="137" y="0"/>
                    </a:lnTo>
                    <a:lnTo>
                      <a:pt x="143" y="0"/>
                    </a:lnTo>
                    <a:lnTo>
                      <a:pt x="146" y="3"/>
                    </a:lnTo>
                    <a:lnTo>
                      <a:pt x="152" y="6"/>
                    </a:lnTo>
                    <a:lnTo>
                      <a:pt x="158"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10" name="Freeform 96"/>
              <p:cNvSpPr>
                <a:spLocks/>
              </p:cNvSpPr>
              <p:nvPr/>
            </p:nvSpPr>
            <p:spPr bwMode="ltGray">
              <a:xfrm>
                <a:off x="737" y="1144"/>
                <a:ext cx="156" cy="74"/>
              </a:xfrm>
              <a:custGeom>
                <a:avLst/>
                <a:gdLst>
                  <a:gd name="T0" fmla="*/ 0 w 156"/>
                  <a:gd name="T1" fmla="*/ 43 h 74"/>
                  <a:gd name="T2" fmla="*/ 4 w 156"/>
                  <a:gd name="T3" fmla="*/ 46 h 74"/>
                  <a:gd name="T4" fmla="*/ 9 w 156"/>
                  <a:gd name="T5" fmla="*/ 48 h 74"/>
                  <a:gd name="T6" fmla="*/ 15 w 156"/>
                  <a:gd name="T7" fmla="*/ 48 h 74"/>
                  <a:gd name="T8" fmla="*/ 22 w 156"/>
                  <a:gd name="T9" fmla="*/ 48 h 74"/>
                  <a:gd name="T10" fmla="*/ 27 w 156"/>
                  <a:gd name="T11" fmla="*/ 48 h 74"/>
                  <a:gd name="T12" fmla="*/ 30 w 156"/>
                  <a:gd name="T13" fmla="*/ 46 h 74"/>
                  <a:gd name="T14" fmla="*/ 37 w 156"/>
                  <a:gd name="T15" fmla="*/ 43 h 74"/>
                  <a:gd name="T16" fmla="*/ 43 w 156"/>
                  <a:gd name="T17" fmla="*/ 37 h 74"/>
                  <a:gd name="T18" fmla="*/ 45 w 156"/>
                  <a:gd name="T19" fmla="*/ 30 h 74"/>
                  <a:gd name="T20" fmla="*/ 49 w 156"/>
                  <a:gd name="T21" fmla="*/ 25 h 74"/>
                  <a:gd name="T22" fmla="*/ 52 w 156"/>
                  <a:gd name="T23" fmla="*/ 18 h 74"/>
                  <a:gd name="T24" fmla="*/ 58 w 156"/>
                  <a:gd name="T25" fmla="*/ 12 h 74"/>
                  <a:gd name="T26" fmla="*/ 64 w 156"/>
                  <a:gd name="T27" fmla="*/ 7 h 74"/>
                  <a:gd name="T28" fmla="*/ 70 w 156"/>
                  <a:gd name="T29" fmla="*/ 3 h 74"/>
                  <a:gd name="T30" fmla="*/ 76 w 156"/>
                  <a:gd name="T31" fmla="*/ 0 h 74"/>
                  <a:gd name="T32" fmla="*/ 85 w 156"/>
                  <a:gd name="T33" fmla="*/ 0 h 74"/>
                  <a:gd name="T34" fmla="*/ 91 w 156"/>
                  <a:gd name="T35" fmla="*/ 0 h 74"/>
                  <a:gd name="T36" fmla="*/ 95 w 156"/>
                  <a:gd name="T37" fmla="*/ 0 h 74"/>
                  <a:gd name="T38" fmla="*/ 100 w 156"/>
                  <a:gd name="T39" fmla="*/ 7 h 74"/>
                  <a:gd name="T40" fmla="*/ 106 w 156"/>
                  <a:gd name="T41" fmla="*/ 9 h 74"/>
                  <a:gd name="T42" fmla="*/ 110 w 156"/>
                  <a:gd name="T43" fmla="*/ 12 h 74"/>
                  <a:gd name="T44" fmla="*/ 118 w 156"/>
                  <a:gd name="T45" fmla="*/ 15 h 74"/>
                  <a:gd name="T46" fmla="*/ 125 w 156"/>
                  <a:gd name="T47" fmla="*/ 18 h 74"/>
                  <a:gd name="T48" fmla="*/ 130 w 156"/>
                  <a:gd name="T49" fmla="*/ 18 h 74"/>
                  <a:gd name="T50" fmla="*/ 136 w 156"/>
                  <a:gd name="T51" fmla="*/ 18 h 74"/>
                  <a:gd name="T52" fmla="*/ 140 w 156"/>
                  <a:gd name="T53" fmla="*/ 18 h 74"/>
                  <a:gd name="T54" fmla="*/ 146 w 156"/>
                  <a:gd name="T55" fmla="*/ 18 h 74"/>
                  <a:gd name="T56" fmla="*/ 151 w 156"/>
                  <a:gd name="T57" fmla="*/ 15 h 74"/>
                  <a:gd name="T58" fmla="*/ 155 w 156"/>
                  <a:gd name="T59" fmla="*/ 12 h 74"/>
                  <a:gd name="T60" fmla="*/ 155 w 156"/>
                  <a:gd name="T61" fmla="*/ 18 h 74"/>
                  <a:gd name="T62" fmla="*/ 151 w 156"/>
                  <a:gd name="T63" fmla="*/ 22 h 74"/>
                  <a:gd name="T64" fmla="*/ 146 w 156"/>
                  <a:gd name="T65" fmla="*/ 25 h 74"/>
                  <a:gd name="T66" fmla="*/ 143 w 156"/>
                  <a:gd name="T67" fmla="*/ 27 h 74"/>
                  <a:gd name="T68" fmla="*/ 136 w 156"/>
                  <a:gd name="T69" fmla="*/ 27 h 74"/>
                  <a:gd name="T70" fmla="*/ 133 w 156"/>
                  <a:gd name="T71" fmla="*/ 27 h 74"/>
                  <a:gd name="T72" fmla="*/ 128 w 156"/>
                  <a:gd name="T73" fmla="*/ 27 h 74"/>
                  <a:gd name="T74" fmla="*/ 121 w 156"/>
                  <a:gd name="T75" fmla="*/ 25 h 74"/>
                  <a:gd name="T76" fmla="*/ 115 w 156"/>
                  <a:gd name="T77" fmla="*/ 18 h 74"/>
                  <a:gd name="T78" fmla="*/ 106 w 156"/>
                  <a:gd name="T79" fmla="*/ 15 h 74"/>
                  <a:gd name="T80" fmla="*/ 103 w 156"/>
                  <a:gd name="T81" fmla="*/ 12 h 74"/>
                  <a:gd name="T82" fmla="*/ 97 w 156"/>
                  <a:gd name="T83" fmla="*/ 12 h 74"/>
                  <a:gd name="T84" fmla="*/ 88 w 156"/>
                  <a:gd name="T85" fmla="*/ 12 h 74"/>
                  <a:gd name="T86" fmla="*/ 82 w 156"/>
                  <a:gd name="T87" fmla="*/ 12 h 74"/>
                  <a:gd name="T88" fmla="*/ 79 w 156"/>
                  <a:gd name="T89" fmla="*/ 12 h 74"/>
                  <a:gd name="T90" fmla="*/ 73 w 156"/>
                  <a:gd name="T91" fmla="*/ 12 h 74"/>
                  <a:gd name="T92" fmla="*/ 67 w 156"/>
                  <a:gd name="T93" fmla="*/ 15 h 74"/>
                  <a:gd name="T94" fmla="*/ 64 w 156"/>
                  <a:gd name="T95" fmla="*/ 18 h 74"/>
                  <a:gd name="T96" fmla="*/ 58 w 156"/>
                  <a:gd name="T97" fmla="*/ 22 h 74"/>
                  <a:gd name="T98" fmla="*/ 55 w 156"/>
                  <a:gd name="T99" fmla="*/ 25 h 74"/>
                  <a:gd name="T100" fmla="*/ 52 w 156"/>
                  <a:gd name="T101" fmla="*/ 33 h 74"/>
                  <a:gd name="T102" fmla="*/ 45 w 156"/>
                  <a:gd name="T103" fmla="*/ 43 h 74"/>
                  <a:gd name="T104" fmla="*/ 43 w 156"/>
                  <a:gd name="T105" fmla="*/ 48 h 74"/>
                  <a:gd name="T106" fmla="*/ 37 w 156"/>
                  <a:gd name="T107" fmla="*/ 61 h 74"/>
                  <a:gd name="T108" fmla="*/ 34 w 156"/>
                  <a:gd name="T109" fmla="*/ 67 h 74"/>
                  <a:gd name="T110" fmla="*/ 30 w 156"/>
                  <a:gd name="T111" fmla="*/ 70 h 74"/>
                  <a:gd name="T112" fmla="*/ 27 w 156"/>
                  <a:gd name="T113" fmla="*/ 73 h 74"/>
                  <a:gd name="T114" fmla="*/ 22 w 156"/>
                  <a:gd name="T115" fmla="*/ 73 h 74"/>
                  <a:gd name="T116" fmla="*/ 19 w 156"/>
                  <a:gd name="T117" fmla="*/ 73 h 74"/>
                  <a:gd name="T118" fmla="*/ 15 w 156"/>
                  <a:gd name="T119" fmla="*/ 73 h 74"/>
                  <a:gd name="T120" fmla="*/ 9 w 156"/>
                  <a:gd name="T121" fmla="*/ 70 h 74"/>
                  <a:gd name="T122" fmla="*/ 7 w 156"/>
                  <a:gd name="T123" fmla="*/ 67 h 74"/>
                  <a:gd name="T124" fmla="*/ 0 w 156"/>
                  <a:gd name="T125"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6" h="74">
                    <a:moveTo>
                      <a:pt x="0" y="43"/>
                    </a:moveTo>
                    <a:lnTo>
                      <a:pt x="4" y="46"/>
                    </a:lnTo>
                    <a:lnTo>
                      <a:pt x="9" y="48"/>
                    </a:lnTo>
                    <a:lnTo>
                      <a:pt x="15" y="48"/>
                    </a:lnTo>
                    <a:lnTo>
                      <a:pt x="22" y="48"/>
                    </a:lnTo>
                    <a:lnTo>
                      <a:pt x="27" y="48"/>
                    </a:lnTo>
                    <a:lnTo>
                      <a:pt x="30" y="46"/>
                    </a:lnTo>
                    <a:lnTo>
                      <a:pt x="37" y="43"/>
                    </a:lnTo>
                    <a:lnTo>
                      <a:pt x="43" y="37"/>
                    </a:lnTo>
                    <a:lnTo>
                      <a:pt x="45" y="30"/>
                    </a:lnTo>
                    <a:lnTo>
                      <a:pt x="49" y="25"/>
                    </a:lnTo>
                    <a:lnTo>
                      <a:pt x="52" y="18"/>
                    </a:lnTo>
                    <a:lnTo>
                      <a:pt x="58" y="12"/>
                    </a:lnTo>
                    <a:lnTo>
                      <a:pt x="64" y="7"/>
                    </a:lnTo>
                    <a:lnTo>
                      <a:pt x="70" y="3"/>
                    </a:lnTo>
                    <a:lnTo>
                      <a:pt x="76" y="0"/>
                    </a:lnTo>
                    <a:lnTo>
                      <a:pt x="85" y="0"/>
                    </a:lnTo>
                    <a:lnTo>
                      <a:pt x="91" y="0"/>
                    </a:lnTo>
                    <a:lnTo>
                      <a:pt x="95" y="0"/>
                    </a:lnTo>
                    <a:lnTo>
                      <a:pt x="100" y="7"/>
                    </a:lnTo>
                    <a:lnTo>
                      <a:pt x="106" y="9"/>
                    </a:lnTo>
                    <a:lnTo>
                      <a:pt x="110" y="12"/>
                    </a:lnTo>
                    <a:lnTo>
                      <a:pt x="118" y="15"/>
                    </a:lnTo>
                    <a:lnTo>
                      <a:pt x="125" y="18"/>
                    </a:lnTo>
                    <a:lnTo>
                      <a:pt x="130" y="18"/>
                    </a:lnTo>
                    <a:lnTo>
                      <a:pt x="136" y="18"/>
                    </a:lnTo>
                    <a:lnTo>
                      <a:pt x="140" y="18"/>
                    </a:lnTo>
                    <a:lnTo>
                      <a:pt x="146" y="18"/>
                    </a:lnTo>
                    <a:lnTo>
                      <a:pt x="151" y="15"/>
                    </a:lnTo>
                    <a:lnTo>
                      <a:pt x="155" y="12"/>
                    </a:lnTo>
                    <a:lnTo>
                      <a:pt x="155" y="18"/>
                    </a:lnTo>
                    <a:lnTo>
                      <a:pt x="151" y="22"/>
                    </a:lnTo>
                    <a:lnTo>
                      <a:pt x="146" y="25"/>
                    </a:lnTo>
                    <a:lnTo>
                      <a:pt x="143" y="27"/>
                    </a:lnTo>
                    <a:lnTo>
                      <a:pt x="136" y="27"/>
                    </a:lnTo>
                    <a:lnTo>
                      <a:pt x="133" y="27"/>
                    </a:lnTo>
                    <a:lnTo>
                      <a:pt x="128" y="27"/>
                    </a:lnTo>
                    <a:lnTo>
                      <a:pt x="121" y="25"/>
                    </a:lnTo>
                    <a:lnTo>
                      <a:pt x="115" y="18"/>
                    </a:lnTo>
                    <a:lnTo>
                      <a:pt x="106" y="15"/>
                    </a:lnTo>
                    <a:lnTo>
                      <a:pt x="103" y="12"/>
                    </a:lnTo>
                    <a:lnTo>
                      <a:pt x="97" y="12"/>
                    </a:lnTo>
                    <a:lnTo>
                      <a:pt x="88" y="12"/>
                    </a:lnTo>
                    <a:lnTo>
                      <a:pt x="82" y="12"/>
                    </a:lnTo>
                    <a:lnTo>
                      <a:pt x="79" y="12"/>
                    </a:lnTo>
                    <a:lnTo>
                      <a:pt x="73" y="12"/>
                    </a:lnTo>
                    <a:lnTo>
                      <a:pt x="67" y="15"/>
                    </a:lnTo>
                    <a:lnTo>
                      <a:pt x="64" y="18"/>
                    </a:lnTo>
                    <a:lnTo>
                      <a:pt x="58" y="22"/>
                    </a:lnTo>
                    <a:lnTo>
                      <a:pt x="55" y="25"/>
                    </a:lnTo>
                    <a:lnTo>
                      <a:pt x="52" y="33"/>
                    </a:lnTo>
                    <a:lnTo>
                      <a:pt x="45" y="43"/>
                    </a:lnTo>
                    <a:lnTo>
                      <a:pt x="43" y="48"/>
                    </a:lnTo>
                    <a:lnTo>
                      <a:pt x="37" y="61"/>
                    </a:lnTo>
                    <a:lnTo>
                      <a:pt x="34" y="67"/>
                    </a:lnTo>
                    <a:lnTo>
                      <a:pt x="30" y="70"/>
                    </a:lnTo>
                    <a:lnTo>
                      <a:pt x="27" y="73"/>
                    </a:lnTo>
                    <a:lnTo>
                      <a:pt x="22" y="73"/>
                    </a:lnTo>
                    <a:lnTo>
                      <a:pt x="19" y="73"/>
                    </a:lnTo>
                    <a:lnTo>
                      <a:pt x="15" y="73"/>
                    </a:lnTo>
                    <a:lnTo>
                      <a:pt x="9" y="70"/>
                    </a:lnTo>
                    <a:lnTo>
                      <a:pt x="7" y="67"/>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11" name="Freeform 97"/>
              <p:cNvSpPr>
                <a:spLocks/>
              </p:cNvSpPr>
              <p:nvPr/>
            </p:nvSpPr>
            <p:spPr bwMode="ltGray">
              <a:xfrm>
                <a:off x="1343" y="1062"/>
                <a:ext cx="60" cy="81"/>
              </a:xfrm>
              <a:custGeom>
                <a:avLst/>
                <a:gdLst>
                  <a:gd name="T0" fmla="*/ 59 w 60"/>
                  <a:gd name="T1" fmla="*/ 0 h 81"/>
                  <a:gd name="T2" fmla="*/ 0 w 60"/>
                  <a:gd name="T3" fmla="*/ 30 h 81"/>
                  <a:gd name="T4" fmla="*/ 45 w 60"/>
                  <a:gd name="T5" fmla="*/ 80 h 81"/>
                  <a:gd name="T6" fmla="*/ 59 w 60"/>
                  <a:gd name="T7" fmla="*/ 0 h 81"/>
                </a:gdLst>
                <a:ahLst/>
                <a:cxnLst>
                  <a:cxn ang="0">
                    <a:pos x="T0" y="T1"/>
                  </a:cxn>
                  <a:cxn ang="0">
                    <a:pos x="T2" y="T3"/>
                  </a:cxn>
                  <a:cxn ang="0">
                    <a:pos x="T4" y="T5"/>
                  </a:cxn>
                  <a:cxn ang="0">
                    <a:pos x="T6" y="T7"/>
                  </a:cxn>
                </a:cxnLst>
                <a:rect l="0" t="0" r="r" b="b"/>
                <a:pathLst>
                  <a:path w="60" h="81">
                    <a:moveTo>
                      <a:pt x="59" y="0"/>
                    </a:moveTo>
                    <a:lnTo>
                      <a:pt x="0" y="30"/>
                    </a:lnTo>
                    <a:lnTo>
                      <a:pt x="45" y="80"/>
                    </a:lnTo>
                    <a:lnTo>
                      <a:pt x="59"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12" name="Rectangle 98"/>
              <p:cNvSpPr>
                <a:spLocks noChangeArrowheads="1"/>
              </p:cNvSpPr>
              <p:nvPr/>
            </p:nvSpPr>
            <p:spPr bwMode="ltGray">
              <a:xfrm>
                <a:off x="2203" y="1137"/>
                <a:ext cx="52" cy="56"/>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13" name="Freeform 99"/>
              <p:cNvSpPr>
                <a:spLocks/>
              </p:cNvSpPr>
              <p:nvPr/>
            </p:nvSpPr>
            <p:spPr bwMode="ltGray">
              <a:xfrm>
                <a:off x="1211" y="1224"/>
                <a:ext cx="55" cy="66"/>
              </a:xfrm>
              <a:custGeom>
                <a:avLst/>
                <a:gdLst>
                  <a:gd name="T0" fmla="*/ 30 w 55"/>
                  <a:gd name="T1" fmla="*/ 0 h 66"/>
                  <a:gd name="T2" fmla="*/ 0 w 55"/>
                  <a:gd name="T3" fmla="*/ 18 h 66"/>
                  <a:gd name="T4" fmla="*/ 16 w 55"/>
                  <a:gd name="T5" fmla="*/ 65 h 66"/>
                  <a:gd name="T6" fmla="*/ 54 w 55"/>
                  <a:gd name="T7" fmla="*/ 42 h 66"/>
                  <a:gd name="T8" fmla="*/ 30 w 55"/>
                  <a:gd name="T9" fmla="*/ 0 h 66"/>
                </a:gdLst>
                <a:ahLst/>
                <a:cxnLst>
                  <a:cxn ang="0">
                    <a:pos x="T0" y="T1"/>
                  </a:cxn>
                  <a:cxn ang="0">
                    <a:pos x="T2" y="T3"/>
                  </a:cxn>
                  <a:cxn ang="0">
                    <a:pos x="T4" y="T5"/>
                  </a:cxn>
                  <a:cxn ang="0">
                    <a:pos x="T6" y="T7"/>
                  </a:cxn>
                  <a:cxn ang="0">
                    <a:pos x="T8" y="T9"/>
                  </a:cxn>
                </a:cxnLst>
                <a:rect l="0" t="0" r="r" b="b"/>
                <a:pathLst>
                  <a:path w="55" h="66">
                    <a:moveTo>
                      <a:pt x="30" y="0"/>
                    </a:moveTo>
                    <a:lnTo>
                      <a:pt x="0" y="18"/>
                    </a:lnTo>
                    <a:lnTo>
                      <a:pt x="16" y="65"/>
                    </a:lnTo>
                    <a:lnTo>
                      <a:pt x="54" y="42"/>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14" name="Freeform 100"/>
              <p:cNvSpPr>
                <a:spLocks/>
              </p:cNvSpPr>
              <p:nvPr/>
            </p:nvSpPr>
            <p:spPr bwMode="ltGray">
              <a:xfrm>
                <a:off x="2902" y="1082"/>
                <a:ext cx="232" cy="116"/>
              </a:xfrm>
              <a:custGeom>
                <a:avLst/>
                <a:gdLst>
                  <a:gd name="T0" fmla="*/ 0 w 232"/>
                  <a:gd name="T1" fmla="*/ 111 h 116"/>
                  <a:gd name="T2" fmla="*/ 9 w 232"/>
                  <a:gd name="T3" fmla="*/ 115 h 116"/>
                  <a:gd name="T4" fmla="*/ 19 w 232"/>
                  <a:gd name="T5" fmla="*/ 115 h 116"/>
                  <a:gd name="T6" fmla="*/ 30 w 232"/>
                  <a:gd name="T7" fmla="*/ 115 h 116"/>
                  <a:gd name="T8" fmla="*/ 40 w 232"/>
                  <a:gd name="T9" fmla="*/ 111 h 116"/>
                  <a:gd name="T10" fmla="*/ 49 w 232"/>
                  <a:gd name="T11" fmla="*/ 108 h 116"/>
                  <a:gd name="T12" fmla="*/ 61 w 232"/>
                  <a:gd name="T13" fmla="*/ 105 h 116"/>
                  <a:gd name="T14" fmla="*/ 64 w 232"/>
                  <a:gd name="T15" fmla="*/ 102 h 116"/>
                  <a:gd name="T16" fmla="*/ 73 w 232"/>
                  <a:gd name="T17" fmla="*/ 93 h 116"/>
                  <a:gd name="T18" fmla="*/ 76 w 232"/>
                  <a:gd name="T19" fmla="*/ 84 h 116"/>
                  <a:gd name="T20" fmla="*/ 82 w 232"/>
                  <a:gd name="T21" fmla="*/ 77 h 116"/>
                  <a:gd name="T22" fmla="*/ 85 w 232"/>
                  <a:gd name="T23" fmla="*/ 72 h 116"/>
                  <a:gd name="T24" fmla="*/ 95 w 232"/>
                  <a:gd name="T25" fmla="*/ 56 h 116"/>
                  <a:gd name="T26" fmla="*/ 110 w 232"/>
                  <a:gd name="T27" fmla="*/ 43 h 116"/>
                  <a:gd name="T28" fmla="*/ 116 w 232"/>
                  <a:gd name="T29" fmla="*/ 38 h 116"/>
                  <a:gd name="T30" fmla="*/ 131 w 232"/>
                  <a:gd name="T31" fmla="*/ 31 h 116"/>
                  <a:gd name="T32" fmla="*/ 146 w 232"/>
                  <a:gd name="T33" fmla="*/ 25 h 116"/>
                  <a:gd name="T34" fmla="*/ 155 w 232"/>
                  <a:gd name="T35" fmla="*/ 22 h 116"/>
                  <a:gd name="T36" fmla="*/ 167 w 232"/>
                  <a:gd name="T37" fmla="*/ 18 h 116"/>
                  <a:gd name="T38" fmla="*/ 176 w 232"/>
                  <a:gd name="T39" fmla="*/ 22 h 116"/>
                  <a:gd name="T40" fmla="*/ 191 w 232"/>
                  <a:gd name="T41" fmla="*/ 25 h 116"/>
                  <a:gd name="T42" fmla="*/ 206 w 232"/>
                  <a:gd name="T43" fmla="*/ 31 h 116"/>
                  <a:gd name="T44" fmla="*/ 216 w 232"/>
                  <a:gd name="T45" fmla="*/ 38 h 116"/>
                  <a:gd name="T46" fmla="*/ 219 w 232"/>
                  <a:gd name="T47" fmla="*/ 46 h 116"/>
                  <a:gd name="T48" fmla="*/ 231 w 232"/>
                  <a:gd name="T49" fmla="*/ 13 h 116"/>
                  <a:gd name="T50" fmla="*/ 222 w 232"/>
                  <a:gd name="T51" fmla="*/ 10 h 116"/>
                  <a:gd name="T52" fmla="*/ 209 w 232"/>
                  <a:gd name="T53" fmla="*/ 3 h 116"/>
                  <a:gd name="T54" fmla="*/ 194 w 232"/>
                  <a:gd name="T55" fmla="*/ 0 h 116"/>
                  <a:gd name="T56" fmla="*/ 182 w 232"/>
                  <a:gd name="T57" fmla="*/ 0 h 116"/>
                  <a:gd name="T58" fmla="*/ 167 w 232"/>
                  <a:gd name="T59" fmla="*/ 0 h 116"/>
                  <a:gd name="T60" fmla="*/ 155 w 232"/>
                  <a:gd name="T61" fmla="*/ 3 h 116"/>
                  <a:gd name="T62" fmla="*/ 143 w 232"/>
                  <a:gd name="T63" fmla="*/ 10 h 116"/>
                  <a:gd name="T64" fmla="*/ 131 w 232"/>
                  <a:gd name="T65" fmla="*/ 13 h 116"/>
                  <a:gd name="T66" fmla="*/ 125 w 232"/>
                  <a:gd name="T67" fmla="*/ 18 h 116"/>
                  <a:gd name="T68" fmla="*/ 113 w 232"/>
                  <a:gd name="T69" fmla="*/ 31 h 116"/>
                  <a:gd name="T70" fmla="*/ 100 w 232"/>
                  <a:gd name="T71" fmla="*/ 43 h 116"/>
                  <a:gd name="T72" fmla="*/ 88 w 232"/>
                  <a:gd name="T73" fmla="*/ 56 h 116"/>
                  <a:gd name="T74" fmla="*/ 80 w 232"/>
                  <a:gd name="T75" fmla="*/ 69 h 116"/>
                  <a:gd name="T76" fmla="*/ 73 w 232"/>
                  <a:gd name="T77" fmla="*/ 74 h 116"/>
                  <a:gd name="T78" fmla="*/ 61 w 232"/>
                  <a:gd name="T79" fmla="*/ 84 h 116"/>
                  <a:gd name="T80" fmla="*/ 52 w 232"/>
                  <a:gd name="T81" fmla="*/ 87 h 116"/>
                  <a:gd name="T82" fmla="*/ 45 w 232"/>
                  <a:gd name="T83" fmla="*/ 90 h 116"/>
                  <a:gd name="T84" fmla="*/ 34 w 232"/>
                  <a:gd name="T85" fmla="*/ 90 h 116"/>
                  <a:gd name="T86" fmla="*/ 25 w 232"/>
                  <a:gd name="T87" fmla="*/ 90 h 116"/>
                  <a:gd name="T88" fmla="*/ 19 w 232"/>
                  <a:gd name="T89" fmla="*/ 87 h 116"/>
                  <a:gd name="T90" fmla="*/ 7 w 232"/>
                  <a:gd name="T91" fmla="*/ 80 h 116"/>
                  <a:gd name="T92" fmla="*/ 0 w 232"/>
                  <a:gd name="T93" fmla="*/ 11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2" h="116">
                    <a:moveTo>
                      <a:pt x="0" y="111"/>
                    </a:moveTo>
                    <a:lnTo>
                      <a:pt x="9" y="115"/>
                    </a:lnTo>
                    <a:lnTo>
                      <a:pt x="19" y="115"/>
                    </a:lnTo>
                    <a:lnTo>
                      <a:pt x="30" y="115"/>
                    </a:lnTo>
                    <a:lnTo>
                      <a:pt x="40" y="111"/>
                    </a:lnTo>
                    <a:lnTo>
                      <a:pt x="49" y="108"/>
                    </a:lnTo>
                    <a:lnTo>
                      <a:pt x="61" y="105"/>
                    </a:lnTo>
                    <a:lnTo>
                      <a:pt x="64" y="102"/>
                    </a:lnTo>
                    <a:lnTo>
                      <a:pt x="73" y="93"/>
                    </a:lnTo>
                    <a:lnTo>
                      <a:pt x="76" y="84"/>
                    </a:lnTo>
                    <a:lnTo>
                      <a:pt x="82" y="77"/>
                    </a:lnTo>
                    <a:lnTo>
                      <a:pt x="85" y="72"/>
                    </a:lnTo>
                    <a:lnTo>
                      <a:pt x="95" y="56"/>
                    </a:lnTo>
                    <a:lnTo>
                      <a:pt x="110" y="43"/>
                    </a:lnTo>
                    <a:lnTo>
                      <a:pt x="116" y="38"/>
                    </a:lnTo>
                    <a:lnTo>
                      <a:pt x="131" y="31"/>
                    </a:lnTo>
                    <a:lnTo>
                      <a:pt x="146" y="25"/>
                    </a:lnTo>
                    <a:lnTo>
                      <a:pt x="155" y="22"/>
                    </a:lnTo>
                    <a:lnTo>
                      <a:pt x="167" y="18"/>
                    </a:lnTo>
                    <a:lnTo>
                      <a:pt x="176" y="22"/>
                    </a:lnTo>
                    <a:lnTo>
                      <a:pt x="191" y="25"/>
                    </a:lnTo>
                    <a:lnTo>
                      <a:pt x="206" y="31"/>
                    </a:lnTo>
                    <a:lnTo>
                      <a:pt x="216" y="38"/>
                    </a:lnTo>
                    <a:lnTo>
                      <a:pt x="219" y="46"/>
                    </a:lnTo>
                    <a:lnTo>
                      <a:pt x="231" y="13"/>
                    </a:lnTo>
                    <a:lnTo>
                      <a:pt x="222" y="10"/>
                    </a:lnTo>
                    <a:lnTo>
                      <a:pt x="209" y="3"/>
                    </a:lnTo>
                    <a:lnTo>
                      <a:pt x="194" y="0"/>
                    </a:lnTo>
                    <a:lnTo>
                      <a:pt x="182" y="0"/>
                    </a:lnTo>
                    <a:lnTo>
                      <a:pt x="167" y="0"/>
                    </a:lnTo>
                    <a:lnTo>
                      <a:pt x="155" y="3"/>
                    </a:lnTo>
                    <a:lnTo>
                      <a:pt x="143" y="10"/>
                    </a:lnTo>
                    <a:lnTo>
                      <a:pt x="131" y="13"/>
                    </a:lnTo>
                    <a:lnTo>
                      <a:pt x="125" y="18"/>
                    </a:lnTo>
                    <a:lnTo>
                      <a:pt x="113" y="31"/>
                    </a:lnTo>
                    <a:lnTo>
                      <a:pt x="100" y="43"/>
                    </a:lnTo>
                    <a:lnTo>
                      <a:pt x="88" y="56"/>
                    </a:lnTo>
                    <a:lnTo>
                      <a:pt x="80" y="69"/>
                    </a:lnTo>
                    <a:lnTo>
                      <a:pt x="73" y="74"/>
                    </a:lnTo>
                    <a:lnTo>
                      <a:pt x="61" y="84"/>
                    </a:lnTo>
                    <a:lnTo>
                      <a:pt x="52" y="87"/>
                    </a:lnTo>
                    <a:lnTo>
                      <a:pt x="45" y="90"/>
                    </a:lnTo>
                    <a:lnTo>
                      <a:pt x="34" y="90"/>
                    </a:lnTo>
                    <a:lnTo>
                      <a:pt x="25" y="90"/>
                    </a:lnTo>
                    <a:lnTo>
                      <a:pt x="19" y="87"/>
                    </a:lnTo>
                    <a:lnTo>
                      <a:pt x="7" y="80"/>
                    </a:lnTo>
                    <a:lnTo>
                      <a:pt x="0" y="11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15" name="Freeform 101"/>
              <p:cNvSpPr>
                <a:spLocks/>
              </p:cNvSpPr>
              <p:nvPr/>
            </p:nvSpPr>
            <p:spPr bwMode="ltGray">
              <a:xfrm>
                <a:off x="2874" y="1317"/>
                <a:ext cx="56" cy="102"/>
              </a:xfrm>
              <a:custGeom>
                <a:avLst/>
                <a:gdLst>
                  <a:gd name="T0" fmla="*/ 14 w 56"/>
                  <a:gd name="T1" fmla="*/ 0 h 102"/>
                  <a:gd name="T2" fmla="*/ 0 w 56"/>
                  <a:gd name="T3" fmla="*/ 101 h 102"/>
                  <a:gd name="T4" fmla="*/ 55 w 56"/>
                  <a:gd name="T5" fmla="*/ 49 h 102"/>
                  <a:gd name="T6" fmla="*/ 14 w 56"/>
                  <a:gd name="T7" fmla="*/ 0 h 102"/>
                </a:gdLst>
                <a:ahLst/>
                <a:cxnLst>
                  <a:cxn ang="0">
                    <a:pos x="T0" y="T1"/>
                  </a:cxn>
                  <a:cxn ang="0">
                    <a:pos x="T2" y="T3"/>
                  </a:cxn>
                  <a:cxn ang="0">
                    <a:pos x="T4" y="T5"/>
                  </a:cxn>
                  <a:cxn ang="0">
                    <a:pos x="T6" y="T7"/>
                  </a:cxn>
                </a:cxnLst>
                <a:rect l="0" t="0" r="r" b="b"/>
                <a:pathLst>
                  <a:path w="56" h="102">
                    <a:moveTo>
                      <a:pt x="14" y="0"/>
                    </a:moveTo>
                    <a:lnTo>
                      <a:pt x="0" y="101"/>
                    </a:lnTo>
                    <a:lnTo>
                      <a:pt x="55" y="49"/>
                    </a:lnTo>
                    <a:lnTo>
                      <a:pt x="14"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16" name="Freeform 102"/>
              <p:cNvSpPr>
                <a:spLocks/>
              </p:cNvSpPr>
              <p:nvPr/>
            </p:nvSpPr>
            <p:spPr bwMode="ltGray">
              <a:xfrm>
                <a:off x="2682" y="1155"/>
                <a:ext cx="61" cy="81"/>
              </a:xfrm>
              <a:custGeom>
                <a:avLst/>
                <a:gdLst>
                  <a:gd name="T0" fmla="*/ 0 w 61"/>
                  <a:gd name="T1" fmla="*/ 0 h 81"/>
                  <a:gd name="T2" fmla="*/ 60 w 61"/>
                  <a:gd name="T3" fmla="*/ 31 h 81"/>
                  <a:gd name="T4" fmla="*/ 18 w 61"/>
                  <a:gd name="T5" fmla="*/ 80 h 81"/>
                  <a:gd name="T6" fmla="*/ 0 w 61"/>
                  <a:gd name="T7" fmla="*/ 0 h 81"/>
                </a:gdLst>
                <a:ahLst/>
                <a:cxnLst>
                  <a:cxn ang="0">
                    <a:pos x="T0" y="T1"/>
                  </a:cxn>
                  <a:cxn ang="0">
                    <a:pos x="T2" y="T3"/>
                  </a:cxn>
                  <a:cxn ang="0">
                    <a:pos x="T4" y="T5"/>
                  </a:cxn>
                  <a:cxn ang="0">
                    <a:pos x="T6" y="T7"/>
                  </a:cxn>
                </a:cxnLst>
                <a:rect l="0" t="0" r="r" b="b"/>
                <a:pathLst>
                  <a:path w="61" h="81">
                    <a:moveTo>
                      <a:pt x="0" y="0"/>
                    </a:moveTo>
                    <a:lnTo>
                      <a:pt x="60" y="31"/>
                    </a:lnTo>
                    <a:lnTo>
                      <a:pt x="18" y="80"/>
                    </a:lnTo>
                    <a:lnTo>
                      <a:pt x="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grpSp>
      </p:grpSp>
      <p:sp>
        <p:nvSpPr>
          <p:cNvPr id="219"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08F3C9F3-BC04-43DF-BECF-ED071B5901FA}" type="datetime1">
              <a:rPr lang="en-US" smtClean="0"/>
              <a:t>5/17/2017</a:t>
            </a:fld>
            <a:endParaRPr lang="en-US"/>
          </a:p>
        </p:txBody>
      </p:sp>
      <p:sp>
        <p:nvSpPr>
          <p:cNvPr id="220"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221"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25" name="Subtitle 24"/>
          <p:cNvSpPr>
            <a:spLocks noGrp="1"/>
          </p:cNvSpPr>
          <p:nvPr>
            <p:ph type="subTitle" idx="1"/>
          </p:nvPr>
        </p:nvSpPr>
        <p:spPr>
          <a:xfrm>
            <a:off x="1546698" y="4737322"/>
            <a:ext cx="9089874" cy="1101248"/>
          </a:xfrm>
          <a:prstGeom prst="rect">
            <a:avLst/>
          </a:prstGeom>
        </p:spPr>
        <p:txBody>
          <a:bodyPr lIns="45720" tIns="0" rIns="45720" bIns="0"/>
          <a:lstStyle>
            <a:lvl1pPr marL="0" indent="0" algn="ctr">
              <a:buNone/>
              <a:defRPr sz="2200">
                <a:solidFill>
                  <a:schemeClr val="bg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dirty="0"/>
          </a:p>
        </p:txBody>
      </p:sp>
      <p:sp>
        <p:nvSpPr>
          <p:cNvPr id="12" name="Title 11"/>
          <p:cNvSpPr>
            <a:spLocks noGrp="1"/>
          </p:cNvSpPr>
          <p:nvPr>
            <p:ph type="ctrTitle"/>
          </p:nvPr>
        </p:nvSpPr>
        <p:spPr>
          <a:xfrm>
            <a:off x="1565347" y="1730858"/>
            <a:ext cx="9073208" cy="2868168"/>
          </a:xfrm>
          <a:prstGeom prst="rect">
            <a:avLst/>
          </a:prstGeom>
        </p:spPr>
        <p:txBody>
          <a:bodyPr lIns="45720" tIns="0" rIns="45720">
            <a:noAutofit/>
          </a:bodyPr>
          <a:lstStyle>
            <a:lvl1pPr algn="ctr">
              <a:defRPr sz="4200" b="0">
                <a:solidFill>
                  <a:schemeClr val="tx2"/>
                </a:solidFill>
              </a:defRPr>
            </a:lvl1pPr>
            <a:extLst/>
          </a:lstStyle>
          <a:p>
            <a:r>
              <a:rPr kumimoji="0" lang="en-US" smtClean="0"/>
              <a:t>Click to edit Master title style</a:t>
            </a:r>
            <a:endParaRPr kumimoji="0" lang="en-US" dirty="0"/>
          </a:p>
        </p:txBody>
      </p:sp>
    </p:spTree>
    <p:extLst>
      <p:ext uri="{BB962C8B-B14F-4D97-AF65-F5344CB8AC3E}">
        <p14:creationId xmlns:p14="http://schemas.microsoft.com/office/powerpoint/2010/main" val="3956123787"/>
      </p:ext>
    </p:extLst>
  </p:cSld>
  <p:clrMapOvr>
    <a:masterClrMapping/>
  </p:clrMapOvr>
  <p:extLst mod="1">
    <p:ext uri="{DCECCB84-F9BA-43D5-87BE-67443E8EF086}">
      <p15:sldGuideLst xmlns:p15="http://schemas.microsoft.com/office/powerpoint/2012/main" xmlns="">
        <p15:guide id="0" orient="horz" pos="2160" userDrawn="1">
          <p15:clr>
            <a:srgbClr val="FBAE40"/>
          </p15:clr>
        </p15:guide>
        <p15:guide id="1"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C6A5426-CDE5-4A9A-A2DE-4762493B25D5}" type="datetime1">
              <a:rPr lang="en-US" smtClean="0"/>
              <a:t>5/17/2017</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673C52-BC4E-4C96-AFCF-B2E7CF5882D3}" type="slidenum">
              <a:rPr lang="en-US" smtClean="0"/>
              <a:t>‹#›</a:t>
            </a:fld>
            <a:endParaRPr lang="en-US"/>
          </a:p>
        </p:txBody>
      </p:sp>
      <p:sp>
        <p:nvSpPr>
          <p:cNvPr id="3" name="Content Placeholder 2"/>
          <p:cNvSpPr>
            <a:spLocks noGrp="1"/>
          </p:cNvSpPr>
          <p:nvPr>
            <p:ph idx="1"/>
          </p:nvPr>
        </p:nvSpPr>
        <p:spPr>
          <a:xfrm>
            <a:off x="838200" y="1609417"/>
            <a:ext cx="10515600" cy="4558022"/>
          </a:xfrm>
          <a:prstGeom prst="rect">
            <a:avLst/>
          </a:prstGeom>
        </p:spPr>
        <p:txBody>
          <a:bodyPr/>
          <a:lstStyle/>
          <a:p>
            <a:pPr lvl="0" eaLnBrk="1" latinLnBrk="0" hangingPunct="1"/>
            <a:r>
              <a:rPr lang="en-US" smtClean="0"/>
              <a:t>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2" name="Title 1"/>
          <p:cNvSpPr>
            <a:spLocks noGrp="1"/>
          </p:cNvSpPr>
          <p:nvPr>
            <p:ph type="title"/>
          </p:nvPr>
        </p:nvSpPr>
        <p:spPr>
          <a:xfrm>
            <a:off x="838200" y="320040"/>
            <a:ext cx="10515599" cy="1143000"/>
          </a:xfrm>
          <a:prstGeom prst="rect">
            <a:avLst/>
          </a:prstGeom>
        </p:spPr>
        <p:txBody>
          <a:bodyPr/>
          <a:lstStyle/>
          <a:p>
            <a:r>
              <a:rPr kumimoji="0" lang="en-US" smtClean="0"/>
              <a:t>Click to edit Master title style</a:t>
            </a:r>
            <a:endParaRPr kumimoji="0" lang="en-US"/>
          </a:p>
        </p:txBody>
      </p:sp>
    </p:spTree>
    <p:extLst>
      <p:ext uri="{BB962C8B-B14F-4D97-AF65-F5344CB8AC3E}">
        <p14:creationId xmlns:p14="http://schemas.microsoft.com/office/powerpoint/2010/main" val="1669799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390AFDBF-5861-4B02-A573-D8EB564FDE45}" type="datetime1">
              <a:rPr lang="en-US" smtClean="0"/>
              <a:t>5/17/2017</a:t>
            </a:fld>
            <a:endParaRPr lang="en-US"/>
          </a:p>
        </p:txBody>
      </p:sp>
      <p:sp>
        <p:nvSpPr>
          <p:cNvPr id="14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14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3" name="Text Placeholder 2"/>
          <p:cNvSpPr>
            <a:spLocks noGrp="1"/>
          </p:cNvSpPr>
          <p:nvPr>
            <p:ph type="body" idx="1"/>
          </p:nvPr>
        </p:nvSpPr>
        <p:spPr>
          <a:xfrm>
            <a:off x="1422400" y="1905001"/>
            <a:ext cx="8340651" cy="743507"/>
          </a:xfrm>
          <a:prstGeom prst="rect">
            <a:avLst/>
          </a:prstGeo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Edit Master text styles</a:t>
            </a:r>
          </a:p>
        </p:txBody>
      </p:sp>
      <p:sp>
        <p:nvSpPr>
          <p:cNvPr id="2" name="Title 1"/>
          <p:cNvSpPr>
            <a:spLocks noGrp="1"/>
          </p:cNvSpPr>
          <p:nvPr>
            <p:ph type="title"/>
          </p:nvPr>
        </p:nvSpPr>
        <p:spPr>
          <a:xfrm>
            <a:off x="1422400" y="2821838"/>
            <a:ext cx="8340651" cy="1362075"/>
          </a:xfrm>
          <a:prstGeom prst="rect">
            <a:avLst/>
          </a:prstGeom>
        </p:spPr>
        <p:txBody>
          <a:bodyPr tIns="0" anchor="t"/>
          <a:lstStyle>
            <a:lvl1pPr algn="r">
              <a:buNone/>
              <a:defRPr sz="4200" b="1" cap="all"/>
            </a:lvl1pPr>
            <a:extLst/>
          </a:lstStyle>
          <a:p>
            <a:r>
              <a:rPr kumimoji="0" lang="en-US" smtClean="0"/>
              <a:t>Click to edit Master title style</a:t>
            </a:r>
            <a:endParaRPr kumimoji="0" lang="en-US"/>
          </a:p>
        </p:txBody>
      </p:sp>
    </p:spTree>
    <p:extLst>
      <p:ext uri="{BB962C8B-B14F-4D97-AF65-F5344CB8AC3E}">
        <p14:creationId xmlns:p14="http://schemas.microsoft.com/office/powerpoint/2010/main" val="3553568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0"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9B0F8966-9D82-4D4A-91E2-46BF4F13F77B}" type="datetime1">
              <a:rPr lang="en-US" smtClean="0"/>
              <a:t>5/17/2017</a:t>
            </a:fld>
            <a:endParaRPr lang="en-US"/>
          </a:p>
        </p:txBody>
      </p:sp>
      <p:sp>
        <p:nvSpPr>
          <p:cNvPr id="11"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12"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9" name="Content Placeholder 3"/>
          <p:cNvSpPr>
            <a:spLocks noGrp="1"/>
          </p:cNvSpPr>
          <p:nvPr>
            <p:ph sz="half" idx="2"/>
          </p:nvPr>
        </p:nvSpPr>
        <p:spPr>
          <a:xfrm>
            <a:off x="6172200" y="1603375"/>
            <a:ext cx="5181600" cy="45688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Content Placeholder 2"/>
          <p:cNvSpPr>
            <a:spLocks noGrp="1"/>
          </p:cNvSpPr>
          <p:nvPr>
            <p:ph sz="half" idx="1"/>
          </p:nvPr>
        </p:nvSpPr>
        <p:spPr>
          <a:xfrm>
            <a:off x="838200" y="1603375"/>
            <a:ext cx="5181600" cy="45688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a:xfrm>
            <a:off x="838200" y="320040"/>
            <a:ext cx="10515600" cy="1143000"/>
          </a:xfrm>
          <a:prstGeom prst="rect">
            <a:avLst/>
          </a:prstGeom>
        </p:spPr>
        <p:txBody>
          <a:bodyPr/>
          <a:lstStyle/>
          <a:p>
            <a:r>
              <a:rPr kumimoji="0" lang="en-US" smtClean="0"/>
              <a:t>Click to edit Master title style</a:t>
            </a:r>
            <a:endParaRPr kumimoji="0" lang="en-US" dirty="0"/>
          </a:p>
        </p:txBody>
      </p:sp>
    </p:spTree>
    <p:extLst>
      <p:ext uri="{BB962C8B-B14F-4D97-AF65-F5344CB8AC3E}">
        <p14:creationId xmlns:p14="http://schemas.microsoft.com/office/powerpoint/2010/main" val="676155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E80B44C1-C2AE-4920-A290-315656E06A1C}" type="datetime1">
              <a:rPr lang="en-US" smtClean="0"/>
              <a:t>5/17/2017</a:t>
            </a:fld>
            <a:endParaRPr lang="en-US"/>
          </a:p>
        </p:txBody>
      </p:sp>
      <p:sp>
        <p:nvSpPr>
          <p:cNvPr id="11" name="Footer Placeholder 4"/>
          <p:cNvSpPr>
            <a:spLocks noGrp="1"/>
          </p:cNvSpPr>
          <p:nvPr>
            <p:ph type="ftr" sz="quarter" idx="11"/>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12" name="Slide Number Placeholder 5"/>
          <p:cNvSpPr>
            <a:spLocks noGrp="1"/>
          </p:cNvSpPr>
          <p:nvPr>
            <p:ph type="sldNum" sz="quarter" idx="12"/>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4" name="Text Placeholder 3"/>
          <p:cNvSpPr>
            <a:spLocks noGrp="1"/>
          </p:cNvSpPr>
          <p:nvPr>
            <p:ph type="body" sz="half" idx="3"/>
          </p:nvPr>
        </p:nvSpPr>
        <p:spPr>
          <a:xfrm>
            <a:off x="6196584" y="5715000"/>
            <a:ext cx="5157216" cy="457200"/>
          </a:xfrm>
          <a:prstGeom prst="rect">
            <a:avLst/>
          </a:prstGeom>
          <a:noFill/>
          <a:ln w="12700" cap="flat" cmpd="sng" algn="ctr">
            <a:no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Edit Master text styles</a:t>
            </a:r>
          </a:p>
        </p:txBody>
      </p:sp>
      <p:sp>
        <p:nvSpPr>
          <p:cNvPr id="6" name="Content Placeholder 5"/>
          <p:cNvSpPr>
            <a:spLocks noGrp="1"/>
          </p:cNvSpPr>
          <p:nvPr>
            <p:ph sz="quarter" idx="4"/>
          </p:nvPr>
        </p:nvSpPr>
        <p:spPr>
          <a:xfrm>
            <a:off x="6196584" y="1603375"/>
            <a:ext cx="5157216" cy="4035425"/>
          </a:xfrm>
          <a:prstGeom prst="rect">
            <a:avLst/>
          </a:prstGeo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3" name="Text Placeholder 2"/>
          <p:cNvSpPr>
            <a:spLocks noGrp="1"/>
          </p:cNvSpPr>
          <p:nvPr>
            <p:ph type="body" idx="1"/>
          </p:nvPr>
        </p:nvSpPr>
        <p:spPr>
          <a:xfrm>
            <a:off x="841422" y="5715000"/>
            <a:ext cx="5157216" cy="457200"/>
          </a:xfrm>
          <a:prstGeom prst="rect">
            <a:avLst/>
          </a:prstGeom>
          <a:noFill/>
          <a:ln w="12700"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Edit Master text styles</a:t>
            </a:r>
          </a:p>
        </p:txBody>
      </p:sp>
      <p:sp>
        <p:nvSpPr>
          <p:cNvPr id="5" name="Content Placeholder 4"/>
          <p:cNvSpPr>
            <a:spLocks noGrp="1"/>
          </p:cNvSpPr>
          <p:nvPr>
            <p:ph sz="quarter" idx="2"/>
          </p:nvPr>
        </p:nvSpPr>
        <p:spPr>
          <a:xfrm>
            <a:off x="841422" y="1603375"/>
            <a:ext cx="5157216" cy="4035425"/>
          </a:xfrm>
          <a:prstGeom prst="rect">
            <a:avLst/>
          </a:prstGeo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841422" y="320040"/>
            <a:ext cx="10512378" cy="1143000"/>
          </a:xfrm>
          <a:prstGeom prst="rect">
            <a:avLst/>
          </a:prstGeom>
        </p:spPr>
        <p:txBody>
          <a:bodyPr anchor="b"/>
          <a:lstStyle>
            <a:lvl1pPr>
              <a:defRPr/>
            </a:lvl1pPr>
            <a:extLst/>
          </a:lstStyle>
          <a:p>
            <a:r>
              <a:rPr kumimoji="0" lang="en-US" smtClean="0"/>
              <a:t>Click to edit Master title style</a:t>
            </a:r>
            <a:endParaRPr kumimoji="0" lang="en-US"/>
          </a:p>
        </p:txBody>
      </p:sp>
    </p:spTree>
    <p:extLst>
      <p:ext uri="{BB962C8B-B14F-4D97-AF65-F5344CB8AC3E}">
        <p14:creationId xmlns:p14="http://schemas.microsoft.com/office/powerpoint/2010/main" val="398718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B502AB20-3B43-43F6-A965-F9F947908B14}" type="datetime1">
              <a:rPr lang="en-US" smtClean="0"/>
              <a:t>5/17/2017</a:t>
            </a:fld>
            <a:endParaRPr lang="en-US"/>
          </a:p>
        </p:txBody>
      </p:sp>
      <p:sp>
        <p:nvSpPr>
          <p:cNvPr id="7"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8"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2" name="Title 1"/>
          <p:cNvSpPr>
            <a:spLocks noGrp="1"/>
          </p:cNvSpPr>
          <p:nvPr>
            <p:ph type="title"/>
          </p:nvPr>
        </p:nvSpPr>
        <p:spPr>
          <a:xfrm>
            <a:off x="848247" y="320040"/>
            <a:ext cx="9656064" cy="1143000"/>
          </a:xfrm>
          <a:prstGeom prst="rect">
            <a:avLst/>
          </a:prstGeom>
        </p:spPr>
        <p:txBody>
          <a:bodyPr/>
          <a:lstStyle/>
          <a:p>
            <a:r>
              <a:rPr kumimoji="0" lang="en-US" smtClean="0"/>
              <a:t>Click to edit Master title style</a:t>
            </a:r>
            <a:endParaRPr kumimoji="0" lang="en-US"/>
          </a:p>
        </p:txBody>
      </p:sp>
    </p:spTree>
    <p:extLst>
      <p:ext uri="{BB962C8B-B14F-4D97-AF65-F5344CB8AC3E}">
        <p14:creationId xmlns:p14="http://schemas.microsoft.com/office/powerpoint/2010/main" val="957548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04A10EB7-16D0-402A-88DC-9B449126610D}" type="datetime1">
              <a:rPr lang="en-US" smtClean="0"/>
              <a:t>5/17/2017</a:t>
            </a:fld>
            <a:endParaRPr lang="en-US"/>
          </a:p>
        </p:txBody>
      </p:sp>
      <p:sp>
        <p:nvSpPr>
          <p:cNvPr id="6"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7"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Tree>
    <p:extLst>
      <p:ext uri="{BB962C8B-B14F-4D97-AF65-F5344CB8AC3E}">
        <p14:creationId xmlns:p14="http://schemas.microsoft.com/office/powerpoint/2010/main" val="164514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838200" y="2133600"/>
            <a:ext cx="9652000" cy="4038600"/>
          </a:xfrm>
          <a:prstGeom prst="rect">
            <a:avLst/>
          </a:prstGeo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3" name="Text Placeholder 2"/>
          <p:cNvSpPr>
            <a:spLocks noGrp="1"/>
          </p:cNvSpPr>
          <p:nvPr>
            <p:ph type="body" idx="2"/>
          </p:nvPr>
        </p:nvSpPr>
        <p:spPr>
          <a:xfrm>
            <a:off x="838200" y="1497416"/>
            <a:ext cx="7863840" cy="602512"/>
          </a:xfrm>
          <a:prstGeom prst="rect">
            <a:avLst/>
          </a:prstGeo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Edit Master text styles</a:t>
            </a:r>
          </a:p>
        </p:txBody>
      </p:sp>
      <p:sp>
        <p:nvSpPr>
          <p:cNvPr id="2" name="Title 1"/>
          <p:cNvSpPr>
            <a:spLocks noGrp="1"/>
          </p:cNvSpPr>
          <p:nvPr>
            <p:ph type="title"/>
          </p:nvPr>
        </p:nvSpPr>
        <p:spPr>
          <a:xfrm>
            <a:off x="838200" y="228600"/>
            <a:ext cx="7863840" cy="1173480"/>
          </a:xfrm>
          <a:prstGeom prst="rect">
            <a:avLst/>
          </a:prstGeo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8" name="Date Placeholder 7"/>
          <p:cNvSpPr>
            <a:spLocks noGrp="1"/>
          </p:cNvSpPr>
          <p:nvPr>
            <p:ph type="dt" sz="half" idx="10"/>
          </p:nvPr>
        </p:nvSpPr>
        <p:spPr/>
        <p:txBody>
          <a:bodyPr/>
          <a:lstStyle/>
          <a:p>
            <a:fld id="{8C6A5426-CDE5-4A9A-A2DE-4762493B25D5}" type="datetime1">
              <a:rPr lang="en-US" smtClean="0"/>
              <a:pPr/>
              <a:t>5/17/2017</a:t>
            </a:fld>
            <a:endParaRPr lang="en-US"/>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74673C52-BC4E-4C96-AFCF-B2E7CF5882D3}" type="slidenum">
              <a:rPr lang="en-US" smtClean="0"/>
              <a:pPr/>
              <a:t>‹#›</a:t>
            </a:fld>
            <a:endParaRPr lang="en-US"/>
          </a:p>
        </p:txBody>
      </p:sp>
    </p:spTree>
    <p:extLst>
      <p:ext uri="{BB962C8B-B14F-4D97-AF65-F5344CB8AC3E}">
        <p14:creationId xmlns:p14="http://schemas.microsoft.com/office/powerpoint/2010/main" val="238872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10" name="Picture Placeholder 9"/>
          <p:cNvSpPr>
            <a:spLocks noGrp="1"/>
          </p:cNvSpPr>
          <p:nvPr>
            <p:ph type="pic" idx="1"/>
          </p:nvPr>
        </p:nvSpPr>
        <p:spPr>
          <a:xfrm>
            <a:off x="884909" y="1041002"/>
            <a:ext cx="5608320" cy="4206240"/>
          </a:xfrm>
          <a:prstGeom prst="rect">
            <a:avLst/>
          </a:prstGeo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
        <p:nvSpPr>
          <p:cNvPr id="11"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C1449F67-1E3F-4893-9247-D97D6D0599EE}" type="datetime1">
              <a:rPr lang="en-US" smtClean="0"/>
              <a:t>5/17/2017</a:t>
            </a:fld>
            <a:endParaRPr lang="en-US"/>
          </a:p>
        </p:txBody>
      </p:sp>
      <p:sp>
        <p:nvSpPr>
          <p:cNvPr id="12"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13"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4" name="Text Placeholder 3"/>
          <p:cNvSpPr>
            <a:spLocks noGrp="1"/>
          </p:cNvSpPr>
          <p:nvPr>
            <p:ph type="body" sz="half" idx="2"/>
          </p:nvPr>
        </p:nvSpPr>
        <p:spPr>
          <a:xfrm>
            <a:off x="7185464" y="3283634"/>
            <a:ext cx="4572000" cy="1920240"/>
          </a:xfrm>
          <a:prstGeom prst="rect">
            <a:avLst/>
          </a:prstGeo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Edit Master text styles</a:t>
            </a:r>
          </a:p>
        </p:txBody>
      </p:sp>
      <p:sp>
        <p:nvSpPr>
          <p:cNvPr id="2" name="Title 1"/>
          <p:cNvSpPr>
            <a:spLocks noGrp="1"/>
          </p:cNvSpPr>
          <p:nvPr>
            <p:ph type="title"/>
          </p:nvPr>
        </p:nvSpPr>
        <p:spPr>
          <a:xfrm>
            <a:off x="7185464" y="1143000"/>
            <a:ext cx="4572000" cy="2057400"/>
          </a:xfrm>
          <a:prstGeom prst="rect">
            <a:avLst/>
          </a:prstGeom>
        </p:spPr>
        <p:txBody>
          <a:bodyPr vert="horz" anchor="b"/>
          <a:lstStyle>
            <a:lvl1pPr algn="l">
              <a:buNone/>
              <a:defRPr sz="3000" b="1" baseline="0">
                <a:ln w="500">
                  <a:solidFill>
                    <a:schemeClr val="tx2">
                      <a:shade val="10000"/>
                      <a:satMod val="135000"/>
                    </a:schemeClr>
                  </a:solidFill>
                </a:ln>
                <a:solidFill>
                  <a:schemeClr val="tx2"/>
                </a:solidFill>
                <a:effectLst/>
              </a:defRPr>
            </a:lvl1pPr>
            <a:extLst/>
          </a:lstStyle>
          <a:p>
            <a:r>
              <a:rPr kumimoji="0" lang="en-US" smtClean="0"/>
              <a:t>Click to edit Master title style</a:t>
            </a:r>
            <a:endParaRPr kumimoji="0" lang="en-US" dirty="0"/>
          </a:p>
        </p:txBody>
      </p:sp>
    </p:spTree>
    <p:extLst>
      <p:ext uri="{BB962C8B-B14F-4D97-AF65-F5344CB8AC3E}">
        <p14:creationId xmlns:p14="http://schemas.microsoft.com/office/powerpoint/2010/main" val="4080882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713CCF0E-557A-4B3F-988B-63466321D5C5}" type="datetime1">
              <a:rPr lang="en-US" smtClean="0"/>
              <a:t>5/17/2017</a:t>
            </a:fld>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3" name="Vertical Text Placeholder 2"/>
          <p:cNvSpPr>
            <a:spLocks noGrp="1"/>
          </p:cNvSpPr>
          <p:nvPr>
            <p:ph type="body" orient="vert" idx="1"/>
          </p:nvPr>
        </p:nvSpPr>
        <p:spPr>
          <a:xfrm>
            <a:off x="838200" y="1609417"/>
            <a:ext cx="10515600" cy="4558022"/>
          </a:xfrm>
          <a:prstGeom prst="rect">
            <a:avLst/>
          </a:prstGeom>
        </p:spPr>
        <p:txBody>
          <a:bodyPr vert="eaVert"/>
          <a:lstStyle/>
          <a:p>
            <a:pPr lvl="0" eaLnBrk="1" latinLnBrk="0" hangingPunct="1"/>
            <a:r>
              <a:rPr lang="en-US" smtClean="0"/>
              <a:t>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838200" y="320040"/>
            <a:ext cx="10515598" cy="1143000"/>
          </a:xfrm>
          <a:prstGeom prst="rect">
            <a:avLst/>
          </a:prstGeom>
        </p:spPr>
        <p:txBody>
          <a:bodyPr/>
          <a:lstStyle/>
          <a:p>
            <a:r>
              <a:rPr kumimoji="0" lang="en-US" smtClean="0"/>
              <a:t>Click to edit Master title style</a:t>
            </a:r>
            <a:endParaRPr kumimoji="0" lang="en-US"/>
          </a:p>
        </p:txBody>
      </p:sp>
    </p:spTree>
    <p:extLst>
      <p:ext uri="{BB962C8B-B14F-4D97-AF65-F5344CB8AC3E}">
        <p14:creationId xmlns:p14="http://schemas.microsoft.com/office/powerpoint/2010/main" val="4010382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C0589C38-52EB-418D-9CD5-626E99F74889}" type="datetime1">
              <a:rPr lang="en-US" smtClean="0"/>
              <a:t>5/17/2017</a:t>
            </a:fld>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3" name="Vertical Text Placeholder 2"/>
          <p:cNvSpPr>
            <a:spLocks noGrp="1"/>
          </p:cNvSpPr>
          <p:nvPr>
            <p:ph type="body" orient="vert" idx="1"/>
          </p:nvPr>
        </p:nvSpPr>
        <p:spPr>
          <a:xfrm>
            <a:off x="609600" y="320362"/>
            <a:ext cx="8026400" cy="5851525"/>
          </a:xfrm>
          <a:prstGeom prst="rect">
            <a:avLst/>
          </a:prstGeom>
        </p:spPr>
        <p:txBody>
          <a:bodyPr vert="eaVert"/>
          <a:lstStyle/>
          <a:p>
            <a:pPr lvl="0" eaLnBrk="1" latinLnBrk="0" hangingPunct="1"/>
            <a:r>
              <a:rPr lang="en-US" smtClean="0"/>
              <a:t>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Vertical Title 1"/>
          <p:cNvSpPr>
            <a:spLocks noGrp="1"/>
          </p:cNvSpPr>
          <p:nvPr>
            <p:ph type="title" orient="vert"/>
          </p:nvPr>
        </p:nvSpPr>
        <p:spPr>
          <a:xfrm>
            <a:off x="8737600" y="320675"/>
            <a:ext cx="2032000" cy="5851525"/>
          </a:xfrm>
          <a:prstGeom prst="rect">
            <a:avLst/>
          </a:prstGeom>
        </p:spPr>
        <p:txBody>
          <a:bodyPr vert="eaVert" anchor="t"/>
          <a:lstStyle/>
          <a:p>
            <a:r>
              <a:rPr kumimoji="0" lang="en-US" smtClean="0"/>
              <a:t>Click to edit Master title style</a:t>
            </a:r>
            <a:endParaRPr kumimoji="0" lang="en-US"/>
          </a:p>
        </p:txBody>
      </p:sp>
    </p:spTree>
    <p:extLst>
      <p:ext uri="{BB962C8B-B14F-4D97-AF65-F5344CB8AC3E}">
        <p14:creationId xmlns:p14="http://schemas.microsoft.com/office/powerpoint/2010/main" val="222979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2" name="Group 71"/>
          <p:cNvGrpSpPr>
            <a:grpSpLocks/>
          </p:cNvGrpSpPr>
          <p:nvPr/>
        </p:nvGrpSpPr>
        <p:grpSpPr bwMode="auto">
          <a:xfrm>
            <a:off x="-11723" y="12699"/>
            <a:ext cx="12192000" cy="6846888"/>
            <a:chOff x="0" y="0"/>
            <a:chExt cx="5745" cy="4313"/>
          </a:xfrm>
          <a:solidFill>
            <a:schemeClr val="bg2">
              <a:lumMod val="20000"/>
              <a:lumOff val="80000"/>
            </a:schemeClr>
          </a:solidFill>
        </p:grpSpPr>
        <p:grpSp>
          <p:nvGrpSpPr>
            <p:cNvPr id="153" name="Group 69"/>
            <p:cNvGrpSpPr>
              <a:grpSpLocks/>
            </p:cNvGrpSpPr>
            <p:nvPr/>
          </p:nvGrpSpPr>
          <p:grpSpPr bwMode="auto">
            <a:xfrm>
              <a:off x="0" y="0"/>
              <a:ext cx="5745" cy="4313"/>
              <a:chOff x="0" y="0"/>
              <a:chExt cx="5745" cy="4313"/>
            </a:xfrm>
            <a:grpFill/>
          </p:grpSpPr>
          <p:sp>
            <p:nvSpPr>
              <p:cNvPr id="155" name="Rectangle 2"/>
              <p:cNvSpPr>
                <a:spLocks noChangeArrowheads="1"/>
              </p:cNvSpPr>
              <p:nvPr/>
            </p:nvSpPr>
            <p:spPr bwMode="ltGray">
              <a:xfrm>
                <a:off x="2201" y="4113"/>
                <a:ext cx="62" cy="64"/>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56" name="Rectangle 3"/>
              <p:cNvSpPr>
                <a:spLocks noChangeArrowheads="1"/>
              </p:cNvSpPr>
              <p:nvPr/>
            </p:nvSpPr>
            <p:spPr bwMode="ltGray">
              <a:xfrm>
                <a:off x="276" y="3715"/>
                <a:ext cx="62" cy="65"/>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57" name="Freeform 4"/>
              <p:cNvSpPr>
                <a:spLocks/>
              </p:cNvSpPr>
              <p:nvPr/>
            </p:nvSpPr>
            <p:spPr bwMode="ltGray">
              <a:xfrm>
                <a:off x="4516" y="3856"/>
                <a:ext cx="99" cy="311"/>
              </a:xfrm>
              <a:custGeom>
                <a:avLst/>
                <a:gdLst>
                  <a:gd name="T0" fmla="*/ 49 w 99"/>
                  <a:gd name="T1" fmla="*/ 304 h 311"/>
                  <a:gd name="T2" fmla="*/ 52 w 99"/>
                  <a:gd name="T3" fmla="*/ 294 h 311"/>
                  <a:gd name="T4" fmla="*/ 55 w 99"/>
                  <a:gd name="T5" fmla="*/ 288 h 311"/>
                  <a:gd name="T6" fmla="*/ 60 w 99"/>
                  <a:gd name="T7" fmla="*/ 272 h 311"/>
                  <a:gd name="T8" fmla="*/ 69 w 99"/>
                  <a:gd name="T9" fmla="*/ 245 h 311"/>
                  <a:gd name="T10" fmla="*/ 72 w 99"/>
                  <a:gd name="T11" fmla="*/ 232 h 311"/>
                  <a:gd name="T12" fmla="*/ 75 w 99"/>
                  <a:gd name="T13" fmla="*/ 213 h 311"/>
                  <a:gd name="T14" fmla="*/ 75 w 99"/>
                  <a:gd name="T15" fmla="*/ 203 h 311"/>
                  <a:gd name="T16" fmla="*/ 75 w 99"/>
                  <a:gd name="T17" fmla="*/ 191 h 311"/>
                  <a:gd name="T18" fmla="*/ 75 w 99"/>
                  <a:gd name="T19" fmla="*/ 181 h 311"/>
                  <a:gd name="T20" fmla="*/ 69 w 99"/>
                  <a:gd name="T21" fmla="*/ 171 h 311"/>
                  <a:gd name="T22" fmla="*/ 64 w 99"/>
                  <a:gd name="T23" fmla="*/ 162 h 311"/>
                  <a:gd name="T24" fmla="*/ 52 w 99"/>
                  <a:gd name="T25" fmla="*/ 148 h 311"/>
                  <a:gd name="T26" fmla="*/ 40 w 99"/>
                  <a:gd name="T27" fmla="*/ 135 h 311"/>
                  <a:gd name="T28" fmla="*/ 23 w 99"/>
                  <a:gd name="T29" fmla="*/ 110 h 311"/>
                  <a:gd name="T30" fmla="*/ 9 w 99"/>
                  <a:gd name="T31" fmla="*/ 94 h 311"/>
                  <a:gd name="T32" fmla="*/ 3 w 99"/>
                  <a:gd name="T33" fmla="*/ 84 h 311"/>
                  <a:gd name="T34" fmla="*/ 0 w 99"/>
                  <a:gd name="T35" fmla="*/ 74 h 311"/>
                  <a:gd name="T36" fmla="*/ 0 w 99"/>
                  <a:gd name="T37" fmla="*/ 58 h 311"/>
                  <a:gd name="T38" fmla="*/ 0 w 99"/>
                  <a:gd name="T39" fmla="*/ 45 h 311"/>
                  <a:gd name="T40" fmla="*/ 0 w 99"/>
                  <a:gd name="T41" fmla="*/ 32 h 311"/>
                  <a:gd name="T42" fmla="*/ 6 w 99"/>
                  <a:gd name="T43" fmla="*/ 16 h 311"/>
                  <a:gd name="T44" fmla="*/ 9 w 99"/>
                  <a:gd name="T45" fmla="*/ 0 h 311"/>
                  <a:gd name="T46" fmla="*/ 29 w 99"/>
                  <a:gd name="T47" fmla="*/ 22 h 311"/>
                  <a:gd name="T48" fmla="*/ 26 w 99"/>
                  <a:gd name="T49" fmla="*/ 32 h 311"/>
                  <a:gd name="T50" fmla="*/ 21 w 99"/>
                  <a:gd name="T51" fmla="*/ 48 h 311"/>
                  <a:gd name="T52" fmla="*/ 17 w 99"/>
                  <a:gd name="T53" fmla="*/ 62 h 311"/>
                  <a:gd name="T54" fmla="*/ 17 w 99"/>
                  <a:gd name="T55" fmla="*/ 74 h 311"/>
                  <a:gd name="T56" fmla="*/ 17 w 99"/>
                  <a:gd name="T57" fmla="*/ 84 h 311"/>
                  <a:gd name="T58" fmla="*/ 23 w 99"/>
                  <a:gd name="T59" fmla="*/ 100 h 311"/>
                  <a:gd name="T60" fmla="*/ 26 w 99"/>
                  <a:gd name="T61" fmla="*/ 110 h 311"/>
                  <a:gd name="T62" fmla="*/ 35 w 99"/>
                  <a:gd name="T63" fmla="*/ 119 h 311"/>
                  <a:gd name="T64" fmla="*/ 43 w 99"/>
                  <a:gd name="T65" fmla="*/ 129 h 311"/>
                  <a:gd name="T66" fmla="*/ 58 w 99"/>
                  <a:gd name="T67" fmla="*/ 142 h 311"/>
                  <a:gd name="T68" fmla="*/ 69 w 99"/>
                  <a:gd name="T69" fmla="*/ 154 h 311"/>
                  <a:gd name="T70" fmla="*/ 75 w 99"/>
                  <a:gd name="T71" fmla="*/ 168 h 311"/>
                  <a:gd name="T72" fmla="*/ 86 w 99"/>
                  <a:gd name="T73" fmla="*/ 187 h 311"/>
                  <a:gd name="T74" fmla="*/ 95 w 99"/>
                  <a:gd name="T75" fmla="*/ 200 h 311"/>
                  <a:gd name="T76" fmla="*/ 95 w 99"/>
                  <a:gd name="T77" fmla="*/ 210 h 311"/>
                  <a:gd name="T78" fmla="*/ 98 w 99"/>
                  <a:gd name="T79" fmla="*/ 226 h 311"/>
                  <a:gd name="T80" fmla="*/ 98 w 99"/>
                  <a:gd name="T81" fmla="*/ 248 h 311"/>
                  <a:gd name="T82" fmla="*/ 95 w 99"/>
                  <a:gd name="T83" fmla="*/ 262 h 311"/>
                  <a:gd name="T84" fmla="*/ 95 w 99"/>
                  <a:gd name="T85" fmla="*/ 278 h 311"/>
                  <a:gd name="T86" fmla="*/ 93 w 99"/>
                  <a:gd name="T87" fmla="*/ 288 h 311"/>
                  <a:gd name="T88" fmla="*/ 89 w 99"/>
                  <a:gd name="T89" fmla="*/ 300 h 311"/>
                  <a:gd name="T90" fmla="*/ 86 w 99"/>
                  <a:gd name="T91" fmla="*/ 310 h 311"/>
                  <a:gd name="T92" fmla="*/ 49 w 99"/>
                  <a:gd name="T93" fmla="*/ 304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 h="311">
                    <a:moveTo>
                      <a:pt x="49" y="304"/>
                    </a:moveTo>
                    <a:lnTo>
                      <a:pt x="52" y="294"/>
                    </a:lnTo>
                    <a:lnTo>
                      <a:pt x="55" y="288"/>
                    </a:lnTo>
                    <a:lnTo>
                      <a:pt x="60" y="272"/>
                    </a:lnTo>
                    <a:lnTo>
                      <a:pt x="69" y="245"/>
                    </a:lnTo>
                    <a:lnTo>
                      <a:pt x="72" y="232"/>
                    </a:lnTo>
                    <a:lnTo>
                      <a:pt x="75" y="213"/>
                    </a:lnTo>
                    <a:lnTo>
                      <a:pt x="75" y="203"/>
                    </a:lnTo>
                    <a:lnTo>
                      <a:pt x="75" y="191"/>
                    </a:lnTo>
                    <a:lnTo>
                      <a:pt x="75" y="181"/>
                    </a:lnTo>
                    <a:lnTo>
                      <a:pt x="69" y="171"/>
                    </a:lnTo>
                    <a:lnTo>
                      <a:pt x="64" y="162"/>
                    </a:lnTo>
                    <a:lnTo>
                      <a:pt x="52" y="148"/>
                    </a:lnTo>
                    <a:lnTo>
                      <a:pt x="40" y="135"/>
                    </a:lnTo>
                    <a:lnTo>
                      <a:pt x="23" y="110"/>
                    </a:lnTo>
                    <a:lnTo>
                      <a:pt x="9" y="94"/>
                    </a:lnTo>
                    <a:lnTo>
                      <a:pt x="3" y="84"/>
                    </a:lnTo>
                    <a:lnTo>
                      <a:pt x="0" y="74"/>
                    </a:lnTo>
                    <a:lnTo>
                      <a:pt x="0" y="58"/>
                    </a:lnTo>
                    <a:lnTo>
                      <a:pt x="0" y="45"/>
                    </a:lnTo>
                    <a:lnTo>
                      <a:pt x="0" y="32"/>
                    </a:lnTo>
                    <a:lnTo>
                      <a:pt x="6" y="16"/>
                    </a:lnTo>
                    <a:lnTo>
                      <a:pt x="9" y="0"/>
                    </a:lnTo>
                    <a:lnTo>
                      <a:pt x="29" y="22"/>
                    </a:lnTo>
                    <a:lnTo>
                      <a:pt x="26" y="32"/>
                    </a:lnTo>
                    <a:lnTo>
                      <a:pt x="21" y="48"/>
                    </a:lnTo>
                    <a:lnTo>
                      <a:pt x="17" y="62"/>
                    </a:lnTo>
                    <a:lnTo>
                      <a:pt x="17" y="74"/>
                    </a:lnTo>
                    <a:lnTo>
                      <a:pt x="17" y="84"/>
                    </a:lnTo>
                    <a:lnTo>
                      <a:pt x="23" y="100"/>
                    </a:lnTo>
                    <a:lnTo>
                      <a:pt x="26" y="110"/>
                    </a:lnTo>
                    <a:lnTo>
                      <a:pt x="35" y="119"/>
                    </a:lnTo>
                    <a:lnTo>
                      <a:pt x="43" y="129"/>
                    </a:lnTo>
                    <a:lnTo>
                      <a:pt x="58" y="142"/>
                    </a:lnTo>
                    <a:lnTo>
                      <a:pt x="69" y="154"/>
                    </a:lnTo>
                    <a:lnTo>
                      <a:pt x="75" y="168"/>
                    </a:lnTo>
                    <a:lnTo>
                      <a:pt x="86" y="187"/>
                    </a:lnTo>
                    <a:lnTo>
                      <a:pt x="95" y="200"/>
                    </a:lnTo>
                    <a:lnTo>
                      <a:pt x="95" y="210"/>
                    </a:lnTo>
                    <a:lnTo>
                      <a:pt x="98" y="226"/>
                    </a:lnTo>
                    <a:lnTo>
                      <a:pt x="98" y="248"/>
                    </a:lnTo>
                    <a:lnTo>
                      <a:pt x="95" y="262"/>
                    </a:lnTo>
                    <a:lnTo>
                      <a:pt x="95" y="278"/>
                    </a:lnTo>
                    <a:lnTo>
                      <a:pt x="93" y="288"/>
                    </a:lnTo>
                    <a:lnTo>
                      <a:pt x="89" y="300"/>
                    </a:lnTo>
                    <a:lnTo>
                      <a:pt x="86" y="310"/>
                    </a:lnTo>
                    <a:lnTo>
                      <a:pt x="49" y="30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1" name="Freeform 5"/>
              <p:cNvSpPr>
                <a:spLocks/>
              </p:cNvSpPr>
              <p:nvPr/>
            </p:nvSpPr>
            <p:spPr bwMode="ltGray">
              <a:xfrm>
                <a:off x="262" y="2361"/>
                <a:ext cx="101" cy="309"/>
              </a:xfrm>
              <a:custGeom>
                <a:avLst/>
                <a:gdLst>
                  <a:gd name="T0" fmla="*/ 50 w 101"/>
                  <a:gd name="T1" fmla="*/ 305 h 309"/>
                  <a:gd name="T2" fmla="*/ 53 w 101"/>
                  <a:gd name="T3" fmla="*/ 296 h 309"/>
                  <a:gd name="T4" fmla="*/ 56 w 101"/>
                  <a:gd name="T5" fmla="*/ 292 h 309"/>
                  <a:gd name="T6" fmla="*/ 56 w 101"/>
                  <a:gd name="T7" fmla="*/ 286 h 309"/>
                  <a:gd name="T8" fmla="*/ 65 w 101"/>
                  <a:gd name="T9" fmla="*/ 270 h 309"/>
                  <a:gd name="T10" fmla="*/ 71 w 101"/>
                  <a:gd name="T11" fmla="*/ 247 h 309"/>
                  <a:gd name="T12" fmla="*/ 76 w 101"/>
                  <a:gd name="T13" fmla="*/ 231 h 309"/>
                  <a:gd name="T14" fmla="*/ 76 w 101"/>
                  <a:gd name="T15" fmla="*/ 215 h 309"/>
                  <a:gd name="T16" fmla="*/ 80 w 101"/>
                  <a:gd name="T17" fmla="*/ 202 h 309"/>
                  <a:gd name="T18" fmla="*/ 80 w 101"/>
                  <a:gd name="T19" fmla="*/ 188 h 309"/>
                  <a:gd name="T20" fmla="*/ 76 w 101"/>
                  <a:gd name="T21" fmla="*/ 178 h 309"/>
                  <a:gd name="T22" fmla="*/ 73 w 101"/>
                  <a:gd name="T23" fmla="*/ 172 h 309"/>
                  <a:gd name="T24" fmla="*/ 65 w 101"/>
                  <a:gd name="T25" fmla="*/ 159 h 309"/>
                  <a:gd name="T26" fmla="*/ 56 w 101"/>
                  <a:gd name="T27" fmla="*/ 146 h 309"/>
                  <a:gd name="T28" fmla="*/ 44 w 101"/>
                  <a:gd name="T29" fmla="*/ 134 h 309"/>
                  <a:gd name="T30" fmla="*/ 24 w 101"/>
                  <a:gd name="T31" fmla="*/ 110 h 309"/>
                  <a:gd name="T32" fmla="*/ 12 w 101"/>
                  <a:gd name="T33" fmla="*/ 91 h 309"/>
                  <a:gd name="T34" fmla="*/ 6 w 101"/>
                  <a:gd name="T35" fmla="*/ 81 h 309"/>
                  <a:gd name="T36" fmla="*/ 3 w 101"/>
                  <a:gd name="T37" fmla="*/ 72 h 309"/>
                  <a:gd name="T38" fmla="*/ 0 w 101"/>
                  <a:gd name="T39" fmla="*/ 56 h 309"/>
                  <a:gd name="T40" fmla="*/ 0 w 101"/>
                  <a:gd name="T41" fmla="*/ 43 h 309"/>
                  <a:gd name="T42" fmla="*/ 3 w 101"/>
                  <a:gd name="T43" fmla="*/ 32 h 309"/>
                  <a:gd name="T44" fmla="*/ 6 w 101"/>
                  <a:gd name="T45" fmla="*/ 13 h 309"/>
                  <a:gd name="T46" fmla="*/ 12 w 101"/>
                  <a:gd name="T47" fmla="*/ 0 h 309"/>
                  <a:gd name="T48" fmla="*/ 29 w 101"/>
                  <a:gd name="T49" fmla="*/ 20 h 309"/>
                  <a:gd name="T50" fmla="*/ 27 w 101"/>
                  <a:gd name="T51" fmla="*/ 29 h 309"/>
                  <a:gd name="T52" fmla="*/ 24 w 101"/>
                  <a:gd name="T53" fmla="*/ 46 h 309"/>
                  <a:gd name="T54" fmla="*/ 21 w 101"/>
                  <a:gd name="T55" fmla="*/ 59 h 309"/>
                  <a:gd name="T56" fmla="*/ 21 w 101"/>
                  <a:gd name="T57" fmla="*/ 72 h 309"/>
                  <a:gd name="T58" fmla="*/ 21 w 101"/>
                  <a:gd name="T59" fmla="*/ 85 h 309"/>
                  <a:gd name="T60" fmla="*/ 27 w 101"/>
                  <a:gd name="T61" fmla="*/ 97 h 309"/>
                  <a:gd name="T62" fmla="*/ 29 w 101"/>
                  <a:gd name="T63" fmla="*/ 110 h 309"/>
                  <a:gd name="T64" fmla="*/ 36 w 101"/>
                  <a:gd name="T65" fmla="*/ 118 h 309"/>
                  <a:gd name="T66" fmla="*/ 47 w 101"/>
                  <a:gd name="T67" fmla="*/ 127 h 309"/>
                  <a:gd name="T68" fmla="*/ 61 w 101"/>
                  <a:gd name="T69" fmla="*/ 140 h 309"/>
                  <a:gd name="T70" fmla="*/ 71 w 101"/>
                  <a:gd name="T71" fmla="*/ 153 h 309"/>
                  <a:gd name="T72" fmla="*/ 80 w 101"/>
                  <a:gd name="T73" fmla="*/ 166 h 309"/>
                  <a:gd name="T74" fmla="*/ 88 w 101"/>
                  <a:gd name="T75" fmla="*/ 185 h 309"/>
                  <a:gd name="T76" fmla="*/ 97 w 101"/>
                  <a:gd name="T77" fmla="*/ 199 h 309"/>
                  <a:gd name="T78" fmla="*/ 100 w 101"/>
                  <a:gd name="T79" fmla="*/ 208 h 309"/>
                  <a:gd name="T80" fmla="*/ 100 w 101"/>
                  <a:gd name="T81" fmla="*/ 227 h 309"/>
                  <a:gd name="T82" fmla="*/ 100 w 101"/>
                  <a:gd name="T83" fmla="*/ 247 h 309"/>
                  <a:gd name="T84" fmla="*/ 100 w 101"/>
                  <a:gd name="T85" fmla="*/ 259 h 309"/>
                  <a:gd name="T86" fmla="*/ 97 w 101"/>
                  <a:gd name="T87" fmla="*/ 276 h 309"/>
                  <a:gd name="T88" fmla="*/ 94 w 101"/>
                  <a:gd name="T89" fmla="*/ 286 h 309"/>
                  <a:gd name="T90" fmla="*/ 94 w 101"/>
                  <a:gd name="T91" fmla="*/ 299 h 309"/>
                  <a:gd name="T92" fmla="*/ 88 w 101"/>
                  <a:gd name="T93" fmla="*/ 308 h 309"/>
                  <a:gd name="T94" fmla="*/ 50 w 101"/>
                  <a:gd name="T95" fmla="*/ 30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1" h="309">
                    <a:moveTo>
                      <a:pt x="50" y="305"/>
                    </a:moveTo>
                    <a:lnTo>
                      <a:pt x="53" y="296"/>
                    </a:lnTo>
                    <a:lnTo>
                      <a:pt x="56" y="292"/>
                    </a:lnTo>
                    <a:lnTo>
                      <a:pt x="56" y="286"/>
                    </a:lnTo>
                    <a:lnTo>
                      <a:pt x="65" y="270"/>
                    </a:lnTo>
                    <a:lnTo>
                      <a:pt x="71" y="247"/>
                    </a:lnTo>
                    <a:lnTo>
                      <a:pt x="76" y="231"/>
                    </a:lnTo>
                    <a:lnTo>
                      <a:pt x="76" y="215"/>
                    </a:lnTo>
                    <a:lnTo>
                      <a:pt x="80" y="202"/>
                    </a:lnTo>
                    <a:lnTo>
                      <a:pt x="80" y="188"/>
                    </a:lnTo>
                    <a:lnTo>
                      <a:pt x="76" y="178"/>
                    </a:lnTo>
                    <a:lnTo>
                      <a:pt x="73" y="172"/>
                    </a:lnTo>
                    <a:lnTo>
                      <a:pt x="65" y="159"/>
                    </a:lnTo>
                    <a:lnTo>
                      <a:pt x="56" y="146"/>
                    </a:lnTo>
                    <a:lnTo>
                      <a:pt x="44" y="134"/>
                    </a:lnTo>
                    <a:lnTo>
                      <a:pt x="24" y="110"/>
                    </a:lnTo>
                    <a:lnTo>
                      <a:pt x="12" y="91"/>
                    </a:lnTo>
                    <a:lnTo>
                      <a:pt x="6" y="81"/>
                    </a:lnTo>
                    <a:lnTo>
                      <a:pt x="3" y="72"/>
                    </a:lnTo>
                    <a:lnTo>
                      <a:pt x="0" y="56"/>
                    </a:lnTo>
                    <a:lnTo>
                      <a:pt x="0" y="43"/>
                    </a:lnTo>
                    <a:lnTo>
                      <a:pt x="3" y="32"/>
                    </a:lnTo>
                    <a:lnTo>
                      <a:pt x="6" y="13"/>
                    </a:lnTo>
                    <a:lnTo>
                      <a:pt x="12" y="0"/>
                    </a:lnTo>
                    <a:lnTo>
                      <a:pt x="29" y="20"/>
                    </a:lnTo>
                    <a:lnTo>
                      <a:pt x="27" y="29"/>
                    </a:lnTo>
                    <a:lnTo>
                      <a:pt x="24" y="46"/>
                    </a:lnTo>
                    <a:lnTo>
                      <a:pt x="21" y="59"/>
                    </a:lnTo>
                    <a:lnTo>
                      <a:pt x="21" y="72"/>
                    </a:lnTo>
                    <a:lnTo>
                      <a:pt x="21" y="85"/>
                    </a:lnTo>
                    <a:lnTo>
                      <a:pt x="27" y="97"/>
                    </a:lnTo>
                    <a:lnTo>
                      <a:pt x="29" y="110"/>
                    </a:lnTo>
                    <a:lnTo>
                      <a:pt x="36" y="118"/>
                    </a:lnTo>
                    <a:lnTo>
                      <a:pt x="47" y="127"/>
                    </a:lnTo>
                    <a:lnTo>
                      <a:pt x="61" y="140"/>
                    </a:lnTo>
                    <a:lnTo>
                      <a:pt x="71" y="153"/>
                    </a:lnTo>
                    <a:lnTo>
                      <a:pt x="80" y="166"/>
                    </a:lnTo>
                    <a:lnTo>
                      <a:pt x="88" y="185"/>
                    </a:lnTo>
                    <a:lnTo>
                      <a:pt x="97" y="199"/>
                    </a:lnTo>
                    <a:lnTo>
                      <a:pt x="100" y="208"/>
                    </a:lnTo>
                    <a:lnTo>
                      <a:pt x="100" y="227"/>
                    </a:lnTo>
                    <a:lnTo>
                      <a:pt x="100" y="247"/>
                    </a:lnTo>
                    <a:lnTo>
                      <a:pt x="100" y="259"/>
                    </a:lnTo>
                    <a:lnTo>
                      <a:pt x="97" y="276"/>
                    </a:lnTo>
                    <a:lnTo>
                      <a:pt x="94" y="286"/>
                    </a:lnTo>
                    <a:lnTo>
                      <a:pt x="94" y="299"/>
                    </a:lnTo>
                    <a:lnTo>
                      <a:pt x="88" y="308"/>
                    </a:lnTo>
                    <a:lnTo>
                      <a:pt x="50" y="30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2" name="Freeform 6"/>
              <p:cNvSpPr>
                <a:spLocks/>
              </p:cNvSpPr>
              <p:nvPr/>
            </p:nvSpPr>
            <p:spPr bwMode="ltGray">
              <a:xfrm>
                <a:off x="5204" y="0"/>
                <a:ext cx="103" cy="312"/>
              </a:xfrm>
              <a:custGeom>
                <a:avLst/>
                <a:gdLst>
                  <a:gd name="T0" fmla="*/ 49 w 103"/>
                  <a:gd name="T1" fmla="*/ 305 h 312"/>
                  <a:gd name="T2" fmla="*/ 56 w 103"/>
                  <a:gd name="T3" fmla="*/ 295 h 312"/>
                  <a:gd name="T4" fmla="*/ 56 w 103"/>
                  <a:gd name="T5" fmla="*/ 292 h 312"/>
                  <a:gd name="T6" fmla="*/ 58 w 103"/>
                  <a:gd name="T7" fmla="*/ 286 h 312"/>
                  <a:gd name="T8" fmla="*/ 64 w 103"/>
                  <a:gd name="T9" fmla="*/ 269 h 312"/>
                  <a:gd name="T10" fmla="*/ 70 w 103"/>
                  <a:gd name="T11" fmla="*/ 246 h 312"/>
                  <a:gd name="T12" fmla="*/ 76 w 103"/>
                  <a:gd name="T13" fmla="*/ 234 h 312"/>
                  <a:gd name="T14" fmla="*/ 78 w 103"/>
                  <a:gd name="T15" fmla="*/ 214 h 312"/>
                  <a:gd name="T16" fmla="*/ 78 w 103"/>
                  <a:gd name="T17" fmla="*/ 202 h 312"/>
                  <a:gd name="T18" fmla="*/ 78 w 103"/>
                  <a:gd name="T19" fmla="*/ 191 h 312"/>
                  <a:gd name="T20" fmla="*/ 76 w 103"/>
                  <a:gd name="T21" fmla="*/ 178 h 312"/>
                  <a:gd name="T22" fmla="*/ 73 w 103"/>
                  <a:gd name="T23" fmla="*/ 172 h 312"/>
                  <a:gd name="T24" fmla="*/ 64 w 103"/>
                  <a:gd name="T25" fmla="*/ 159 h 312"/>
                  <a:gd name="T26" fmla="*/ 56 w 103"/>
                  <a:gd name="T27" fmla="*/ 146 h 312"/>
                  <a:gd name="T28" fmla="*/ 44 w 103"/>
                  <a:gd name="T29" fmla="*/ 133 h 312"/>
                  <a:gd name="T30" fmla="*/ 23 w 103"/>
                  <a:gd name="T31" fmla="*/ 110 h 312"/>
                  <a:gd name="T32" fmla="*/ 12 w 103"/>
                  <a:gd name="T33" fmla="*/ 94 h 312"/>
                  <a:gd name="T34" fmla="*/ 5 w 103"/>
                  <a:gd name="T35" fmla="*/ 81 h 312"/>
                  <a:gd name="T36" fmla="*/ 3 w 103"/>
                  <a:gd name="T37" fmla="*/ 72 h 312"/>
                  <a:gd name="T38" fmla="*/ 0 w 103"/>
                  <a:gd name="T39" fmla="*/ 56 h 312"/>
                  <a:gd name="T40" fmla="*/ 0 w 103"/>
                  <a:gd name="T41" fmla="*/ 43 h 312"/>
                  <a:gd name="T42" fmla="*/ 3 w 103"/>
                  <a:gd name="T43" fmla="*/ 32 h 312"/>
                  <a:gd name="T44" fmla="*/ 5 w 103"/>
                  <a:gd name="T45" fmla="*/ 16 h 312"/>
                  <a:gd name="T46" fmla="*/ 12 w 103"/>
                  <a:gd name="T47" fmla="*/ 0 h 312"/>
                  <a:gd name="T48" fmla="*/ 32 w 103"/>
                  <a:gd name="T49" fmla="*/ 19 h 312"/>
                  <a:gd name="T50" fmla="*/ 26 w 103"/>
                  <a:gd name="T51" fmla="*/ 32 h 312"/>
                  <a:gd name="T52" fmla="*/ 23 w 103"/>
                  <a:gd name="T53" fmla="*/ 46 h 312"/>
                  <a:gd name="T54" fmla="*/ 20 w 103"/>
                  <a:gd name="T55" fmla="*/ 59 h 312"/>
                  <a:gd name="T56" fmla="*/ 20 w 103"/>
                  <a:gd name="T57" fmla="*/ 72 h 312"/>
                  <a:gd name="T58" fmla="*/ 20 w 103"/>
                  <a:gd name="T59" fmla="*/ 84 h 312"/>
                  <a:gd name="T60" fmla="*/ 26 w 103"/>
                  <a:gd name="T61" fmla="*/ 100 h 312"/>
                  <a:gd name="T62" fmla="*/ 29 w 103"/>
                  <a:gd name="T63" fmla="*/ 110 h 312"/>
                  <a:gd name="T64" fmla="*/ 35 w 103"/>
                  <a:gd name="T65" fmla="*/ 121 h 312"/>
                  <a:gd name="T66" fmla="*/ 46 w 103"/>
                  <a:gd name="T67" fmla="*/ 127 h 312"/>
                  <a:gd name="T68" fmla="*/ 61 w 103"/>
                  <a:gd name="T69" fmla="*/ 143 h 312"/>
                  <a:gd name="T70" fmla="*/ 73 w 103"/>
                  <a:gd name="T71" fmla="*/ 156 h 312"/>
                  <a:gd name="T72" fmla="*/ 78 w 103"/>
                  <a:gd name="T73" fmla="*/ 165 h 312"/>
                  <a:gd name="T74" fmla="*/ 90 w 103"/>
                  <a:gd name="T75" fmla="*/ 185 h 312"/>
                  <a:gd name="T76" fmla="*/ 96 w 103"/>
                  <a:gd name="T77" fmla="*/ 198 h 312"/>
                  <a:gd name="T78" fmla="*/ 99 w 103"/>
                  <a:gd name="T79" fmla="*/ 208 h 312"/>
                  <a:gd name="T80" fmla="*/ 102 w 103"/>
                  <a:gd name="T81" fmla="*/ 227 h 312"/>
                  <a:gd name="T82" fmla="*/ 102 w 103"/>
                  <a:gd name="T83" fmla="*/ 246 h 312"/>
                  <a:gd name="T84" fmla="*/ 99 w 103"/>
                  <a:gd name="T85" fmla="*/ 259 h 312"/>
                  <a:gd name="T86" fmla="*/ 99 w 103"/>
                  <a:gd name="T87" fmla="*/ 276 h 312"/>
                  <a:gd name="T88" fmla="*/ 96 w 103"/>
                  <a:gd name="T89" fmla="*/ 289 h 312"/>
                  <a:gd name="T90" fmla="*/ 93 w 103"/>
                  <a:gd name="T91" fmla="*/ 302 h 312"/>
                  <a:gd name="T92" fmla="*/ 87 w 103"/>
                  <a:gd name="T93" fmla="*/ 311 h 312"/>
                  <a:gd name="T94" fmla="*/ 49 w 103"/>
                  <a:gd name="T95" fmla="*/ 30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3" h="312">
                    <a:moveTo>
                      <a:pt x="49" y="305"/>
                    </a:moveTo>
                    <a:lnTo>
                      <a:pt x="56" y="295"/>
                    </a:lnTo>
                    <a:lnTo>
                      <a:pt x="56" y="292"/>
                    </a:lnTo>
                    <a:lnTo>
                      <a:pt x="58" y="286"/>
                    </a:lnTo>
                    <a:lnTo>
                      <a:pt x="64" y="269"/>
                    </a:lnTo>
                    <a:lnTo>
                      <a:pt x="70" y="246"/>
                    </a:lnTo>
                    <a:lnTo>
                      <a:pt x="76" y="234"/>
                    </a:lnTo>
                    <a:lnTo>
                      <a:pt x="78" y="214"/>
                    </a:lnTo>
                    <a:lnTo>
                      <a:pt x="78" y="202"/>
                    </a:lnTo>
                    <a:lnTo>
                      <a:pt x="78" y="191"/>
                    </a:lnTo>
                    <a:lnTo>
                      <a:pt x="76" y="178"/>
                    </a:lnTo>
                    <a:lnTo>
                      <a:pt x="73" y="172"/>
                    </a:lnTo>
                    <a:lnTo>
                      <a:pt x="64" y="159"/>
                    </a:lnTo>
                    <a:lnTo>
                      <a:pt x="56" y="146"/>
                    </a:lnTo>
                    <a:lnTo>
                      <a:pt x="44" y="133"/>
                    </a:lnTo>
                    <a:lnTo>
                      <a:pt x="23" y="110"/>
                    </a:lnTo>
                    <a:lnTo>
                      <a:pt x="12" y="94"/>
                    </a:lnTo>
                    <a:lnTo>
                      <a:pt x="5" y="81"/>
                    </a:lnTo>
                    <a:lnTo>
                      <a:pt x="3" y="72"/>
                    </a:lnTo>
                    <a:lnTo>
                      <a:pt x="0" y="56"/>
                    </a:lnTo>
                    <a:lnTo>
                      <a:pt x="0" y="43"/>
                    </a:lnTo>
                    <a:lnTo>
                      <a:pt x="3" y="32"/>
                    </a:lnTo>
                    <a:lnTo>
                      <a:pt x="5" y="16"/>
                    </a:lnTo>
                    <a:lnTo>
                      <a:pt x="12" y="0"/>
                    </a:lnTo>
                    <a:lnTo>
                      <a:pt x="32" y="19"/>
                    </a:lnTo>
                    <a:lnTo>
                      <a:pt x="26" y="32"/>
                    </a:lnTo>
                    <a:lnTo>
                      <a:pt x="23" y="46"/>
                    </a:lnTo>
                    <a:lnTo>
                      <a:pt x="20" y="59"/>
                    </a:lnTo>
                    <a:lnTo>
                      <a:pt x="20" y="72"/>
                    </a:lnTo>
                    <a:lnTo>
                      <a:pt x="20" y="84"/>
                    </a:lnTo>
                    <a:lnTo>
                      <a:pt x="26" y="100"/>
                    </a:lnTo>
                    <a:lnTo>
                      <a:pt x="29" y="110"/>
                    </a:lnTo>
                    <a:lnTo>
                      <a:pt x="35" y="121"/>
                    </a:lnTo>
                    <a:lnTo>
                      <a:pt x="46" y="127"/>
                    </a:lnTo>
                    <a:lnTo>
                      <a:pt x="61" y="143"/>
                    </a:lnTo>
                    <a:lnTo>
                      <a:pt x="73" y="156"/>
                    </a:lnTo>
                    <a:lnTo>
                      <a:pt x="78" y="165"/>
                    </a:lnTo>
                    <a:lnTo>
                      <a:pt x="90" y="185"/>
                    </a:lnTo>
                    <a:lnTo>
                      <a:pt x="96" y="198"/>
                    </a:lnTo>
                    <a:lnTo>
                      <a:pt x="99" y="208"/>
                    </a:lnTo>
                    <a:lnTo>
                      <a:pt x="102" y="227"/>
                    </a:lnTo>
                    <a:lnTo>
                      <a:pt x="102" y="246"/>
                    </a:lnTo>
                    <a:lnTo>
                      <a:pt x="99" y="259"/>
                    </a:lnTo>
                    <a:lnTo>
                      <a:pt x="99" y="276"/>
                    </a:lnTo>
                    <a:lnTo>
                      <a:pt x="96" y="289"/>
                    </a:lnTo>
                    <a:lnTo>
                      <a:pt x="93" y="302"/>
                    </a:lnTo>
                    <a:lnTo>
                      <a:pt x="87" y="311"/>
                    </a:lnTo>
                    <a:lnTo>
                      <a:pt x="49" y="30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3" name="Freeform 7"/>
              <p:cNvSpPr>
                <a:spLocks/>
              </p:cNvSpPr>
              <p:nvPr/>
            </p:nvSpPr>
            <p:spPr bwMode="ltGray">
              <a:xfrm>
                <a:off x="5358" y="2133"/>
                <a:ext cx="229" cy="114"/>
              </a:xfrm>
              <a:custGeom>
                <a:avLst/>
                <a:gdLst>
                  <a:gd name="T0" fmla="*/ 0 w 229"/>
                  <a:gd name="T1" fmla="*/ 110 h 114"/>
                  <a:gd name="T2" fmla="*/ 6 w 229"/>
                  <a:gd name="T3" fmla="*/ 113 h 114"/>
                  <a:gd name="T4" fmla="*/ 18 w 229"/>
                  <a:gd name="T5" fmla="*/ 113 h 114"/>
                  <a:gd name="T6" fmla="*/ 28 w 229"/>
                  <a:gd name="T7" fmla="*/ 113 h 114"/>
                  <a:gd name="T8" fmla="*/ 36 w 229"/>
                  <a:gd name="T9" fmla="*/ 110 h 114"/>
                  <a:gd name="T10" fmla="*/ 48 w 229"/>
                  <a:gd name="T11" fmla="*/ 107 h 114"/>
                  <a:gd name="T12" fmla="*/ 58 w 229"/>
                  <a:gd name="T13" fmla="*/ 103 h 114"/>
                  <a:gd name="T14" fmla="*/ 64 w 229"/>
                  <a:gd name="T15" fmla="*/ 101 h 114"/>
                  <a:gd name="T16" fmla="*/ 69 w 229"/>
                  <a:gd name="T17" fmla="*/ 92 h 114"/>
                  <a:gd name="T18" fmla="*/ 76 w 229"/>
                  <a:gd name="T19" fmla="*/ 82 h 114"/>
                  <a:gd name="T20" fmla="*/ 79 w 229"/>
                  <a:gd name="T21" fmla="*/ 77 h 114"/>
                  <a:gd name="T22" fmla="*/ 82 w 229"/>
                  <a:gd name="T23" fmla="*/ 70 h 114"/>
                  <a:gd name="T24" fmla="*/ 94 w 229"/>
                  <a:gd name="T25" fmla="*/ 55 h 114"/>
                  <a:gd name="T26" fmla="*/ 106 w 229"/>
                  <a:gd name="T27" fmla="*/ 39 h 114"/>
                  <a:gd name="T28" fmla="*/ 115 w 229"/>
                  <a:gd name="T29" fmla="*/ 36 h 114"/>
                  <a:gd name="T30" fmla="*/ 130 w 229"/>
                  <a:gd name="T31" fmla="*/ 31 h 114"/>
                  <a:gd name="T32" fmla="*/ 143 w 229"/>
                  <a:gd name="T33" fmla="*/ 24 h 114"/>
                  <a:gd name="T34" fmla="*/ 155 w 229"/>
                  <a:gd name="T35" fmla="*/ 21 h 114"/>
                  <a:gd name="T36" fmla="*/ 164 w 229"/>
                  <a:gd name="T37" fmla="*/ 18 h 114"/>
                  <a:gd name="T38" fmla="*/ 176 w 229"/>
                  <a:gd name="T39" fmla="*/ 21 h 114"/>
                  <a:gd name="T40" fmla="*/ 191 w 229"/>
                  <a:gd name="T41" fmla="*/ 24 h 114"/>
                  <a:gd name="T42" fmla="*/ 206 w 229"/>
                  <a:gd name="T43" fmla="*/ 31 h 114"/>
                  <a:gd name="T44" fmla="*/ 213 w 229"/>
                  <a:gd name="T45" fmla="*/ 36 h 114"/>
                  <a:gd name="T46" fmla="*/ 219 w 229"/>
                  <a:gd name="T47" fmla="*/ 42 h 114"/>
                  <a:gd name="T48" fmla="*/ 228 w 229"/>
                  <a:gd name="T49" fmla="*/ 11 h 114"/>
                  <a:gd name="T50" fmla="*/ 221 w 229"/>
                  <a:gd name="T51" fmla="*/ 9 h 114"/>
                  <a:gd name="T52" fmla="*/ 206 w 229"/>
                  <a:gd name="T53" fmla="*/ 3 h 114"/>
                  <a:gd name="T54" fmla="*/ 195 w 229"/>
                  <a:gd name="T55" fmla="*/ 0 h 114"/>
                  <a:gd name="T56" fmla="*/ 180 w 229"/>
                  <a:gd name="T57" fmla="*/ 0 h 114"/>
                  <a:gd name="T58" fmla="*/ 167 w 229"/>
                  <a:gd name="T59" fmla="*/ 0 h 114"/>
                  <a:gd name="T60" fmla="*/ 155 w 229"/>
                  <a:gd name="T61" fmla="*/ 3 h 114"/>
                  <a:gd name="T62" fmla="*/ 140 w 229"/>
                  <a:gd name="T63" fmla="*/ 9 h 114"/>
                  <a:gd name="T64" fmla="*/ 127 w 229"/>
                  <a:gd name="T65" fmla="*/ 15 h 114"/>
                  <a:gd name="T66" fmla="*/ 124 w 229"/>
                  <a:gd name="T67" fmla="*/ 18 h 114"/>
                  <a:gd name="T68" fmla="*/ 109 w 229"/>
                  <a:gd name="T69" fmla="*/ 31 h 114"/>
                  <a:gd name="T70" fmla="*/ 97 w 229"/>
                  <a:gd name="T71" fmla="*/ 42 h 114"/>
                  <a:gd name="T72" fmla="*/ 88 w 229"/>
                  <a:gd name="T73" fmla="*/ 55 h 114"/>
                  <a:gd name="T74" fmla="*/ 76 w 229"/>
                  <a:gd name="T75" fmla="*/ 67 h 114"/>
                  <a:gd name="T76" fmla="*/ 69 w 229"/>
                  <a:gd name="T77" fmla="*/ 73 h 114"/>
                  <a:gd name="T78" fmla="*/ 61 w 229"/>
                  <a:gd name="T79" fmla="*/ 82 h 114"/>
                  <a:gd name="T80" fmla="*/ 51 w 229"/>
                  <a:gd name="T81" fmla="*/ 85 h 114"/>
                  <a:gd name="T82" fmla="*/ 43 w 229"/>
                  <a:gd name="T83" fmla="*/ 88 h 114"/>
                  <a:gd name="T84" fmla="*/ 30 w 229"/>
                  <a:gd name="T85" fmla="*/ 88 h 114"/>
                  <a:gd name="T86" fmla="*/ 24 w 229"/>
                  <a:gd name="T87" fmla="*/ 88 h 114"/>
                  <a:gd name="T88" fmla="*/ 18 w 229"/>
                  <a:gd name="T89" fmla="*/ 85 h 114"/>
                  <a:gd name="T90" fmla="*/ 6 w 229"/>
                  <a:gd name="T91" fmla="*/ 79 h 114"/>
                  <a:gd name="T92" fmla="*/ 0 w 229"/>
                  <a:gd name="T93" fmla="*/ 11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 h="114">
                    <a:moveTo>
                      <a:pt x="0" y="110"/>
                    </a:moveTo>
                    <a:lnTo>
                      <a:pt x="6" y="113"/>
                    </a:lnTo>
                    <a:lnTo>
                      <a:pt x="18" y="113"/>
                    </a:lnTo>
                    <a:lnTo>
                      <a:pt x="28" y="113"/>
                    </a:lnTo>
                    <a:lnTo>
                      <a:pt x="36" y="110"/>
                    </a:lnTo>
                    <a:lnTo>
                      <a:pt x="48" y="107"/>
                    </a:lnTo>
                    <a:lnTo>
                      <a:pt x="58" y="103"/>
                    </a:lnTo>
                    <a:lnTo>
                      <a:pt x="64" y="101"/>
                    </a:lnTo>
                    <a:lnTo>
                      <a:pt x="69" y="92"/>
                    </a:lnTo>
                    <a:lnTo>
                      <a:pt x="76" y="82"/>
                    </a:lnTo>
                    <a:lnTo>
                      <a:pt x="79" y="77"/>
                    </a:lnTo>
                    <a:lnTo>
                      <a:pt x="82" y="70"/>
                    </a:lnTo>
                    <a:lnTo>
                      <a:pt x="94" y="55"/>
                    </a:lnTo>
                    <a:lnTo>
                      <a:pt x="106" y="39"/>
                    </a:lnTo>
                    <a:lnTo>
                      <a:pt x="115" y="36"/>
                    </a:lnTo>
                    <a:lnTo>
                      <a:pt x="130" y="31"/>
                    </a:lnTo>
                    <a:lnTo>
                      <a:pt x="143" y="24"/>
                    </a:lnTo>
                    <a:lnTo>
                      <a:pt x="155" y="21"/>
                    </a:lnTo>
                    <a:lnTo>
                      <a:pt x="164" y="18"/>
                    </a:lnTo>
                    <a:lnTo>
                      <a:pt x="176" y="21"/>
                    </a:lnTo>
                    <a:lnTo>
                      <a:pt x="191" y="24"/>
                    </a:lnTo>
                    <a:lnTo>
                      <a:pt x="206" y="31"/>
                    </a:lnTo>
                    <a:lnTo>
                      <a:pt x="213" y="36"/>
                    </a:lnTo>
                    <a:lnTo>
                      <a:pt x="219" y="42"/>
                    </a:lnTo>
                    <a:lnTo>
                      <a:pt x="228" y="11"/>
                    </a:lnTo>
                    <a:lnTo>
                      <a:pt x="221" y="9"/>
                    </a:lnTo>
                    <a:lnTo>
                      <a:pt x="206" y="3"/>
                    </a:lnTo>
                    <a:lnTo>
                      <a:pt x="195" y="0"/>
                    </a:lnTo>
                    <a:lnTo>
                      <a:pt x="180" y="0"/>
                    </a:lnTo>
                    <a:lnTo>
                      <a:pt x="167" y="0"/>
                    </a:lnTo>
                    <a:lnTo>
                      <a:pt x="155" y="3"/>
                    </a:lnTo>
                    <a:lnTo>
                      <a:pt x="140" y="9"/>
                    </a:lnTo>
                    <a:lnTo>
                      <a:pt x="127" y="15"/>
                    </a:lnTo>
                    <a:lnTo>
                      <a:pt x="124" y="18"/>
                    </a:lnTo>
                    <a:lnTo>
                      <a:pt x="109" y="31"/>
                    </a:lnTo>
                    <a:lnTo>
                      <a:pt x="97" y="42"/>
                    </a:lnTo>
                    <a:lnTo>
                      <a:pt x="88" y="55"/>
                    </a:lnTo>
                    <a:lnTo>
                      <a:pt x="76" y="67"/>
                    </a:lnTo>
                    <a:lnTo>
                      <a:pt x="69" y="73"/>
                    </a:lnTo>
                    <a:lnTo>
                      <a:pt x="61" y="82"/>
                    </a:lnTo>
                    <a:lnTo>
                      <a:pt x="51" y="85"/>
                    </a:lnTo>
                    <a:lnTo>
                      <a:pt x="43" y="88"/>
                    </a:lnTo>
                    <a:lnTo>
                      <a:pt x="30" y="88"/>
                    </a:lnTo>
                    <a:lnTo>
                      <a:pt x="24" y="88"/>
                    </a:lnTo>
                    <a:lnTo>
                      <a:pt x="18" y="85"/>
                    </a:lnTo>
                    <a:lnTo>
                      <a:pt x="6" y="79"/>
                    </a:lnTo>
                    <a:lnTo>
                      <a:pt x="0" y="11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4" name="Freeform 8"/>
              <p:cNvSpPr>
                <a:spLocks/>
              </p:cNvSpPr>
              <p:nvPr/>
            </p:nvSpPr>
            <p:spPr bwMode="ltGray">
              <a:xfrm>
                <a:off x="43" y="1862"/>
                <a:ext cx="233" cy="119"/>
              </a:xfrm>
              <a:custGeom>
                <a:avLst/>
                <a:gdLst>
                  <a:gd name="T0" fmla="*/ 0 w 233"/>
                  <a:gd name="T1" fmla="*/ 115 h 119"/>
                  <a:gd name="T2" fmla="*/ 7 w 233"/>
                  <a:gd name="T3" fmla="*/ 118 h 119"/>
                  <a:gd name="T4" fmla="*/ 19 w 233"/>
                  <a:gd name="T5" fmla="*/ 118 h 119"/>
                  <a:gd name="T6" fmla="*/ 28 w 233"/>
                  <a:gd name="T7" fmla="*/ 118 h 119"/>
                  <a:gd name="T8" fmla="*/ 40 w 233"/>
                  <a:gd name="T9" fmla="*/ 118 h 119"/>
                  <a:gd name="T10" fmla="*/ 49 w 233"/>
                  <a:gd name="T11" fmla="*/ 111 h 119"/>
                  <a:gd name="T12" fmla="*/ 58 w 233"/>
                  <a:gd name="T13" fmla="*/ 108 h 119"/>
                  <a:gd name="T14" fmla="*/ 65 w 233"/>
                  <a:gd name="T15" fmla="*/ 105 h 119"/>
                  <a:gd name="T16" fmla="*/ 73 w 233"/>
                  <a:gd name="T17" fmla="*/ 95 h 119"/>
                  <a:gd name="T18" fmla="*/ 76 w 233"/>
                  <a:gd name="T19" fmla="*/ 86 h 119"/>
                  <a:gd name="T20" fmla="*/ 83 w 233"/>
                  <a:gd name="T21" fmla="*/ 79 h 119"/>
                  <a:gd name="T22" fmla="*/ 86 w 233"/>
                  <a:gd name="T23" fmla="*/ 73 h 119"/>
                  <a:gd name="T24" fmla="*/ 95 w 233"/>
                  <a:gd name="T25" fmla="*/ 58 h 119"/>
                  <a:gd name="T26" fmla="*/ 110 w 233"/>
                  <a:gd name="T27" fmla="*/ 45 h 119"/>
                  <a:gd name="T28" fmla="*/ 116 w 233"/>
                  <a:gd name="T29" fmla="*/ 39 h 119"/>
                  <a:gd name="T30" fmla="*/ 131 w 233"/>
                  <a:gd name="T31" fmla="*/ 32 h 119"/>
                  <a:gd name="T32" fmla="*/ 146 w 233"/>
                  <a:gd name="T33" fmla="*/ 26 h 119"/>
                  <a:gd name="T34" fmla="*/ 156 w 233"/>
                  <a:gd name="T35" fmla="*/ 23 h 119"/>
                  <a:gd name="T36" fmla="*/ 164 w 233"/>
                  <a:gd name="T37" fmla="*/ 23 h 119"/>
                  <a:gd name="T38" fmla="*/ 177 w 233"/>
                  <a:gd name="T39" fmla="*/ 23 h 119"/>
                  <a:gd name="T40" fmla="*/ 192 w 233"/>
                  <a:gd name="T41" fmla="*/ 26 h 119"/>
                  <a:gd name="T42" fmla="*/ 207 w 233"/>
                  <a:gd name="T43" fmla="*/ 32 h 119"/>
                  <a:gd name="T44" fmla="*/ 217 w 233"/>
                  <a:gd name="T45" fmla="*/ 42 h 119"/>
                  <a:gd name="T46" fmla="*/ 220 w 233"/>
                  <a:gd name="T47" fmla="*/ 48 h 119"/>
                  <a:gd name="T48" fmla="*/ 232 w 233"/>
                  <a:gd name="T49" fmla="*/ 16 h 119"/>
                  <a:gd name="T50" fmla="*/ 222 w 233"/>
                  <a:gd name="T51" fmla="*/ 10 h 119"/>
                  <a:gd name="T52" fmla="*/ 210 w 233"/>
                  <a:gd name="T53" fmla="*/ 4 h 119"/>
                  <a:gd name="T54" fmla="*/ 195 w 233"/>
                  <a:gd name="T55" fmla="*/ 4 h 119"/>
                  <a:gd name="T56" fmla="*/ 183 w 233"/>
                  <a:gd name="T57" fmla="*/ 0 h 119"/>
                  <a:gd name="T58" fmla="*/ 167 w 233"/>
                  <a:gd name="T59" fmla="*/ 0 h 119"/>
                  <a:gd name="T60" fmla="*/ 156 w 233"/>
                  <a:gd name="T61" fmla="*/ 4 h 119"/>
                  <a:gd name="T62" fmla="*/ 141 w 233"/>
                  <a:gd name="T63" fmla="*/ 10 h 119"/>
                  <a:gd name="T64" fmla="*/ 131 w 233"/>
                  <a:gd name="T65" fmla="*/ 16 h 119"/>
                  <a:gd name="T66" fmla="*/ 126 w 233"/>
                  <a:gd name="T67" fmla="*/ 20 h 119"/>
                  <a:gd name="T68" fmla="*/ 110 w 233"/>
                  <a:gd name="T69" fmla="*/ 32 h 119"/>
                  <a:gd name="T70" fmla="*/ 101 w 233"/>
                  <a:gd name="T71" fmla="*/ 45 h 119"/>
                  <a:gd name="T72" fmla="*/ 88 w 233"/>
                  <a:gd name="T73" fmla="*/ 58 h 119"/>
                  <a:gd name="T74" fmla="*/ 80 w 233"/>
                  <a:gd name="T75" fmla="*/ 70 h 119"/>
                  <a:gd name="T76" fmla="*/ 73 w 233"/>
                  <a:gd name="T77" fmla="*/ 79 h 119"/>
                  <a:gd name="T78" fmla="*/ 61 w 233"/>
                  <a:gd name="T79" fmla="*/ 86 h 119"/>
                  <a:gd name="T80" fmla="*/ 52 w 233"/>
                  <a:gd name="T81" fmla="*/ 89 h 119"/>
                  <a:gd name="T82" fmla="*/ 43 w 233"/>
                  <a:gd name="T83" fmla="*/ 92 h 119"/>
                  <a:gd name="T84" fmla="*/ 34 w 233"/>
                  <a:gd name="T85" fmla="*/ 92 h 119"/>
                  <a:gd name="T86" fmla="*/ 25 w 233"/>
                  <a:gd name="T87" fmla="*/ 92 h 119"/>
                  <a:gd name="T88" fmla="*/ 19 w 233"/>
                  <a:gd name="T89" fmla="*/ 89 h 119"/>
                  <a:gd name="T90" fmla="*/ 7 w 233"/>
                  <a:gd name="T91" fmla="*/ 83 h 119"/>
                  <a:gd name="T92" fmla="*/ 0 w 233"/>
                  <a:gd name="T93" fmla="*/ 11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19">
                    <a:moveTo>
                      <a:pt x="0" y="115"/>
                    </a:moveTo>
                    <a:lnTo>
                      <a:pt x="7" y="118"/>
                    </a:lnTo>
                    <a:lnTo>
                      <a:pt x="19" y="118"/>
                    </a:lnTo>
                    <a:lnTo>
                      <a:pt x="28" y="118"/>
                    </a:lnTo>
                    <a:lnTo>
                      <a:pt x="40" y="118"/>
                    </a:lnTo>
                    <a:lnTo>
                      <a:pt x="49" y="111"/>
                    </a:lnTo>
                    <a:lnTo>
                      <a:pt x="58" y="108"/>
                    </a:lnTo>
                    <a:lnTo>
                      <a:pt x="65" y="105"/>
                    </a:lnTo>
                    <a:lnTo>
                      <a:pt x="73" y="95"/>
                    </a:lnTo>
                    <a:lnTo>
                      <a:pt x="76" y="86"/>
                    </a:lnTo>
                    <a:lnTo>
                      <a:pt x="83" y="79"/>
                    </a:lnTo>
                    <a:lnTo>
                      <a:pt x="86" y="73"/>
                    </a:lnTo>
                    <a:lnTo>
                      <a:pt x="95" y="58"/>
                    </a:lnTo>
                    <a:lnTo>
                      <a:pt x="110" y="45"/>
                    </a:lnTo>
                    <a:lnTo>
                      <a:pt x="116" y="39"/>
                    </a:lnTo>
                    <a:lnTo>
                      <a:pt x="131" y="32"/>
                    </a:lnTo>
                    <a:lnTo>
                      <a:pt x="146" y="26"/>
                    </a:lnTo>
                    <a:lnTo>
                      <a:pt x="156" y="23"/>
                    </a:lnTo>
                    <a:lnTo>
                      <a:pt x="164" y="23"/>
                    </a:lnTo>
                    <a:lnTo>
                      <a:pt x="177" y="23"/>
                    </a:lnTo>
                    <a:lnTo>
                      <a:pt x="192" y="26"/>
                    </a:lnTo>
                    <a:lnTo>
                      <a:pt x="207" y="32"/>
                    </a:lnTo>
                    <a:lnTo>
                      <a:pt x="217" y="42"/>
                    </a:lnTo>
                    <a:lnTo>
                      <a:pt x="220" y="48"/>
                    </a:lnTo>
                    <a:lnTo>
                      <a:pt x="232" y="16"/>
                    </a:lnTo>
                    <a:lnTo>
                      <a:pt x="222" y="10"/>
                    </a:lnTo>
                    <a:lnTo>
                      <a:pt x="210" y="4"/>
                    </a:lnTo>
                    <a:lnTo>
                      <a:pt x="195" y="4"/>
                    </a:lnTo>
                    <a:lnTo>
                      <a:pt x="183" y="0"/>
                    </a:lnTo>
                    <a:lnTo>
                      <a:pt x="167" y="0"/>
                    </a:lnTo>
                    <a:lnTo>
                      <a:pt x="156" y="4"/>
                    </a:lnTo>
                    <a:lnTo>
                      <a:pt x="141" y="10"/>
                    </a:lnTo>
                    <a:lnTo>
                      <a:pt x="131" y="16"/>
                    </a:lnTo>
                    <a:lnTo>
                      <a:pt x="126" y="20"/>
                    </a:lnTo>
                    <a:lnTo>
                      <a:pt x="110" y="32"/>
                    </a:lnTo>
                    <a:lnTo>
                      <a:pt x="101" y="45"/>
                    </a:lnTo>
                    <a:lnTo>
                      <a:pt x="88" y="58"/>
                    </a:lnTo>
                    <a:lnTo>
                      <a:pt x="80" y="70"/>
                    </a:lnTo>
                    <a:lnTo>
                      <a:pt x="73" y="79"/>
                    </a:lnTo>
                    <a:lnTo>
                      <a:pt x="61" y="86"/>
                    </a:lnTo>
                    <a:lnTo>
                      <a:pt x="52" y="89"/>
                    </a:lnTo>
                    <a:lnTo>
                      <a:pt x="43" y="92"/>
                    </a:lnTo>
                    <a:lnTo>
                      <a:pt x="34" y="92"/>
                    </a:lnTo>
                    <a:lnTo>
                      <a:pt x="25" y="92"/>
                    </a:lnTo>
                    <a:lnTo>
                      <a:pt x="19" y="89"/>
                    </a:lnTo>
                    <a:lnTo>
                      <a:pt x="7" y="83"/>
                    </a:lnTo>
                    <a:lnTo>
                      <a:pt x="0" y="11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5" name="Freeform 9"/>
              <p:cNvSpPr>
                <a:spLocks/>
              </p:cNvSpPr>
              <p:nvPr/>
            </p:nvSpPr>
            <p:spPr bwMode="ltGray">
              <a:xfrm>
                <a:off x="454" y="3914"/>
                <a:ext cx="232" cy="116"/>
              </a:xfrm>
              <a:custGeom>
                <a:avLst/>
                <a:gdLst>
                  <a:gd name="T0" fmla="*/ 0 w 232"/>
                  <a:gd name="T1" fmla="*/ 111 h 116"/>
                  <a:gd name="T2" fmla="*/ 9 w 232"/>
                  <a:gd name="T3" fmla="*/ 115 h 116"/>
                  <a:gd name="T4" fmla="*/ 19 w 232"/>
                  <a:gd name="T5" fmla="*/ 115 h 116"/>
                  <a:gd name="T6" fmla="*/ 30 w 232"/>
                  <a:gd name="T7" fmla="*/ 115 h 116"/>
                  <a:gd name="T8" fmla="*/ 40 w 232"/>
                  <a:gd name="T9" fmla="*/ 111 h 116"/>
                  <a:gd name="T10" fmla="*/ 49 w 232"/>
                  <a:gd name="T11" fmla="*/ 108 h 116"/>
                  <a:gd name="T12" fmla="*/ 61 w 232"/>
                  <a:gd name="T13" fmla="*/ 105 h 116"/>
                  <a:gd name="T14" fmla="*/ 64 w 232"/>
                  <a:gd name="T15" fmla="*/ 102 h 116"/>
                  <a:gd name="T16" fmla="*/ 73 w 232"/>
                  <a:gd name="T17" fmla="*/ 93 h 116"/>
                  <a:gd name="T18" fmla="*/ 76 w 232"/>
                  <a:gd name="T19" fmla="*/ 84 h 116"/>
                  <a:gd name="T20" fmla="*/ 82 w 232"/>
                  <a:gd name="T21" fmla="*/ 77 h 116"/>
                  <a:gd name="T22" fmla="*/ 85 w 232"/>
                  <a:gd name="T23" fmla="*/ 72 h 116"/>
                  <a:gd name="T24" fmla="*/ 95 w 232"/>
                  <a:gd name="T25" fmla="*/ 56 h 116"/>
                  <a:gd name="T26" fmla="*/ 110 w 232"/>
                  <a:gd name="T27" fmla="*/ 43 h 116"/>
                  <a:gd name="T28" fmla="*/ 116 w 232"/>
                  <a:gd name="T29" fmla="*/ 38 h 116"/>
                  <a:gd name="T30" fmla="*/ 131 w 232"/>
                  <a:gd name="T31" fmla="*/ 31 h 116"/>
                  <a:gd name="T32" fmla="*/ 146 w 232"/>
                  <a:gd name="T33" fmla="*/ 25 h 116"/>
                  <a:gd name="T34" fmla="*/ 155 w 232"/>
                  <a:gd name="T35" fmla="*/ 22 h 116"/>
                  <a:gd name="T36" fmla="*/ 167 w 232"/>
                  <a:gd name="T37" fmla="*/ 18 h 116"/>
                  <a:gd name="T38" fmla="*/ 176 w 232"/>
                  <a:gd name="T39" fmla="*/ 22 h 116"/>
                  <a:gd name="T40" fmla="*/ 191 w 232"/>
                  <a:gd name="T41" fmla="*/ 25 h 116"/>
                  <a:gd name="T42" fmla="*/ 206 w 232"/>
                  <a:gd name="T43" fmla="*/ 31 h 116"/>
                  <a:gd name="T44" fmla="*/ 216 w 232"/>
                  <a:gd name="T45" fmla="*/ 38 h 116"/>
                  <a:gd name="T46" fmla="*/ 219 w 232"/>
                  <a:gd name="T47" fmla="*/ 46 h 116"/>
                  <a:gd name="T48" fmla="*/ 231 w 232"/>
                  <a:gd name="T49" fmla="*/ 13 h 116"/>
                  <a:gd name="T50" fmla="*/ 222 w 232"/>
                  <a:gd name="T51" fmla="*/ 10 h 116"/>
                  <a:gd name="T52" fmla="*/ 209 w 232"/>
                  <a:gd name="T53" fmla="*/ 3 h 116"/>
                  <a:gd name="T54" fmla="*/ 194 w 232"/>
                  <a:gd name="T55" fmla="*/ 0 h 116"/>
                  <a:gd name="T56" fmla="*/ 182 w 232"/>
                  <a:gd name="T57" fmla="*/ 0 h 116"/>
                  <a:gd name="T58" fmla="*/ 167 w 232"/>
                  <a:gd name="T59" fmla="*/ 0 h 116"/>
                  <a:gd name="T60" fmla="*/ 155 w 232"/>
                  <a:gd name="T61" fmla="*/ 3 h 116"/>
                  <a:gd name="T62" fmla="*/ 143 w 232"/>
                  <a:gd name="T63" fmla="*/ 10 h 116"/>
                  <a:gd name="T64" fmla="*/ 131 w 232"/>
                  <a:gd name="T65" fmla="*/ 13 h 116"/>
                  <a:gd name="T66" fmla="*/ 125 w 232"/>
                  <a:gd name="T67" fmla="*/ 18 h 116"/>
                  <a:gd name="T68" fmla="*/ 113 w 232"/>
                  <a:gd name="T69" fmla="*/ 31 h 116"/>
                  <a:gd name="T70" fmla="*/ 100 w 232"/>
                  <a:gd name="T71" fmla="*/ 43 h 116"/>
                  <a:gd name="T72" fmla="*/ 88 w 232"/>
                  <a:gd name="T73" fmla="*/ 56 h 116"/>
                  <a:gd name="T74" fmla="*/ 80 w 232"/>
                  <a:gd name="T75" fmla="*/ 69 h 116"/>
                  <a:gd name="T76" fmla="*/ 73 w 232"/>
                  <a:gd name="T77" fmla="*/ 74 h 116"/>
                  <a:gd name="T78" fmla="*/ 61 w 232"/>
                  <a:gd name="T79" fmla="*/ 84 h 116"/>
                  <a:gd name="T80" fmla="*/ 52 w 232"/>
                  <a:gd name="T81" fmla="*/ 87 h 116"/>
                  <a:gd name="T82" fmla="*/ 45 w 232"/>
                  <a:gd name="T83" fmla="*/ 90 h 116"/>
                  <a:gd name="T84" fmla="*/ 34 w 232"/>
                  <a:gd name="T85" fmla="*/ 90 h 116"/>
                  <a:gd name="T86" fmla="*/ 25 w 232"/>
                  <a:gd name="T87" fmla="*/ 90 h 116"/>
                  <a:gd name="T88" fmla="*/ 19 w 232"/>
                  <a:gd name="T89" fmla="*/ 87 h 116"/>
                  <a:gd name="T90" fmla="*/ 7 w 232"/>
                  <a:gd name="T91" fmla="*/ 80 h 116"/>
                  <a:gd name="T92" fmla="*/ 0 w 232"/>
                  <a:gd name="T93" fmla="*/ 11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2" h="116">
                    <a:moveTo>
                      <a:pt x="0" y="111"/>
                    </a:moveTo>
                    <a:lnTo>
                      <a:pt x="9" y="115"/>
                    </a:lnTo>
                    <a:lnTo>
                      <a:pt x="19" y="115"/>
                    </a:lnTo>
                    <a:lnTo>
                      <a:pt x="30" y="115"/>
                    </a:lnTo>
                    <a:lnTo>
                      <a:pt x="40" y="111"/>
                    </a:lnTo>
                    <a:lnTo>
                      <a:pt x="49" y="108"/>
                    </a:lnTo>
                    <a:lnTo>
                      <a:pt x="61" y="105"/>
                    </a:lnTo>
                    <a:lnTo>
                      <a:pt x="64" y="102"/>
                    </a:lnTo>
                    <a:lnTo>
                      <a:pt x="73" y="93"/>
                    </a:lnTo>
                    <a:lnTo>
                      <a:pt x="76" y="84"/>
                    </a:lnTo>
                    <a:lnTo>
                      <a:pt x="82" y="77"/>
                    </a:lnTo>
                    <a:lnTo>
                      <a:pt x="85" y="72"/>
                    </a:lnTo>
                    <a:lnTo>
                      <a:pt x="95" y="56"/>
                    </a:lnTo>
                    <a:lnTo>
                      <a:pt x="110" y="43"/>
                    </a:lnTo>
                    <a:lnTo>
                      <a:pt x="116" y="38"/>
                    </a:lnTo>
                    <a:lnTo>
                      <a:pt x="131" y="31"/>
                    </a:lnTo>
                    <a:lnTo>
                      <a:pt x="146" y="25"/>
                    </a:lnTo>
                    <a:lnTo>
                      <a:pt x="155" y="22"/>
                    </a:lnTo>
                    <a:lnTo>
                      <a:pt x="167" y="18"/>
                    </a:lnTo>
                    <a:lnTo>
                      <a:pt x="176" y="22"/>
                    </a:lnTo>
                    <a:lnTo>
                      <a:pt x="191" y="25"/>
                    </a:lnTo>
                    <a:lnTo>
                      <a:pt x="206" y="31"/>
                    </a:lnTo>
                    <a:lnTo>
                      <a:pt x="216" y="38"/>
                    </a:lnTo>
                    <a:lnTo>
                      <a:pt x="219" y="46"/>
                    </a:lnTo>
                    <a:lnTo>
                      <a:pt x="231" y="13"/>
                    </a:lnTo>
                    <a:lnTo>
                      <a:pt x="222" y="10"/>
                    </a:lnTo>
                    <a:lnTo>
                      <a:pt x="209" y="3"/>
                    </a:lnTo>
                    <a:lnTo>
                      <a:pt x="194" y="0"/>
                    </a:lnTo>
                    <a:lnTo>
                      <a:pt x="182" y="0"/>
                    </a:lnTo>
                    <a:lnTo>
                      <a:pt x="167" y="0"/>
                    </a:lnTo>
                    <a:lnTo>
                      <a:pt x="155" y="3"/>
                    </a:lnTo>
                    <a:lnTo>
                      <a:pt x="143" y="10"/>
                    </a:lnTo>
                    <a:lnTo>
                      <a:pt x="131" y="13"/>
                    </a:lnTo>
                    <a:lnTo>
                      <a:pt x="125" y="18"/>
                    </a:lnTo>
                    <a:lnTo>
                      <a:pt x="113" y="31"/>
                    </a:lnTo>
                    <a:lnTo>
                      <a:pt x="100" y="43"/>
                    </a:lnTo>
                    <a:lnTo>
                      <a:pt x="88" y="56"/>
                    </a:lnTo>
                    <a:lnTo>
                      <a:pt x="80" y="69"/>
                    </a:lnTo>
                    <a:lnTo>
                      <a:pt x="73" y="74"/>
                    </a:lnTo>
                    <a:lnTo>
                      <a:pt x="61" y="84"/>
                    </a:lnTo>
                    <a:lnTo>
                      <a:pt x="52" y="87"/>
                    </a:lnTo>
                    <a:lnTo>
                      <a:pt x="45" y="90"/>
                    </a:lnTo>
                    <a:lnTo>
                      <a:pt x="34" y="90"/>
                    </a:lnTo>
                    <a:lnTo>
                      <a:pt x="25" y="90"/>
                    </a:lnTo>
                    <a:lnTo>
                      <a:pt x="19" y="87"/>
                    </a:lnTo>
                    <a:lnTo>
                      <a:pt x="7" y="80"/>
                    </a:lnTo>
                    <a:lnTo>
                      <a:pt x="0" y="11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6" name="Freeform 10"/>
              <p:cNvSpPr>
                <a:spLocks/>
              </p:cNvSpPr>
              <p:nvPr/>
            </p:nvSpPr>
            <p:spPr bwMode="ltGray">
              <a:xfrm>
                <a:off x="5314" y="1011"/>
                <a:ext cx="233" cy="119"/>
              </a:xfrm>
              <a:custGeom>
                <a:avLst/>
                <a:gdLst>
                  <a:gd name="T0" fmla="*/ 232 w 233"/>
                  <a:gd name="T1" fmla="*/ 115 h 119"/>
                  <a:gd name="T2" fmla="*/ 222 w 233"/>
                  <a:gd name="T3" fmla="*/ 115 h 119"/>
                  <a:gd name="T4" fmla="*/ 214 w 233"/>
                  <a:gd name="T5" fmla="*/ 118 h 119"/>
                  <a:gd name="T6" fmla="*/ 201 w 233"/>
                  <a:gd name="T7" fmla="*/ 118 h 119"/>
                  <a:gd name="T8" fmla="*/ 192 w 233"/>
                  <a:gd name="T9" fmla="*/ 115 h 119"/>
                  <a:gd name="T10" fmla="*/ 183 w 233"/>
                  <a:gd name="T11" fmla="*/ 112 h 119"/>
                  <a:gd name="T12" fmla="*/ 171 w 233"/>
                  <a:gd name="T13" fmla="*/ 106 h 119"/>
                  <a:gd name="T14" fmla="*/ 164 w 233"/>
                  <a:gd name="T15" fmla="*/ 102 h 119"/>
                  <a:gd name="T16" fmla="*/ 158 w 233"/>
                  <a:gd name="T17" fmla="*/ 94 h 119"/>
                  <a:gd name="T18" fmla="*/ 153 w 233"/>
                  <a:gd name="T19" fmla="*/ 84 h 119"/>
                  <a:gd name="T20" fmla="*/ 149 w 233"/>
                  <a:gd name="T21" fmla="*/ 78 h 119"/>
                  <a:gd name="T22" fmla="*/ 146 w 233"/>
                  <a:gd name="T23" fmla="*/ 71 h 119"/>
                  <a:gd name="T24" fmla="*/ 134 w 233"/>
                  <a:gd name="T25" fmla="*/ 59 h 119"/>
                  <a:gd name="T26" fmla="*/ 122 w 233"/>
                  <a:gd name="T27" fmla="*/ 44 h 119"/>
                  <a:gd name="T28" fmla="*/ 113 w 233"/>
                  <a:gd name="T29" fmla="*/ 37 h 119"/>
                  <a:gd name="T30" fmla="*/ 97 w 233"/>
                  <a:gd name="T31" fmla="*/ 31 h 119"/>
                  <a:gd name="T32" fmla="*/ 85 w 233"/>
                  <a:gd name="T33" fmla="*/ 28 h 119"/>
                  <a:gd name="T34" fmla="*/ 73 w 233"/>
                  <a:gd name="T35" fmla="*/ 24 h 119"/>
                  <a:gd name="T36" fmla="*/ 64 w 233"/>
                  <a:gd name="T37" fmla="*/ 21 h 119"/>
                  <a:gd name="T38" fmla="*/ 52 w 233"/>
                  <a:gd name="T39" fmla="*/ 24 h 119"/>
                  <a:gd name="T40" fmla="*/ 39 w 233"/>
                  <a:gd name="T41" fmla="*/ 28 h 119"/>
                  <a:gd name="T42" fmla="*/ 24 w 233"/>
                  <a:gd name="T43" fmla="*/ 31 h 119"/>
                  <a:gd name="T44" fmla="*/ 15 w 233"/>
                  <a:gd name="T45" fmla="*/ 40 h 119"/>
                  <a:gd name="T46" fmla="*/ 9 w 233"/>
                  <a:gd name="T47" fmla="*/ 47 h 119"/>
                  <a:gd name="T48" fmla="*/ 0 w 233"/>
                  <a:gd name="T49" fmla="*/ 16 h 119"/>
                  <a:gd name="T50" fmla="*/ 6 w 233"/>
                  <a:gd name="T51" fmla="*/ 9 h 119"/>
                  <a:gd name="T52" fmla="*/ 21 w 233"/>
                  <a:gd name="T53" fmla="*/ 6 h 119"/>
                  <a:gd name="T54" fmla="*/ 33 w 233"/>
                  <a:gd name="T55" fmla="*/ 3 h 119"/>
                  <a:gd name="T56" fmla="*/ 49 w 233"/>
                  <a:gd name="T57" fmla="*/ 0 h 119"/>
                  <a:gd name="T58" fmla="*/ 61 w 233"/>
                  <a:gd name="T59" fmla="*/ 3 h 119"/>
                  <a:gd name="T60" fmla="*/ 73 w 233"/>
                  <a:gd name="T61" fmla="*/ 6 h 119"/>
                  <a:gd name="T62" fmla="*/ 88 w 233"/>
                  <a:gd name="T63" fmla="*/ 13 h 119"/>
                  <a:gd name="T64" fmla="*/ 100 w 233"/>
                  <a:gd name="T65" fmla="*/ 16 h 119"/>
                  <a:gd name="T66" fmla="*/ 107 w 233"/>
                  <a:gd name="T67" fmla="*/ 21 h 119"/>
                  <a:gd name="T68" fmla="*/ 118 w 233"/>
                  <a:gd name="T69" fmla="*/ 31 h 119"/>
                  <a:gd name="T70" fmla="*/ 131 w 233"/>
                  <a:gd name="T71" fmla="*/ 47 h 119"/>
                  <a:gd name="T72" fmla="*/ 143 w 233"/>
                  <a:gd name="T73" fmla="*/ 59 h 119"/>
                  <a:gd name="T74" fmla="*/ 153 w 233"/>
                  <a:gd name="T75" fmla="*/ 71 h 119"/>
                  <a:gd name="T76" fmla="*/ 158 w 233"/>
                  <a:gd name="T77" fmla="*/ 78 h 119"/>
                  <a:gd name="T78" fmla="*/ 168 w 233"/>
                  <a:gd name="T79" fmla="*/ 84 h 119"/>
                  <a:gd name="T80" fmla="*/ 177 w 233"/>
                  <a:gd name="T81" fmla="*/ 91 h 119"/>
                  <a:gd name="T82" fmla="*/ 186 w 233"/>
                  <a:gd name="T83" fmla="*/ 94 h 119"/>
                  <a:gd name="T84" fmla="*/ 199 w 233"/>
                  <a:gd name="T85" fmla="*/ 94 h 119"/>
                  <a:gd name="T86" fmla="*/ 204 w 233"/>
                  <a:gd name="T87" fmla="*/ 91 h 119"/>
                  <a:gd name="T88" fmla="*/ 214 w 233"/>
                  <a:gd name="T89" fmla="*/ 91 h 119"/>
                  <a:gd name="T90" fmla="*/ 225 w 233"/>
                  <a:gd name="T91" fmla="*/ 84 h 119"/>
                  <a:gd name="T92" fmla="*/ 232 w 233"/>
                  <a:gd name="T93" fmla="*/ 11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19">
                    <a:moveTo>
                      <a:pt x="232" y="115"/>
                    </a:moveTo>
                    <a:lnTo>
                      <a:pt x="222" y="115"/>
                    </a:lnTo>
                    <a:lnTo>
                      <a:pt x="214" y="118"/>
                    </a:lnTo>
                    <a:lnTo>
                      <a:pt x="201" y="118"/>
                    </a:lnTo>
                    <a:lnTo>
                      <a:pt x="192" y="115"/>
                    </a:lnTo>
                    <a:lnTo>
                      <a:pt x="183" y="112"/>
                    </a:lnTo>
                    <a:lnTo>
                      <a:pt x="171" y="106"/>
                    </a:lnTo>
                    <a:lnTo>
                      <a:pt x="164" y="102"/>
                    </a:lnTo>
                    <a:lnTo>
                      <a:pt x="158" y="94"/>
                    </a:lnTo>
                    <a:lnTo>
                      <a:pt x="153" y="84"/>
                    </a:lnTo>
                    <a:lnTo>
                      <a:pt x="149" y="78"/>
                    </a:lnTo>
                    <a:lnTo>
                      <a:pt x="146" y="71"/>
                    </a:lnTo>
                    <a:lnTo>
                      <a:pt x="134" y="59"/>
                    </a:lnTo>
                    <a:lnTo>
                      <a:pt x="122" y="44"/>
                    </a:lnTo>
                    <a:lnTo>
                      <a:pt x="113" y="37"/>
                    </a:lnTo>
                    <a:lnTo>
                      <a:pt x="97" y="31"/>
                    </a:lnTo>
                    <a:lnTo>
                      <a:pt x="85" y="28"/>
                    </a:lnTo>
                    <a:lnTo>
                      <a:pt x="73" y="24"/>
                    </a:lnTo>
                    <a:lnTo>
                      <a:pt x="64" y="21"/>
                    </a:lnTo>
                    <a:lnTo>
                      <a:pt x="52" y="24"/>
                    </a:lnTo>
                    <a:lnTo>
                      <a:pt x="39" y="28"/>
                    </a:lnTo>
                    <a:lnTo>
                      <a:pt x="24" y="31"/>
                    </a:lnTo>
                    <a:lnTo>
                      <a:pt x="15" y="40"/>
                    </a:lnTo>
                    <a:lnTo>
                      <a:pt x="9" y="47"/>
                    </a:lnTo>
                    <a:lnTo>
                      <a:pt x="0" y="16"/>
                    </a:lnTo>
                    <a:lnTo>
                      <a:pt x="6" y="9"/>
                    </a:lnTo>
                    <a:lnTo>
                      <a:pt x="21" y="6"/>
                    </a:lnTo>
                    <a:lnTo>
                      <a:pt x="33" y="3"/>
                    </a:lnTo>
                    <a:lnTo>
                      <a:pt x="49" y="0"/>
                    </a:lnTo>
                    <a:lnTo>
                      <a:pt x="61" y="3"/>
                    </a:lnTo>
                    <a:lnTo>
                      <a:pt x="73" y="6"/>
                    </a:lnTo>
                    <a:lnTo>
                      <a:pt x="88" y="13"/>
                    </a:lnTo>
                    <a:lnTo>
                      <a:pt x="100" y="16"/>
                    </a:lnTo>
                    <a:lnTo>
                      <a:pt x="107" y="21"/>
                    </a:lnTo>
                    <a:lnTo>
                      <a:pt x="118" y="31"/>
                    </a:lnTo>
                    <a:lnTo>
                      <a:pt x="131" y="47"/>
                    </a:lnTo>
                    <a:lnTo>
                      <a:pt x="143" y="59"/>
                    </a:lnTo>
                    <a:lnTo>
                      <a:pt x="153" y="71"/>
                    </a:lnTo>
                    <a:lnTo>
                      <a:pt x="158" y="78"/>
                    </a:lnTo>
                    <a:lnTo>
                      <a:pt x="168" y="84"/>
                    </a:lnTo>
                    <a:lnTo>
                      <a:pt x="177" y="91"/>
                    </a:lnTo>
                    <a:lnTo>
                      <a:pt x="186" y="94"/>
                    </a:lnTo>
                    <a:lnTo>
                      <a:pt x="199" y="94"/>
                    </a:lnTo>
                    <a:lnTo>
                      <a:pt x="204" y="91"/>
                    </a:lnTo>
                    <a:lnTo>
                      <a:pt x="214" y="91"/>
                    </a:lnTo>
                    <a:lnTo>
                      <a:pt x="225" y="84"/>
                    </a:lnTo>
                    <a:lnTo>
                      <a:pt x="232" y="11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7" name="Freeform 11"/>
              <p:cNvSpPr>
                <a:spLocks/>
              </p:cNvSpPr>
              <p:nvPr/>
            </p:nvSpPr>
            <p:spPr bwMode="ltGray">
              <a:xfrm>
                <a:off x="1852" y="147"/>
                <a:ext cx="232" cy="114"/>
              </a:xfrm>
              <a:custGeom>
                <a:avLst/>
                <a:gdLst>
                  <a:gd name="T0" fmla="*/ 231 w 232"/>
                  <a:gd name="T1" fmla="*/ 110 h 114"/>
                  <a:gd name="T2" fmla="*/ 221 w 232"/>
                  <a:gd name="T3" fmla="*/ 113 h 114"/>
                  <a:gd name="T4" fmla="*/ 213 w 232"/>
                  <a:gd name="T5" fmla="*/ 113 h 114"/>
                  <a:gd name="T6" fmla="*/ 201 w 232"/>
                  <a:gd name="T7" fmla="*/ 113 h 114"/>
                  <a:gd name="T8" fmla="*/ 191 w 232"/>
                  <a:gd name="T9" fmla="*/ 113 h 114"/>
                  <a:gd name="T10" fmla="*/ 183 w 232"/>
                  <a:gd name="T11" fmla="*/ 110 h 114"/>
                  <a:gd name="T12" fmla="*/ 170 w 232"/>
                  <a:gd name="T13" fmla="*/ 104 h 114"/>
                  <a:gd name="T14" fmla="*/ 167 w 232"/>
                  <a:gd name="T15" fmla="*/ 102 h 114"/>
                  <a:gd name="T16" fmla="*/ 158 w 232"/>
                  <a:gd name="T17" fmla="*/ 92 h 114"/>
                  <a:gd name="T18" fmla="*/ 155 w 232"/>
                  <a:gd name="T19" fmla="*/ 82 h 114"/>
                  <a:gd name="T20" fmla="*/ 148 w 232"/>
                  <a:gd name="T21" fmla="*/ 77 h 114"/>
                  <a:gd name="T22" fmla="*/ 145 w 232"/>
                  <a:gd name="T23" fmla="*/ 71 h 114"/>
                  <a:gd name="T24" fmla="*/ 133 w 232"/>
                  <a:gd name="T25" fmla="*/ 56 h 114"/>
                  <a:gd name="T26" fmla="*/ 122 w 232"/>
                  <a:gd name="T27" fmla="*/ 43 h 114"/>
                  <a:gd name="T28" fmla="*/ 112 w 232"/>
                  <a:gd name="T29" fmla="*/ 36 h 114"/>
                  <a:gd name="T30" fmla="*/ 100 w 232"/>
                  <a:gd name="T31" fmla="*/ 31 h 114"/>
                  <a:gd name="T32" fmla="*/ 85 w 232"/>
                  <a:gd name="T33" fmla="*/ 25 h 114"/>
                  <a:gd name="T34" fmla="*/ 76 w 232"/>
                  <a:gd name="T35" fmla="*/ 21 h 114"/>
                  <a:gd name="T36" fmla="*/ 64 w 232"/>
                  <a:gd name="T37" fmla="*/ 21 h 114"/>
                  <a:gd name="T38" fmla="*/ 54 w 232"/>
                  <a:gd name="T39" fmla="*/ 21 h 114"/>
                  <a:gd name="T40" fmla="*/ 39 w 232"/>
                  <a:gd name="T41" fmla="*/ 25 h 114"/>
                  <a:gd name="T42" fmla="*/ 24 w 232"/>
                  <a:gd name="T43" fmla="*/ 31 h 114"/>
                  <a:gd name="T44" fmla="*/ 15 w 232"/>
                  <a:gd name="T45" fmla="*/ 36 h 114"/>
                  <a:gd name="T46" fmla="*/ 9 w 232"/>
                  <a:gd name="T47" fmla="*/ 46 h 114"/>
                  <a:gd name="T48" fmla="*/ 0 w 232"/>
                  <a:gd name="T49" fmla="*/ 15 h 114"/>
                  <a:gd name="T50" fmla="*/ 9 w 232"/>
                  <a:gd name="T51" fmla="*/ 10 h 114"/>
                  <a:gd name="T52" fmla="*/ 21 w 232"/>
                  <a:gd name="T53" fmla="*/ 3 h 114"/>
                  <a:gd name="T54" fmla="*/ 33 w 232"/>
                  <a:gd name="T55" fmla="*/ 0 h 114"/>
                  <a:gd name="T56" fmla="*/ 48 w 232"/>
                  <a:gd name="T57" fmla="*/ 0 h 114"/>
                  <a:gd name="T58" fmla="*/ 64 w 232"/>
                  <a:gd name="T59" fmla="*/ 0 h 114"/>
                  <a:gd name="T60" fmla="*/ 72 w 232"/>
                  <a:gd name="T61" fmla="*/ 3 h 114"/>
                  <a:gd name="T62" fmla="*/ 87 w 232"/>
                  <a:gd name="T63" fmla="*/ 10 h 114"/>
                  <a:gd name="T64" fmla="*/ 100 w 232"/>
                  <a:gd name="T65" fmla="*/ 15 h 114"/>
                  <a:gd name="T66" fmla="*/ 106 w 232"/>
                  <a:gd name="T67" fmla="*/ 18 h 114"/>
                  <a:gd name="T68" fmla="*/ 118 w 232"/>
                  <a:gd name="T69" fmla="*/ 31 h 114"/>
                  <a:gd name="T70" fmla="*/ 130 w 232"/>
                  <a:gd name="T71" fmla="*/ 43 h 114"/>
                  <a:gd name="T72" fmla="*/ 143 w 232"/>
                  <a:gd name="T73" fmla="*/ 58 h 114"/>
                  <a:gd name="T74" fmla="*/ 152 w 232"/>
                  <a:gd name="T75" fmla="*/ 67 h 114"/>
                  <a:gd name="T76" fmla="*/ 158 w 232"/>
                  <a:gd name="T77" fmla="*/ 77 h 114"/>
                  <a:gd name="T78" fmla="*/ 167 w 232"/>
                  <a:gd name="T79" fmla="*/ 82 h 114"/>
                  <a:gd name="T80" fmla="*/ 179 w 232"/>
                  <a:gd name="T81" fmla="*/ 86 h 114"/>
                  <a:gd name="T82" fmla="*/ 185 w 232"/>
                  <a:gd name="T83" fmla="*/ 89 h 114"/>
                  <a:gd name="T84" fmla="*/ 198 w 232"/>
                  <a:gd name="T85" fmla="*/ 89 h 114"/>
                  <a:gd name="T86" fmla="*/ 206 w 232"/>
                  <a:gd name="T87" fmla="*/ 89 h 114"/>
                  <a:gd name="T88" fmla="*/ 213 w 232"/>
                  <a:gd name="T89" fmla="*/ 86 h 114"/>
                  <a:gd name="T90" fmla="*/ 224 w 232"/>
                  <a:gd name="T91" fmla="*/ 79 h 114"/>
                  <a:gd name="T92" fmla="*/ 231 w 232"/>
                  <a:gd name="T93" fmla="*/ 11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2" h="114">
                    <a:moveTo>
                      <a:pt x="231" y="110"/>
                    </a:moveTo>
                    <a:lnTo>
                      <a:pt x="221" y="113"/>
                    </a:lnTo>
                    <a:lnTo>
                      <a:pt x="213" y="113"/>
                    </a:lnTo>
                    <a:lnTo>
                      <a:pt x="201" y="113"/>
                    </a:lnTo>
                    <a:lnTo>
                      <a:pt x="191" y="113"/>
                    </a:lnTo>
                    <a:lnTo>
                      <a:pt x="183" y="110"/>
                    </a:lnTo>
                    <a:lnTo>
                      <a:pt x="170" y="104"/>
                    </a:lnTo>
                    <a:lnTo>
                      <a:pt x="167" y="102"/>
                    </a:lnTo>
                    <a:lnTo>
                      <a:pt x="158" y="92"/>
                    </a:lnTo>
                    <a:lnTo>
                      <a:pt x="155" y="82"/>
                    </a:lnTo>
                    <a:lnTo>
                      <a:pt x="148" y="77"/>
                    </a:lnTo>
                    <a:lnTo>
                      <a:pt x="145" y="71"/>
                    </a:lnTo>
                    <a:lnTo>
                      <a:pt x="133" y="56"/>
                    </a:lnTo>
                    <a:lnTo>
                      <a:pt x="122" y="43"/>
                    </a:lnTo>
                    <a:lnTo>
                      <a:pt x="112" y="36"/>
                    </a:lnTo>
                    <a:lnTo>
                      <a:pt x="100" y="31"/>
                    </a:lnTo>
                    <a:lnTo>
                      <a:pt x="85" y="25"/>
                    </a:lnTo>
                    <a:lnTo>
                      <a:pt x="76" y="21"/>
                    </a:lnTo>
                    <a:lnTo>
                      <a:pt x="64" y="21"/>
                    </a:lnTo>
                    <a:lnTo>
                      <a:pt x="54" y="21"/>
                    </a:lnTo>
                    <a:lnTo>
                      <a:pt x="39" y="25"/>
                    </a:lnTo>
                    <a:lnTo>
                      <a:pt x="24" y="31"/>
                    </a:lnTo>
                    <a:lnTo>
                      <a:pt x="15" y="36"/>
                    </a:lnTo>
                    <a:lnTo>
                      <a:pt x="9" y="46"/>
                    </a:lnTo>
                    <a:lnTo>
                      <a:pt x="0" y="15"/>
                    </a:lnTo>
                    <a:lnTo>
                      <a:pt x="9" y="10"/>
                    </a:lnTo>
                    <a:lnTo>
                      <a:pt x="21" y="3"/>
                    </a:lnTo>
                    <a:lnTo>
                      <a:pt x="33" y="0"/>
                    </a:lnTo>
                    <a:lnTo>
                      <a:pt x="48" y="0"/>
                    </a:lnTo>
                    <a:lnTo>
                      <a:pt x="64" y="0"/>
                    </a:lnTo>
                    <a:lnTo>
                      <a:pt x="72" y="3"/>
                    </a:lnTo>
                    <a:lnTo>
                      <a:pt x="87" y="10"/>
                    </a:lnTo>
                    <a:lnTo>
                      <a:pt x="100" y="15"/>
                    </a:lnTo>
                    <a:lnTo>
                      <a:pt x="106" y="18"/>
                    </a:lnTo>
                    <a:lnTo>
                      <a:pt x="118" y="31"/>
                    </a:lnTo>
                    <a:lnTo>
                      <a:pt x="130" y="43"/>
                    </a:lnTo>
                    <a:lnTo>
                      <a:pt x="143" y="58"/>
                    </a:lnTo>
                    <a:lnTo>
                      <a:pt x="152" y="67"/>
                    </a:lnTo>
                    <a:lnTo>
                      <a:pt x="158" y="77"/>
                    </a:lnTo>
                    <a:lnTo>
                      <a:pt x="167" y="82"/>
                    </a:lnTo>
                    <a:lnTo>
                      <a:pt x="179" y="86"/>
                    </a:lnTo>
                    <a:lnTo>
                      <a:pt x="185" y="89"/>
                    </a:lnTo>
                    <a:lnTo>
                      <a:pt x="198" y="89"/>
                    </a:lnTo>
                    <a:lnTo>
                      <a:pt x="206" y="89"/>
                    </a:lnTo>
                    <a:lnTo>
                      <a:pt x="213" y="86"/>
                    </a:lnTo>
                    <a:lnTo>
                      <a:pt x="224" y="79"/>
                    </a:lnTo>
                    <a:lnTo>
                      <a:pt x="231" y="11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8" name="Freeform 12"/>
              <p:cNvSpPr>
                <a:spLocks/>
              </p:cNvSpPr>
              <p:nvPr/>
            </p:nvSpPr>
            <p:spPr bwMode="ltGray">
              <a:xfrm>
                <a:off x="151" y="121"/>
                <a:ext cx="233" cy="120"/>
              </a:xfrm>
              <a:custGeom>
                <a:avLst/>
                <a:gdLst>
                  <a:gd name="T0" fmla="*/ 232 w 233"/>
                  <a:gd name="T1" fmla="*/ 116 h 120"/>
                  <a:gd name="T2" fmla="*/ 223 w 233"/>
                  <a:gd name="T3" fmla="*/ 116 h 120"/>
                  <a:gd name="T4" fmla="*/ 214 w 233"/>
                  <a:gd name="T5" fmla="*/ 119 h 120"/>
                  <a:gd name="T6" fmla="*/ 204 w 233"/>
                  <a:gd name="T7" fmla="*/ 119 h 120"/>
                  <a:gd name="T8" fmla="*/ 193 w 233"/>
                  <a:gd name="T9" fmla="*/ 116 h 120"/>
                  <a:gd name="T10" fmla="*/ 183 w 233"/>
                  <a:gd name="T11" fmla="*/ 112 h 120"/>
                  <a:gd name="T12" fmla="*/ 174 w 233"/>
                  <a:gd name="T13" fmla="*/ 106 h 120"/>
                  <a:gd name="T14" fmla="*/ 168 w 233"/>
                  <a:gd name="T15" fmla="*/ 103 h 120"/>
                  <a:gd name="T16" fmla="*/ 158 w 233"/>
                  <a:gd name="T17" fmla="*/ 94 h 120"/>
                  <a:gd name="T18" fmla="*/ 156 w 233"/>
                  <a:gd name="T19" fmla="*/ 85 h 120"/>
                  <a:gd name="T20" fmla="*/ 150 w 233"/>
                  <a:gd name="T21" fmla="*/ 78 h 120"/>
                  <a:gd name="T22" fmla="*/ 147 w 233"/>
                  <a:gd name="T23" fmla="*/ 72 h 120"/>
                  <a:gd name="T24" fmla="*/ 137 w 233"/>
                  <a:gd name="T25" fmla="*/ 60 h 120"/>
                  <a:gd name="T26" fmla="*/ 122 w 233"/>
                  <a:gd name="T27" fmla="*/ 44 h 120"/>
                  <a:gd name="T28" fmla="*/ 116 w 233"/>
                  <a:gd name="T29" fmla="*/ 38 h 120"/>
                  <a:gd name="T30" fmla="*/ 101 w 233"/>
                  <a:gd name="T31" fmla="*/ 31 h 120"/>
                  <a:gd name="T32" fmla="*/ 86 w 233"/>
                  <a:gd name="T33" fmla="*/ 25 h 120"/>
                  <a:gd name="T34" fmla="*/ 76 w 233"/>
                  <a:gd name="T35" fmla="*/ 22 h 120"/>
                  <a:gd name="T36" fmla="*/ 67 w 233"/>
                  <a:gd name="T37" fmla="*/ 22 h 120"/>
                  <a:gd name="T38" fmla="*/ 55 w 233"/>
                  <a:gd name="T39" fmla="*/ 22 h 120"/>
                  <a:gd name="T40" fmla="*/ 40 w 233"/>
                  <a:gd name="T41" fmla="*/ 28 h 120"/>
                  <a:gd name="T42" fmla="*/ 25 w 233"/>
                  <a:gd name="T43" fmla="*/ 31 h 120"/>
                  <a:gd name="T44" fmla="*/ 18 w 233"/>
                  <a:gd name="T45" fmla="*/ 41 h 120"/>
                  <a:gd name="T46" fmla="*/ 12 w 233"/>
                  <a:gd name="T47" fmla="*/ 47 h 120"/>
                  <a:gd name="T48" fmla="*/ 0 w 233"/>
                  <a:gd name="T49" fmla="*/ 16 h 120"/>
                  <a:gd name="T50" fmla="*/ 10 w 233"/>
                  <a:gd name="T51" fmla="*/ 10 h 120"/>
                  <a:gd name="T52" fmla="*/ 21 w 233"/>
                  <a:gd name="T53" fmla="*/ 7 h 120"/>
                  <a:gd name="T54" fmla="*/ 36 w 233"/>
                  <a:gd name="T55" fmla="*/ 3 h 120"/>
                  <a:gd name="T56" fmla="*/ 49 w 233"/>
                  <a:gd name="T57" fmla="*/ 0 h 120"/>
                  <a:gd name="T58" fmla="*/ 64 w 233"/>
                  <a:gd name="T59" fmla="*/ 3 h 120"/>
                  <a:gd name="T60" fmla="*/ 76 w 233"/>
                  <a:gd name="T61" fmla="*/ 7 h 120"/>
                  <a:gd name="T62" fmla="*/ 89 w 233"/>
                  <a:gd name="T63" fmla="*/ 13 h 120"/>
                  <a:gd name="T64" fmla="*/ 101 w 233"/>
                  <a:gd name="T65" fmla="*/ 16 h 120"/>
                  <a:gd name="T66" fmla="*/ 107 w 233"/>
                  <a:gd name="T67" fmla="*/ 22 h 120"/>
                  <a:gd name="T68" fmla="*/ 119 w 233"/>
                  <a:gd name="T69" fmla="*/ 31 h 120"/>
                  <a:gd name="T70" fmla="*/ 132 w 233"/>
                  <a:gd name="T71" fmla="*/ 47 h 120"/>
                  <a:gd name="T72" fmla="*/ 143 w 233"/>
                  <a:gd name="T73" fmla="*/ 60 h 120"/>
                  <a:gd name="T74" fmla="*/ 153 w 233"/>
                  <a:gd name="T75" fmla="*/ 72 h 120"/>
                  <a:gd name="T76" fmla="*/ 158 w 233"/>
                  <a:gd name="T77" fmla="*/ 78 h 120"/>
                  <a:gd name="T78" fmla="*/ 171 w 233"/>
                  <a:gd name="T79" fmla="*/ 85 h 120"/>
                  <a:gd name="T80" fmla="*/ 180 w 233"/>
                  <a:gd name="T81" fmla="*/ 91 h 120"/>
                  <a:gd name="T82" fmla="*/ 189 w 233"/>
                  <a:gd name="T83" fmla="*/ 94 h 120"/>
                  <a:gd name="T84" fmla="*/ 199 w 233"/>
                  <a:gd name="T85" fmla="*/ 94 h 120"/>
                  <a:gd name="T86" fmla="*/ 208 w 233"/>
                  <a:gd name="T87" fmla="*/ 91 h 120"/>
                  <a:gd name="T88" fmla="*/ 214 w 233"/>
                  <a:gd name="T89" fmla="*/ 91 h 120"/>
                  <a:gd name="T90" fmla="*/ 226 w 233"/>
                  <a:gd name="T91" fmla="*/ 85 h 120"/>
                  <a:gd name="T92" fmla="*/ 232 w 233"/>
                  <a:gd name="T93" fmla="*/ 1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3" h="120">
                    <a:moveTo>
                      <a:pt x="232" y="116"/>
                    </a:moveTo>
                    <a:lnTo>
                      <a:pt x="223" y="116"/>
                    </a:lnTo>
                    <a:lnTo>
                      <a:pt x="214" y="119"/>
                    </a:lnTo>
                    <a:lnTo>
                      <a:pt x="204" y="119"/>
                    </a:lnTo>
                    <a:lnTo>
                      <a:pt x="193" y="116"/>
                    </a:lnTo>
                    <a:lnTo>
                      <a:pt x="183" y="112"/>
                    </a:lnTo>
                    <a:lnTo>
                      <a:pt x="174" y="106"/>
                    </a:lnTo>
                    <a:lnTo>
                      <a:pt x="168" y="103"/>
                    </a:lnTo>
                    <a:lnTo>
                      <a:pt x="158" y="94"/>
                    </a:lnTo>
                    <a:lnTo>
                      <a:pt x="156" y="85"/>
                    </a:lnTo>
                    <a:lnTo>
                      <a:pt x="150" y="78"/>
                    </a:lnTo>
                    <a:lnTo>
                      <a:pt x="147" y="72"/>
                    </a:lnTo>
                    <a:lnTo>
                      <a:pt x="137" y="60"/>
                    </a:lnTo>
                    <a:lnTo>
                      <a:pt x="122" y="44"/>
                    </a:lnTo>
                    <a:lnTo>
                      <a:pt x="116" y="38"/>
                    </a:lnTo>
                    <a:lnTo>
                      <a:pt x="101" y="31"/>
                    </a:lnTo>
                    <a:lnTo>
                      <a:pt x="86" y="25"/>
                    </a:lnTo>
                    <a:lnTo>
                      <a:pt x="76" y="22"/>
                    </a:lnTo>
                    <a:lnTo>
                      <a:pt x="67" y="22"/>
                    </a:lnTo>
                    <a:lnTo>
                      <a:pt x="55" y="22"/>
                    </a:lnTo>
                    <a:lnTo>
                      <a:pt x="40" y="28"/>
                    </a:lnTo>
                    <a:lnTo>
                      <a:pt x="25" y="31"/>
                    </a:lnTo>
                    <a:lnTo>
                      <a:pt x="18" y="41"/>
                    </a:lnTo>
                    <a:lnTo>
                      <a:pt x="12" y="47"/>
                    </a:lnTo>
                    <a:lnTo>
                      <a:pt x="0" y="16"/>
                    </a:lnTo>
                    <a:lnTo>
                      <a:pt x="10" y="10"/>
                    </a:lnTo>
                    <a:lnTo>
                      <a:pt x="21" y="7"/>
                    </a:lnTo>
                    <a:lnTo>
                      <a:pt x="36" y="3"/>
                    </a:lnTo>
                    <a:lnTo>
                      <a:pt x="49" y="0"/>
                    </a:lnTo>
                    <a:lnTo>
                      <a:pt x="64" y="3"/>
                    </a:lnTo>
                    <a:lnTo>
                      <a:pt x="76" y="7"/>
                    </a:lnTo>
                    <a:lnTo>
                      <a:pt x="89" y="13"/>
                    </a:lnTo>
                    <a:lnTo>
                      <a:pt x="101" y="16"/>
                    </a:lnTo>
                    <a:lnTo>
                      <a:pt x="107" y="22"/>
                    </a:lnTo>
                    <a:lnTo>
                      <a:pt x="119" y="31"/>
                    </a:lnTo>
                    <a:lnTo>
                      <a:pt x="132" y="47"/>
                    </a:lnTo>
                    <a:lnTo>
                      <a:pt x="143" y="60"/>
                    </a:lnTo>
                    <a:lnTo>
                      <a:pt x="153" y="72"/>
                    </a:lnTo>
                    <a:lnTo>
                      <a:pt x="158" y="78"/>
                    </a:lnTo>
                    <a:lnTo>
                      <a:pt x="171" y="85"/>
                    </a:lnTo>
                    <a:lnTo>
                      <a:pt x="180" y="91"/>
                    </a:lnTo>
                    <a:lnTo>
                      <a:pt x="189" y="94"/>
                    </a:lnTo>
                    <a:lnTo>
                      <a:pt x="199" y="94"/>
                    </a:lnTo>
                    <a:lnTo>
                      <a:pt x="208" y="91"/>
                    </a:lnTo>
                    <a:lnTo>
                      <a:pt x="214" y="91"/>
                    </a:lnTo>
                    <a:lnTo>
                      <a:pt x="226" y="85"/>
                    </a:lnTo>
                    <a:lnTo>
                      <a:pt x="232" y="11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69" name="Freeform 13"/>
              <p:cNvSpPr>
                <a:spLocks/>
              </p:cNvSpPr>
              <p:nvPr/>
            </p:nvSpPr>
            <p:spPr bwMode="ltGray">
              <a:xfrm>
                <a:off x="1756" y="3890"/>
                <a:ext cx="228" cy="116"/>
              </a:xfrm>
              <a:custGeom>
                <a:avLst/>
                <a:gdLst>
                  <a:gd name="T0" fmla="*/ 227 w 228"/>
                  <a:gd name="T1" fmla="*/ 112 h 116"/>
                  <a:gd name="T2" fmla="*/ 220 w 228"/>
                  <a:gd name="T3" fmla="*/ 115 h 116"/>
                  <a:gd name="T4" fmla="*/ 209 w 228"/>
                  <a:gd name="T5" fmla="*/ 115 h 116"/>
                  <a:gd name="T6" fmla="*/ 200 w 228"/>
                  <a:gd name="T7" fmla="*/ 115 h 116"/>
                  <a:gd name="T8" fmla="*/ 187 w 228"/>
                  <a:gd name="T9" fmla="*/ 112 h 116"/>
                  <a:gd name="T10" fmla="*/ 179 w 228"/>
                  <a:gd name="T11" fmla="*/ 108 h 116"/>
                  <a:gd name="T12" fmla="*/ 169 w 228"/>
                  <a:gd name="T13" fmla="*/ 105 h 116"/>
                  <a:gd name="T14" fmla="*/ 164 w 228"/>
                  <a:gd name="T15" fmla="*/ 100 h 116"/>
                  <a:gd name="T16" fmla="*/ 157 w 228"/>
                  <a:gd name="T17" fmla="*/ 90 h 116"/>
                  <a:gd name="T18" fmla="*/ 151 w 228"/>
                  <a:gd name="T19" fmla="*/ 84 h 116"/>
                  <a:gd name="T20" fmla="*/ 148 w 228"/>
                  <a:gd name="T21" fmla="*/ 77 h 116"/>
                  <a:gd name="T22" fmla="*/ 145 w 228"/>
                  <a:gd name="T23" fmla="*/ 72 h 116"/>
                  <a:gd name="T24" fmla="*/ 133 w 228"/>
                  <a:gd name="T25" fmla="*/ 56 h 116"/>
                  <a:gd name="T26" fmla="*/ 118 w 228"/>
                  <a:gd name="T27" fmla="*/ 41 h 116"/>
                  <a:gd name="T28" fmla="*/ 112 w 228"/>
                  <a:gd name="T29" fmla="*/ 35 h 116"/>
                  <a:gd name="T30" fmla="*/ 96 w 228"/>
                  <a:gd name="T31" fmla="*/ 31 h 116"/>
                  <a:gd name="T32" fmla="*/ 84 w 228"/>
                  <a:gd name="T33" fmla="*/ 25 h 116"/>
                  <a:gd name="T34" fmla="*/ 73 w 228"/>
                  <a:gd name="T35" fmla="*/ 22 h 116"/>
                  <a:gd name="T36" fmla="*/ 63 w 228"/>
                  <a:gd name="T37" fmla="*/ 19 h 116"/>
                  <a:gd name="T38" fmla="*/ 51 w 228"/>
                  <a:gd name="T39" fmla="*/ 22 h 116"/>
                  <a:gd name="T40" fmla="*/ 36 w 228"/>
                  <a:gd name="T41" fmla="*/ 25 h 116"/>
                  <a:gd name="T42" fmla="*/ 21 w 228"/>
                  <a:gd name="T43" fmla="*/ 31 h 116"/>
                  <a:gd name="T44" fmla="*/ 15 w 228"/>
                  <a:gd name="T45" fmla="*/ 38 h 116"/>
                  <a:gd name="T46" fmla="*/ 9 w 228"/>
                  <a:gd name="T47" fmla="*/ 43 h 116"/>
                  <a:gd name="T48" fmla="*/ 0 w 228"/>
                  <a:gd name="T49" fmla="*/ 13 h 116"/>
                  <a:gd name="T50" fmla="*/ 6 w 228"/>
                  <a:gd name="T51" fmla="*/ 10 h 116"/>
                  <a:gd name="T52" fmla="*/ 21 w 228"/>
                  <a:gd name="T53" fmla="*/ 4 h 116"/>
                  <a:gd name="T54" fmla="*/ 33 w 228"/>
                  <a:gd name="T55" fmla="*/ 0 h 116"/>
                  <a:gd name="T56" fmla="*/ 48 w 228"/>
                  <a:gd name="T57" fmla="*/ 0 h 116"/>
                  <a:gd name="T58" fmla="*/ 61 w 228"/>
                  <a:gd name="T59" fmla="*/ 0 h 116"/>
                  <a:gd name="T60" fmla="*/ 73 w 228"/>
                  <a:gd name="T61" fmla="*/ 4 h 116"/>
                  <a:gd name="T62" fmla="*/ 88 w 228"/>
                  <a:gd name="T63" fmla="*/ 10 h 116"/>
                  <a:gd name="T64" fmla="*/ 96 w 228"/>
                  <a:gd name="T65" fmla="*/ 13 h 116"/>
                  <a:gd name="T66" fmla="*/ 103 w 228"/>
                  <a:gd name="T67" fmla="*/ 19 h 116"/>
                  <a:gd name="T68" fmla="*/ 118 w 228"/>
                  <a:gd name="T69" fmla="*/ 31 h 116"/>
                  <a:gd name="T70" fmla="*/ 130 w 228"/>
                  <a:gd name="T71" fmla="*/ 43 h 116"/>
                  <a:gd name="T72" fmla="*/ 139 w 228"/>
                  <a:gd name="T73" fmla="*/ 56 h 116"/>
                  <a:gd name="T74" fmla="*/ 148 w 228"/>
                  <a:gd name="T75" fmla="*/ 69 h 116"/>
                  <a:gd name="T76" fmla="*/ 157 w 228"/>
                  <a:gd name="T77" fmla="*/ 74 h 116"/>
                  <a:gd name="T78" fmla="*/ 166 w 228"/>
                  <a:gd name="T79" fmla="*/ 84 h 116"/>
                  <a:gd name="T80" fmla="*/ 175 w 228"/>
                  <a:gd name="T81" fmla="*/ 87 h 116"/>
                  <a:gd name="T82" fmla="*/ 184 w 228"/>
                  <a:gd name="T83" fmla="*/ 90 h 116"/>
                  <a:gd name="T84" fmla="*/ 194 w 228"/>
                  <a:gd name="T85" fmla="*/ 90 h 116"/>
                  <a:gd name="T86" fmla="*/ 202 w 228"/>
                  <a:gd name="T87" fmla="*/ 90 h 116"/>
                  <a:gd name="T88" fmla="*/ 209 w 228"/>
                  <a:gd name="T89" fmla="*/ 87 h 116"/>
                  <a:gd name="T90" fmla="*/ 220 w 228"/>
                  <a:gd name="T91" fmla="*/ 81 h 116"/>
                  <a:gd name="T92" fmla="*/ 227 w 228"/>
                  <a:gd name="T9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8" h="116">
                    <a:moveTo>
                      <a:pt x="227" y="112"/>
                    </a:moveTo>
                    <a:lnTo>
                      <a:pt x="220" y="115"/>
                    </a:lnTo>
                    <a:lnTo>
                      <a:pt x="209" y="115"/>
                    </a:lnTo>
                    <a:lnTo>
                      <a:pt x="200" y="115"/>
                    </a:lnTo>
                    <a:lnTo>
                      <a:pt x="187" y="112"/>
                    </a:lnTo>
                    <a:lnTo>
                      <a:pt x="179" y="108"/>
                    </a:lnTo>
                    <a:lnTo>
                      <a:pt x="169" y="105"/>
                    </a:lnTo>
                    <a:lnTo>
                      <a:pt x="164" y="100"/>
                    </a:lnTo>
                    <a:lnTo>
                      <a:pt x="157" y="90"/>
                    </a:lnTo>
                    <a:lnTo>
                      <a:pt x="151" y="84"/>
                    </a:lnTo>
                    <a:lnTo>
                      <a:pt x="148" y="77"/>
                    </a:lnTo>
                    <a:lnTo>
                      <a:pt x="145" y="72"/>
                    </a:lnTo>
                    <a:lnTo>
                      <a:pt x="133" y="56"/>
                    </a:lnTo>
                    <a:lnTo>
                      <a:pt x="118" y="41"/>
                    </a:lnTo>
                    <a:lnTo>
                      <a:pt x="112" y="35"/>
                    </a:lnTo>
                    <a:lnTo>
                      <a:pt x="96" y="31"/>
                    </a:lnTo>
                    <a:lnTo>
                      <a:pt x="84" y="25"/>
                    </a:lnTo>
                    <a:lnTo>
                      <a:pt x="73" y="22"/>
                    </a:lnTo>
                    <a:lnTo>
                      <a:pt x="63" y="19"/>
                    </a:lnTo>
                    <a:lnTo>
                      <a:pt x="51" y="22"/>
                    </a:lnTo>
                    <a:lnTo>
                      <a:pt x="36" y="25"/>
                    </a:lnTo>
                    <a:lnTo>
                      <a:pt x="21" y="31"/>
                    </a:lnTo>
                    <a:lnTo>
                      <a:pt x="15" y="38"/>
                    </a:lnTo>
                    <a:lnTo>
                      <a:pt x="9" y="43"/>
                    </a:lnTo>
                    <a:lnTo>
                      <a:pt x="0" y="13"/>
                    </a:lnTo>
                    <a:lnTo>
                      <a:pt x="6" y="10"/>
                    </a:lnTo>
                    <a:lnTo>
                      <a:pt x="21" y="4"/>
                    </a:lnTo>
                    <a:lnTo>
                      <a:pt x="33" y="0"/>
                    </a:lnTo>
                    <a:lnTo>
                      <a:pt x="48" y="0"/>
                    </a:lnTo>
                    <a:lnTo>
                      <a:pt x="61" y="0"/>
                    </a:lnTo>
                    <a:lnTo>
                      <a:pt x="73" y="4"/>
                    </a:lnTo>
                    <a:lnTo>
                      <a:pt x="88" y="10"/>
                    </a:lnTo>
                    <a:lnTo>
                      <a:pt x="96" y="13"/>
                    </a:lnTo>
                    <a:lnTo>
                      <a:pt x="103" y="19"/>
                    </a:lnTo>
                    <a:lnTo>
                      <a:pt x="118" y="31"/>
                    </a:lnTo>
                    <a:lnTo>
                      <a:pt x="130" y="43"/>
                    </a:lnTo>
                    <a:lnTo>
                      <a:pt x="139" y="56"/>
                    </a:lnTo>
                    <a:lnTo>
                      <a:pt x="148" y="69"/>
                    </a:lnTo>
                    <a:lnTo>
                      <a:pt x="157" y="74"/>
                    </a:lnTo>
                    <a:lnTo>
                      <a:pt x="166" y="84"/>
                    </a:lnTo>
                    <a:lnTo>
                      <a:pt x="175" y="87"/>
                    </a:lnTo>
                    <a:lnTo>
                      <a:pt x="184" y="90"/>
                    </a:lnTo>
                    <a:lnTo>
                      <a:pt x="194" y="90"/>
                    </a:lnTo>
                    <a:lnTo>
                      <a:pt x="202" y="90"/>
                    </a:lnTo>
                    <a:lnTo>
                      <a:pt x="209" y="87"/>
                    </a:lnTo>
                    <a:lnTo>
                      <a:pt x="220" y="81"/>
                    </a:lnTo>
                    <a:lnTo>
                      <a:pt x="227" y="112"/>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0" name="Freeform 14"/>
              <p:cNvSpPr>
                <a:spLocks/>
              </p:cNvSpPr>
              <p:nvPr/>
            </p:nvSpPr>
            <p:spPr bwMode="ltGray">
              <a:xfrm>
                <a:off x="5489" y="3411"/>
                <a:ext cx="228" cy="116"/>
              </a:xfrm>
              <a:custGeom>
                <a:avLst/>
                <a:gdLst>
                  <a:gd name="T0" fmla="*/ 227 w 228"/>
                  <a:gd name="T1" fmla="*/ 3 h 116"/>
                  <a:gd name="T2" fmla="*/ 220 w 228"/>
                  <a:gd name="T3" fmla="*/ 3 h 116"/>
                  <a:gd name="T4" fmla="*/ 209 w 228"/>
                  <a:gd name="T5" fmla="*/ 0 h 116"/>
                  <a:gd name="T6" fmla="*/ 200 w 228"/>
                  <a:gd name="T7" fmla="*/ 0 h 116"/>
                  <a:gd name="T8" fmla="*/ 190 w 228"/>
                  <a:gd name="T9" fmla="*/ 3 h 116"/>
                  <a:gd name="T10" fmla="*/ 179 w 228"/>
                  <a:gd name="T11" fmla="*/ 6 h 116"/>
                  <a:gd name="T12" fmla="*/ 169 w 228"/>
                  <a:gd name="T13" fmla="*/ 9 h 116"/>
                  <a:gd name="T14" fmla="*/ 164 w 228"/>
                  <a:gd name="T15" fmla="*/ 16 h 116"/>
                  <a:gd name="T16" fmla="*/ 157 w 228"/>
                  <a:gd name="T17" fmla="*/ 24 h 116"/>
                  <a:gd name="T18" fmla="*/ 151 w 228"/>
                  <a:gd name="T19" fmla="*/ 34 h 116"/>
                  <a:gd name="T20" fmla="*/ 148 w 228"/>
                  <a:gd name="T21" fmla="*/ 40 h 116"/>
                  <a:gd name="T22" fmla="*/ 145 w 228"/>
                  <a:gd name="T23" fmla="*/ 47 h 116"/>
                  <a:gd name="T24" fmla="*/ 133 w 228"/>
                  <a:gd name="T25" fmla="*/ 58 h 116"/>
                  <a:gd name="T26" fmla="*/ 118 w 228"/>
                  <a:gd name="T27" fmla="*/ 74 h 116"/>
                  <a:gd name="T28" fmla="*/ 112 w 228"/>
                  <a:gd name="T29" fmla="*/ 78 h 116"/>
                  <a:gd name="T30" fmla="*/ 96 w 228"/>
                  <a:gd name="T31" fmla="*/ 87 h 116"/>
                  <a:gd name="T32" fmla="*/ 84 w 228"/>
                  <a:gd name="T33" fmla="*/ 90 h 116"/>
                  <a:gd name="T34" fmla="*/ 73 w 228"/>
                  <a:gd name="T35" fmla="*/ 94 h 116"/>
                  <a:gd name="T36" fmla="*/ 63 w 228"/>
                  <a:gd name="T37" fmla="*/ 96 h 116"/>
                  <a:gd name="T38" fmla="*/ 51 w 228"/>
                  <a:gd name="T39" fmla="*/ 94 h 116"/>
                  <a:gd name="T40" fmla="*/ 36 w 228"/>
                  <a:gd name="T41" fmla="*/ 90 h 116"/>
                  <a:gd name="T42" fmla="*/ 21 w 228"/>
                  <a:gd name="T43" fmla="*/ 84 h 116"/>
                  <a:gd name="T44" fmla="*/ 15 w 228"/>
                  <a:gd name="T45" fmla="*/ 78 h 116"/>
                  <a:gd name="T46" fmla="*/ 9 w 228"/>
                  <a:gd name="T47" fmla="*/ 71 h 116"/>
                  <a:gd name="T48" fmla="*/ 0 w 228"/>
                  <a:gd name="T49" fmla="*/ 102 h 116"/>
                  <a:gd name="T50" fmla="*/ 6 w 228"/>
                  <a:gd name="T51" fmla="*/ 109 h 116"/>
                  <a:gd name="T52" fmla="*/ 18 w 228"/>
                  <a:gd name="T53" fmla="*/ 112 h 116"/>
                  <a:gd name="T54" fmla="*/ 33 w 228"/>
                  <a:gd name="T55" fmla="*/ 115 h 116"/>
                  <a:gd name="T56" fmla="*/ 48 w 228"/>
                  <a:gd name="T57" fmla="*/ 115 h 116"/>
                  <a:gd name="T58" fmla="*/ 61 w 228"/>
                  <a:gd name="T59" fmla="*/ 115 h 116"/>
                  <a:gd name="T60" fmla="*/ 73 w 228"/>
                  <a:gd name="T61" fmla="*/ 112 h 116"/>
                  <a:gd name="T62" fmla="*/ 88 w 228"/>
                  <a:gd name="T63" fmla="*/ 109 h 116"/>
                  <a:gd name="T64" fmla="*/ 96 w 228"/>
                  <a:gd name="T65" fmla="*/ 102 h 116"/>
                  <a:gd name="T66" fmla="*/ 103 w 228"/>
                  <a:gd name="T67" fmla="*/ 96 h 116"/>
                  <a:gd name="T68" fmla="*/ 118 w 228"/>
                  <a:gd name="T69" fmla="*/ 84 h 116"/>
                  <a:gd name="T70" fmla="*/ 130 w 228"/>
                  <a:gd name="T71" fmla="*/ 71 h 116"/>
                  <a:gd name="T72" fmla="*/ 139 w 228"/>
                  <a:gd name="T73" fmla="*/ 58 h 116"/>
                  <a:gd name="T74" fmla="*/ 148 w 228"/>
                  <a:gd name="T75" fmla="*/ 47 h 116"/>
                  <a:gd name="T76" fmla="*/ 157 w 228"/>
                  <a:gd name="T77" fmla="*/ 40 h 116"/>
                  <a:gd name="T78" fmla="*/ 166 w 228"/>
                  <a:gd name="T79" fmla="*/ 34 h 116"/>
                  <a:gd name="T80" fmla="*/ 175 w 228"/>
                  <a:gd name="T81" fmla="*/ 27 h 116"/>
                  <a:gd name="T82" fmla="*/ 184 w 228"/>
                  <a:gd name="T83" fmla="*/ 24 h 116"/>
                  <a:gd name="T84" fmla="*/ 194 w 228"/>
                  <a:gd name="T85" fmla="*/ 24 h 116"/>
                  <a:gd name="T86" fmla="*/ 202 w 228"/>
                  <a:gd name="T87" fmla="*/ 24 h 116"/>
                  <a:gd name="T88" fmla="*/ 209 w 228"/>
                  <a:gd name="T89" fmla="*/ 27 h 116"/>
                  <a:gd name="T90" fmla="*/ 220 w 228"/>
                  <a:gd name="T91" fmla="*/ 34 h 116"/>
                  <a:gd name="T92" fmla="*/ 227 w 228"/>
                  <a:gd name="T93" fmla="*/ 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8" h="116">
                    <a:moveTo>
                      <a:pt x="227" y="3"/>
                    </a:moveTo>
                    <a:lnTo>
                      <a:pt x="220" y="3"/>
                    </a:lnTo>
                    <a:lnTo>
                      <a:pt x="209" y="0"/>
                    </a:lnTo>
                    <a:lnTo>
                      <a:pt x="200" y="0"/>
                    </a:lnTo>
                    <a:lnTo>
                      <a:pt x="190" y="3"/>
                    </a:lnTo>
                    <a:lnTo>
                      <a:pt x="179" y="6"/>
                    </a:lnTo>
                    <a:lnTo>
                      <a:pt x="169" y="9"/>
                    </a:lnTo>
                    <a:lnTo>
                      <a:pt x="164" y="16"/>
                    </a:lnTo>
                    <a:lnTo>
                      <a:pt x="157" y="24"/>
                    </a:lnTo>
                    <a:lnTo>
                      <a:pt x="151" y="34"/>
                    </a:lnTo>
                    <a:lnTo>
                      <a:pt x="148" y="40"/>
                    </a:lnTo>
                    <a:lnTo>
                      <a:pt x="145" y="47"/>
                    </a:lnTo>
                    <a:lnTo>
                      <a:pt x="133" y="58"/>
                    </a:lnTo>
                    <a:lnTo>
                      <a:pt x="118" y="74"/>
                    </a:lnTo>
                    <a:lnTo>
                      <a:pt x="112" y="78"/>
                    </a:lnTo>
                    <a:lnTo>
                      <a:pt x="96" y="87"/>
                    </a:lnTo>
                    <a:lnTo>
                      <a:pt x="84" y="90"/>
                    </a:lnTo>
                    <a:lnTo>
                      <a:pt x="73" y="94"/>
                    </a:lnTo>
                    <a:lnTo>
                      <a:pt x="63" y="96"/>
                    </a:lnTo>
                    <a:lnTo>
                      <a:pt x="51" y="94"/>
                    </a:lnTo>
                    <a:lnTo>
                      <a:pt x="36" y="90"/>
                    </a:lnTo>
                    <a:lnTo>
                      <a:pt x="21" y="84"/>
                    </a:lnTo>
                    <a:lnTo>
                      <a:pt x="15" y="78"/>
                    </a:lnTo>
                    <a:lnTo>
                      <a:pt x="9" y="71"/>
                    </a:lnTo>
                    <a:lnTo>
                      <a:pt x="0" y="102"/>
                    </a:lnTo>
                    <a:lnTo>
                      <a:pt x="6" y="109"/>
                    </a:lnTo>
                    <a:lnTo>
                      <a:pt x="18" y="112"/>
                    </a:lnTo>
                    <a:lnTo>
                      <a:pt x="33" y="115"/>
                    </a:lnTo>
                    <a:lnTo>
                      <a:pt x="48" y="115"/>
                    </a:lnTo>
                    <a:lnTo>
                      <a:pt x="61" y="115"/>
                    </a:lnTo>
                    <a:lnTo>
                      <a:pt x="73" y="112"/>
                    </a:lnTo>
                    <a:lnTo>
                      <a:pt x="88" y="109"/>
                    </a:lnTo>
                    <a:lnTo>
                      <a:pt x="96" y="102"/>
                    </a:lnTo>
                    <a:lnTo>
                      <a:pt x="103" y="96"/>
                    </a:lnTo>
                    <a:lnTo>
                      <a:pt x="118" y="84"/>
                    </a:lnTo>
                    <a:lnTo>
                      <a:pt x="130" y="71"/>
                    </a:lnTo>
                    <a:lnTo>
                      <a:pt x="139" y="58"/>
                    </a:lnTo>
                    <a:lnTo>
                      <a:pt x="148" y="47"/>
                    </a:lnTo>
                    <a:lnTo>
                      <a:pt x="157" y="40"/>
                    </a:lnTo>
                    <a:lnTo>
                      <a:pt x="166" y="34"/>
                    </a:lnTo>
                    <a:lnTo>
                      <a:pt x="175" y="27"/>
                    </a:lnTo>
                    <a:lnTo>
                      <a:pt x="184" y="24"/>
                    </a:lnTo>
                    <a:lnTo>
                      <a:pt x="194" y="24"/>
                    </a:lnTo>
                    <a:lnTo>
                      <a:pt x="202" y="24"/>
                    </a:lnTo>
                    <a:lnTo>
                      <a:pt x="209" y="27"/>
                    </a:lnTo>
                    <a:lnTo>
                      <a:pt x="220" y="34"/>
                    </a:lnTo>
                    <a:lnTo>
                      <a:pt x="227"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1" name="Freeform 15"/>
              <p:cNvSpPr>
                <a:spLocks/>
              </p:cNvSpPr>
              <p:nvPr/>
            </p:nvSpPr>
            <p:spPr bwMode="ltGray">
              <a:xfrm>
                <a:off x="5442" y="2855"/>
                <a:ext cx="66" cy="61"/>
              </a:xfrm>
              <a:custGeom>
                <a:avLst/>
                <a:gdLst>
                  <a:gd name="T0" fmla="*/ 21 w 66"/>
                  <a:gd name="T1" fmla="*/ 0 h 61"/>
                  <a:gd name="T2" fmla="*/ 0 w 66"/>
                  <a:gd name="T3" fmla="*/ 39 h 61"/>
                  <a:gd name="T4" fmla="*/ 41 w 66"/>
                  <a:gd name="T5" fmla="*/ 60 h 61"/>
                  <a:gd name="T6" fmla="*/ 65 w 66"/>
                  <a:gd name="T7" fmla="*/ 20 h 61"/>
                  <a:gd name="T8" fmla="*/ 21 w 66"/>
                  <a:gd name="T9" fmla="*/ 0 h 61"/>
                </a:gdLst>
                <a:ahLst/>
                <a:cxnLst>
                  <a:cxn ang="0">
                    <a:pos x="T0" y="T1"/>
                  </a:cxn>
                  <a:cxn ang="0">
                    <a:pos x="T2" y="T3"/>
                  </a:cxn>
                  <a:cxn ang="0">
                    <a:pos x="T4" y="T5"/>
                  </a:cxn>
                  <a:cxn ang="0">
                    <a:pos x="T6" y="T7"/>
                  </a:cxn>
                  <a:cxn ang="0">
                    <a:pos x="T8" y="T9"/>
                  </a:cxn>
                </a:cxnLst>
                <a:rect l="0" t="0" r="r" b="b"/>
                <a:pathLst>
                  <a:path w="66" h="61">
                    <a:moveTo>
                      <a:pt x="21" y="0"/>
                    </a:moveTo>
                    <a:lnTo>
                      <a:pt x="0" y="39"/>
                    </a:lnTo>
                    <a:lnTo>
                      <a:pt x="41" y="60"/>
                    </a:lnTo>
                    <a:lnTo>
                      <a:pt x="65" y="20"/>
                    </a:lnTo>
                    <a:lnTo>
                      <a:pt x="2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2" name="Freeform 16"/>
              <p:cNvSpPr>
                <a:spLocks/>
              </p:cNvSpPr>
              <p:nvPr/>
            </p:nvSpPr>
            <p:spPr bwMode="ltGray">
              <a:xfrm>
                <a:off x="3764" y="4046"/>
                <a:ext cx="61" cy="65"/>
              </a:xfrm>
              <a:custGeom>
                <a:avLst/>
                <a:gdLst>
                  <a:gd name="T0" fmla="*/ 20 w 61"/>
                  <a:gd name="T1" fmla="*/ 0 h 65"/>
                  <a:gd name="T2" fmla="*/ 0 w 61"/>
                  <a:gd name="T3" fmla="*/ 44 h 65"/>
                  <a:gd name="T4" fmla="*/ 40 w 61"/>
                  <a:gd name="T5" fmla="*/ 64 h 65"/>
                  <a:gd name="T6" fmla="*/ 60 w 61"/>
                  <a:gd name="T7" fmla="*/ 20 h 65"/>
                  <a:gd name="T8" fmla="*/ 20 w 61"/>
                  <a:gd name="T9" fmla="*/ 0 h 65"/>
                </a:gdLst>
                <a:ahLst/>
                <a:cxnLst>
                  <a:cxn ang="0">
                    <a:pos x="T0" y="T1"/>
                  </a:cxn>
                  <a:cxn ang="0">
                    <a:pos x="T2" y="T3"/>
                  </a:cxn>
                  <a:cxn ang="0">
                    <a:pos x="T4" y="T5"/>
                  </a:cxn>
                  <a:cxn ang="0">
                    <a:pos x="T6" y="T7"/>
                  </a:cxn>
                  <a:cxn ang="0">
                    <a:pos x="T8" y="T9"/>
                  </a:cxn>
                </a:cxnLst>
                <a:rect l="0" t="0" r="r" b="b"/>
                <a:pathLst>
                  <a:path w="61" h="65">
                    <a:moveTo>
                      <a:pt x="20" y="0"/>
                    </a:moveTo>
                    <a:lnTo>
                      <a:pt x="0" y="44"/>
                    </a:lnTo>
                    <a:lnTo>
                      <a:pt x="40" y="64"/>
                    </a:lnTo>
                    <a:lnTo>
                      <a:pt x="60" y="20"/>
                    </a:lnTo>
                    <a:lnTo>
                      <a:pt x="2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3" name="Freeform 17"/>
              <p:cNvSpPr>
                <a:spLocks/>
              </p:cNvSpPr>
              <p:nvPr/>
            </p:nvSpPr>
            <p:spPr bwMode="ltGray">
              <a:xfrm>
                <a:off x="500" y="541"/>
                <a:ext cx="57" cy="65"/>
              </a:xfrm>
              <a:custGeom>
                <a:avLst/>
                <a:gdLst>
                  <a:gd name="T0" fmla="*/ 18 w 57"/>
                  <a:gd name="T1" fmla="*/ 0 h 65"/>
                  <a:gd name="T2" fmla="*/ 0 w 57"/>
                  <a:gd name="T3" fmla="*/ 44 h 65"/>
                  <a:gd name="T4" fmla="*/ 38 w 57"/>
                  <a:gd name="T5" fmla="*/ 64 h 65"/>
                  <a:gd name="T6" fmla="*/ 56 w 57"/>
                  <a:gd name="T7" fmla="*/ 23 h 65"/>
                  <a:gd name="T8" fmla="*/ 18 w 57"/>
                  <a:gd name="T9" fmla="*/ 0 h 65"/>
                </a:gdLst>
                <a:ahLst/>
                <a:cxnLst>
                  <a:cxn ang="0">
                    <a:pos x="T0" y="T1"/>
                  </a:cxn>
                  <a:cxn ang="0">
                    <a:pos x="T2" y="T3"/>
                  </a:cxn>
                  <a:cxn ang="0">
                    <a:pos x="T4" y="T5"/>
                  </a:cxn>
                  <a:cxn ang="0">
                    <a:pos x="T6" y="T7"/>
                  </a:cxn>
                  <a:cxn ang="0">
                    <a:pos x="T8" y="T9"/>
                  </a:cxn>
                </a:cxnLst>
                <a:rect l="0" t="0" r="r" b="b"/>
                <a:pathLst>
                  <a:path w="57" h="65">
                    <a:moveTo>
                      <a:pt x="18" y="0"/>
                    </a:moveTo>
                    <a:lnTo>
                      <a:pt x="0" y="44"/>
                    </a:lnTo>
                    <a:lnTo>
                      <a:pt x="38" y="64"/>
                    </a:lnTo>
                    <a:lnTo>
                      <a:pt x="56" y="23"/>
                    </a:lnTo>
                    <a:lnTo>
                      <a:pt x="1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4" name="Freeform 18"/>
              <p:cNvSpPr>
                <a:spLocks/>
              </p:cNvSpPr>
              <p:nvPr/>
            </p:nvSpPr>
            <p:spPr bwMode="ltGray">
              <a:xfrm>
                <a:off x="2644" y="186"/>
                <a:ext cx="57" cy="102"/>
              </a:xfrm>
              <a:custGeom>
                <a:avLst/>
                <a:gdLst>
                  <a:gd name="T0" fmla="*/ 16 w 57"/>
                  <a:gd name="T1" fmla="*/ 0 h 102"/>
                  <a:gd name="T2" fmla="*/ 0 w 57"/>
                  <a:gd name="T3" fmla="*/ 101 h 102"/>
                  <a:gd name="T4" fmla="*/ 56 w 57"/>
                  <a:gd name="T5" fmla="*/ 49 h 102"/>
                  <a:gd name="T6" fmla="*/ 16 w 57"/>
                  <a:gd name="T7" fmla="*/ 0 h 102"/>
                </a:gdLst>
                <a:ahLst/>
                <a:cxnLst>
                  <a:cxn ang="0">
                    <a:pos x="T0" y="T1"/>
                  </a:cxn>
                  <a:cxn ang="0">
                    <a:pos x="T2" y="T3"/>
                  </a:cxn>
                  <a:cxn ang="0">
                    <a:pos x="T4" y="T5"/>
                  </a:cxn>
                  <a:cxn ang="0">
                    <a:pos x="T6" y="T7"/>
                  </a:cxn>
                </a:cxnLst>
                <a:rect l="0" t="0" r="r" b="b"/>
                <a:pathLst>
                  <a:path w="57" h="102">
                    <a:moveTo>
                      <a:pt x="16" y="0"/>
                    </a:moveTo>
                    <a:lnTo>
                      <a:pt x="0" y="101"/>
                    </a:lnTo>
                    <a:lnTo>
                      <a:pt x="56" y="49"/>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5" name="Freeform 19"/>
              <p:cNvSpPr>
                <a:spLocks/>
              </p:cNvSpPr>
              <p:nvPr/>
            </p:nvSpPr>
            <p:spPr bwMode="ltGray">
              <a:xfrm>
                <a:off x="5673" y="2034"/>
                <a:ext cx="58" cy="102"/>
              </a:xfrm>
              <a:custGeom>
                <a:avLst/>
                <a:gdLst>
                  <a:gd name="T0" fmla="*/ 16 w 58"/>
                  <a:gd name="T1" fmla="*/ 0 h 102"/>
                  <a:gd name="T2" fmla="*/ 0 w 58"/>
                  <a:gd name="T3" fmla="*/ 101 h 102"/>
                  <a:gd name="T4" fmla="*/ 57 w 58"/>
                  <a:gd name="T5" fmla="*/ 49 h 102"/>
                  <a:gd name="T6" fmla="*/ 16 w 58"/>
                  <a:gd name="T7" fmla="*/ 0 h 102"/>
                </a:gdLst>
                <a:ahLst/>
                <a:cxnLst>
                  <a:cxn ang="0">
                    <a:pos x="T0" y="T1"/>
                  </a:cxn>
                  <a:cxn ang="0">
                    <a:pos x="T2" y="T3"/>
                  </a:cxn>
                  <a:cxn ang="0">
                    <a:pos x="T4" y="T5"/>
                  </a:cxn>
                  <a:cxn ang="0">
                    <a:pos x="T6" y="T7"/>
                  </a:cxn>
                </a:cxnLst>
                <a:rect l="0" t="0" r="r" b="b"/>
                <a:pathLst>
                  <a:path w="58" h="102">
                    <a:moveTo>
                      <a:pt x="16" y="0"/>
                    </a:moveTo>
                    <a:lnTo>
                      <a:pt x="0" y="101"/>
                    </a:lnTo>
                    <a:lnTo>
                      <a:pt x="57" y="49"/>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6" name="Freeform 20"/>
              <p:cNvSpPr>
                <a:spLocks/>
              </p:cNvSpPr>
              <p:nvPr/>
            </p:nvSpPr>
            <p:spPr bwMode="ltGray">
              <a:xfrm>
                <a:off x="3478" y="3974"/>
                <a:ext cx="59" cy="104"/>
              </a:xfrm>
              <a:custGeom>
                <a:avLst/>
                <a:gdLst>
                  <a:gd name="T0" fmla="*/ 16 w 59"/>
                  <a:gd name="T1" fmla="*/ 0 h 104"/>
                  <a:gd name="T2" fmla="*/ 0 w 59"/>
                  <a:gd name="T3" fmla="*/ 103 h 104"/>
                  <a:gd name="T4" fmla="*/ 58 w 59"/>
                  <a:gd name="T5" fmla="*/ 50 h 104"/>
                  <a:gd name="T6" fmla="*/ 16 w 59"/>
                  <a:gd name="T7" fmla="*/ 0 h 104"/>
                </a:gdLst>
                <a:ahLst/>
                <a:cxnLst>
                  <a:cxn ang="0">
                    <a:pos x="T0" y="T1"/>
                  </a:cxn>
                  <a:cxn ang="0">
                    <a:pos x="T2" y="T3"/>
                  </a:cxn>
                  <a:cxn ang="0">
                    <a:pos x="T4" y="T5"/>
                  </a:cxn>
                  <a:cxn ang="0">
                    <a:pos x="T6" y="T7"/>
                  </a:cxn>
                </a:cxnLst>
                <a:rect l="0" t="0" r="r" b="b"/>
                <a:pathLst>
                  <a:path w="59" h="104">
                    <a:moveTo>
                      <a:pt x="16" y="0"/>
                    </a:moveTo>
                    <a:lnTo>
                      <a:pt x="0" y="103"/>
                    </a:lnTo>
                    <a:lnTo>
                      <a:pt x="58" y="50"/>
                    </a:lnTo>
                    <a:lnTo>
                      <a:pt x="16"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7" name="Freeform 21"/>
              <p:cNvSpPr>
                <a:spLocks/>
              </p:cNvSpPr>
              <p:nvPr/>
            </p:nvSpPr>
            <p:spPr bwMode="ltGray">
              <a:xfrm>
                <a:off x="426" y="4149"/>
                <a:ext cx="56" cy="102"/>
              </a:xfrm>
              <a:custGeom>
                <a:avLst/>
                <a:gdLst>
                  <a:gd name="T0" fmla="*/ 14 w 56"/>
                  <a:gd name="T1" fmla="*/ 0 h 102"/>
                  <a:gd name="T2" fmla="*/ 0 w 56"/>
                  <a:gd name="T3" fmla="*/ 101 h 102"/>
                  <a:gd name="T4" fmla="*/ 55 w 56"/>
                  <a:gd name="T5" fmla="*/ 49 h 102"/>
                  <a:gd name="T6" fmla="*/ 14 w 56"/>
                  <a:gd name="T7" fmla="*/ 0 h 102"/>
                </a:gdLst>
                <a:ahLst/>
                <a:cxnLst>
                  <a:cxn ang="0">
                    <a:pos x="T0" y="T1"/>
                  </a:cxn>
                  <a:cxn ang="0">
                    <a:pos x="T2" y="T3"/>
                  </a:cxn>
                  <a:cxn ang="0">
                    <a:pos x="T4" y="T5"/>
                  </a:cxn>
                  <a:cxn ang="0">
                    <a:pos x="T6" y="T7"/>
                  </a:cxn>
                </a:cxnLst>
                <a:rect l="0" t="0" r="r" b="b"/>
                <a:pathLst>
                  <a:path w="56" h="102">
                    <a:moveTo>
                      <a:pt x="14" y="0"/>
                    </a:moveTo>
                    <a:lnTo>
                      <a:pt x="0" y="101"/>
                    </a:lnTo>
                    <a:lnTo>
                      <a:pt x="55" y="49"/>
                    </a:lnTo>
                    <a:lnTo>
                      <a:pt x="14"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8" name="Freeform 22"/>
              <p:cNvSpPr>
                <a:spLocks/>
              </p:cNvSpPr>
              <p:nvPr/>
            </p:nvSpPr>
            <p:spPr bwMode="ltGray">
              <a:xfrm>
                <a:off x="1604" y="4043"/>
                <a:ext cx="57" cy="102"/>
              </a:xfrm>
              <a:custGeom>
                <a:avLst/>
                <a:gdLst>
                  <a:gd name="T0" fmla="*/ 16 w 57"/>
                  <a:gd name="T1" fmla="*/ 101 h 102"/>
                  <a:gd name="T2" fmla="*/ 0 w 57"/>
                  <a:gd name="T3" fmla="*/ 0 h 102"/>
                  <a:gd name="T4" fmla="*/ 56 w 57"/>
                  <a:gd name="T5" fmla="*/ 51 h 102"/>
                  <a:gd name="T6" fmla="*/ 16 w 57"/>
                  <a:gd name="T7" fmla="*/ 101 h 102"/>
                </a:gdLst>
                <a:ahLst/>
                <a:cxnLst>
                  <a:cxn ang="0">
                    <a:pos x="T0" y="T1"/>
                  </a:cxn>
                  <a:cxn ang="0">
                    <a:pos x="T2" y="T3"/>
                  </a:cxn>
                  <a:cxn ang="0">
                    <a:pos x="T4" y="T5"/>
                  </a:cxn>
                  <a:cxn ang="0">
                    <a:pos x="T6" y="T7"/>
                  </a:cxn>
                </a:cxnLst>
                <a:rect l="0" t="0" r="r" b="b"/>
                <a:pathLst>
                  <a:path w="57" h="102">
                    <a:moveTo>
                      <a:pt x="16" y="101"/>
                    </a:moveTo>
                    <a:lnTo>
                      <a:pt x="0" y="0"/>
                    </a:lnTo>
                    <a:lnTo>
                      <a:pt x="56" y="51"/>
                    </a:lnTo>
                    <a:lnTo>
                      <a:pt x="16"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79" name="Freeform 23"/>
              <p:cNvSpPr>
                <a:spLocks/>
              </p:cNvSpPr>
              <p:nvPr/>
            </p:nvSpPr>
            <p:spPr bwMode="ltGray">
              <a:xfrm>
                <a:off x="5453" y="1573"/>
                <a:ext cx="46" cy="88"/>
              </a:xfrm>
              <a:custGeom>
                <a:avLst/>
                <a:gdLst>
                  <a:gd name="T0" fmla="*/ 27 w 46"/>
                  <a:gd name="T1" fmla="*/ 87 h 88"/>
                  <a:gd name="T2" fmla="*/ 45 w 46"/>
                  <a:gd name="T3" fmla="*/ 46 h 88"/>
                  <a:gd name="T4" fmla="*/ 18 w 46"/>
                  <a:gd name="T5" fmla="*/ 0 h 88"/>
                  <a:gd name="T6" fmla="*/ 0 w 46"/>
                  <a:gd name="T7" fmla="*/ 49 h 88"/>
                  <a:gd name="T8" fmla="*/ 27 w 46"/>
                  <a:gd name="T9" fmla="*/ 87 h 88"/>
                </a:gdLst>
                <a:ahLst/>
                <a:cxnLst>
                  <a:cxn ang="0">
                    <a:pos x="T0" y="T1"/>
                  </a:cxn>
                  <a:cxn ang="0">
                    <a:pos x="T2" y="T3"/>
                  </a:cxn>
                  <a:cxn ang="0">
                    <a:pos x="T4" y="T5"/>
                  </a:cxn>
                  <a:cxn ang="0">
                    <a:pos x="T6" y="T7"/>
                  </a:cxn>
                  <a:cxn ang="0">
                    <a:pos x="T8" y="T9"/>
                  </a:cxn>
                </a:cxnLst>
                <a:rect l="0" t="0" r="r" b="b"/>
                <a:pathLst>
                  <a:path w="46" h="88">
                    <a:moveTo>
                      <a:pt x="27" y="87"/>
                    </a:moveTo>
                    <a:lnTo>
                      <a:pt x="45" y="46"/>
                    </a:lnTo>
                    <a:lnTo>
                      <a:pt x="18" y="0"/>
                    </a:lnTo>
                    <a:lnTo>
                      <a:pt x="0" y="49"/>
                    </a:lnTo>
                    <a:lnTo>
                      <a:pt x="27" y="87"/>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0" name="Freeform 24"/>
              <p:cNvSpPr>
                <a:spLocks/>
              </p:cNvSpPr>
              <p:nvPr/>
            </p:nvSpPr>
            <p:spPr bwMode="ltGray">
              <a:xfrm>
                <a:off x="5571" y="3729"/>
                <a:ext cx="47" cy="85"/>
              </a:xfrm>
              <a:custGeom>
                <a:avLst/>
                <a:gdLst>
                  <a:gd name="T0" fmla="*/ 19 w 47"/>
                  <a:gd name="T1" fmla="*/ 84 h 85"/>
                  <a:gd name="T2" fmla="*/ 0 w 47"/>
                  <a:gd name="T3" fmla="*/ 45 h 85"/>
                  <a:gd name="T4" fmla="*/ 27 w 47"/>
                  <a:gd name="T5" fmla="*/ 0 h 85"/>
                  <a:gd name="T6" fmla="*/ 46 w 47"/>
                  <a:gd name="T7" fmla="*/ 45 h 85"/>
                  <a:gd name="T8" fmla="*/ 19 w 47"/>
                  <a:gd name="T9" fmla="*/ 84 h 85"/>
                </a:gdLst>
                <a:ahLst/>
                <a:cxnLst>
                  <a:cxn ang="0">
                    <a:pos x="T0" y="T1"/>
                  </a:cxn>
                  <a:cxn ang="0">
                    <a:pos x="T2" y="T3"/>
                  </a:cxn>
                  <a:cxn ang="0">
                    <a:pos x="T4" y="T5"/>
                  </a:cxn>
                  <a:cxn ang="0">
                    <a:pos x="T6" y="T7"/>
                  </a:cxn>
                  <a:cxn ang="0">
                    <a:pos x="T8" y="T9"/>
                  </a:cxn>
                </a:cxnLst>
                <a:rect l="0" t="0" r="r" b="b"/>
                <a:pathLst>
                  <a:path w="47" h="85">
                    <a:moveTo>
                      <a:pt x="19" y="84"/>
                    </a:moveTo>
                    <a:lnTo>
                      <a:pt x="0" y="45"/>
                    </a:lnTo>
                    <a:lnTo>
                      <a:pt x="27" y="0"/>
                    </a:lnTo>
                    <a:lnTo>
                      <a:pt x="46" y="45"/>
                    </a:lnTo>
                    <a:lnTo>
                      <a:pt x="19" y="8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1" name="Freeform 25"/>
              <p:cNvSpPr>
                <a:spLocks/>
              </p:cNvSpPr>
              <p:nvPr/>
            </p:nvSpPr>
            <p:spPr bwMode="ltGray">
              <a:xfrm>
                <a:off x="5394" y="746"/>
                <a:ext cx="45" cy="86"/>
              </a:xfrm>
              <a:custGeom>
                <a:avLst/>
                <a:gdLst>
                  <a:gd name="T0" fmla="*/ 18 w 45"/>
                  <a:gd name="T1" fmla="*/ 85 h 86"/>
                  <a:gd name="T2" fmla="*/ 0 w 45"/>
                  <a:gd name="T3" fmla="*/ 45 h 86"/>
                  <a:gd name="T4" fmla="*/ 26 w 45"/>
                  <a:gd name="T5" fmla="*/ 0 h 86"/>
                  <a:gd name="T6" fmla="*/ 44 w 45"/>
                  <a:gd name="T7" fmla="*/ 49 h 86"/>
                  <a:gd name="T8" fmla="*/ 18 w 45"/>
                  <a:gd name="T9" fmla="*/ 85 h 86"/>
                </a:gdLst>
                <a:ahLst/>
                <a:cxnLst>
                  <a:cxn ang="0">
                    <a:pos x="T0" y="T1"/>
                  </a:cxn>
                  <a:cxn ang="0">
                    <a:pos x="T2" y="T3"/>
                  </a:cxn>
                  <a:cxn ang="0">
                    <a:pos x="T4" y="T5"/>
                  </a:cxn>
                  <a:cxn ang="0">
                    <a:pos x="T6" y="T7"/>
                  </a:cxn>
                  <a:cxn ang="0">
                    <a:pos x="T8" y="T9"/>
                  </a:cxn>
                </a:cxnLst>
                <a:rect l="0" t="0" r="r" b="b"/>
                <a:pathLst>
                  <a:path w="45" h="86">
                    <a:moveTo>
                      <a:pt x="18" y="85"/>
                    </a:moveTo>
                    <a:lnTo>
                      <a:pt x="0" y="45"/>
                    </a:lnTo>
                    <a:lnTo>
                      <a:pt x="26" y="0"/>
                    </a:lnTo>
                    <a:lnTo>
                      <a:pt x="44" y="49"/>
                    </a:lnTo>
                    <a:lnTo>
                      <a:pt x="18" y="8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2" name="Freeform 26"/>
              <p:cNvSpPr>
                <a:spLocks/>
              </p:cNvSpPr>
              <p:nvPr/>
            </p:nvSpPr>
            <p:spPr bwMode="ltGray">
              <a:xfrm>
                <a:off x="5394" y="746"/>
                <a:ext cx="45" cy="86"/>
              </a:xfrm>
              <a:custGeom>
                <a:avLst/>
                <a:gdLst>
                  <a:gd name="T0" fmla="*/ 18 w 45"/>
                  <a:gd name="T1" fmla="*/ 85 h 86"/>
                  <a:gd name="T2" fmla="*/ 0 w 45"/>
                  <a:gd name="T3" fmla="*/ 45 h 86"/>
                  <a:gd name="T4" fmla="*/ 26 w 45"/>
                  <a:gd name="T5" fmla="*/ 0 h 86"/>
                  <a:gd name="T6" fmla="*/ 44 w 45"/>
                  <a:gd name="T7" fmla="*/ 49 h 86"/>
                  <a:gd name="T8" fmla="*/ 18 w 45"/>
                  <a:gd name="T9" fmla="*/ 85 h 86"/>
                </a:gdLst>
                <a:ahLst/>
                <a:cxnLst>
                  <a:cxn ang="0">
                    <a:pos x="T0" y="T1"/>
                  </a:cxn>
                  <a:cxn ang="0">
                    <a:pos x="T2" y="T3"/>
                  </a:cxn>
                  <a:cxn ang="0">
                    <a:pos x="T4" y="T5"/>
                  </a:cxn>
                  <a:cxn ang="0">
                    <a:pos x="T6" y="T7"/>
                  </a:cxn>
                  <a:cxn ang="0">
                    <a:pos x="T8" y="T9"/>
                  </a:cxn>
                </a:cxnLst>
                <a:rect l="0" t="0" r="r" b="b"/>
                <a:pathLst>
                  <a:path w="45" h="86">
                    <a:moveTo>
                      <a:pt x="18" y="85"/>
                    </a:moveTo>
                    <a:lnTo>
                      <a:pt x="0" y="45"/>
                    </a:lnTo>
                    <a:lnTo>
                      <a:pt x="26" y="0"/>
                    </a:lnTo>
                    <a:lnTo>
                      <a:pt x="44" y="49"/>
                    </a:lnTo>
                    <a:lnTo>
                      <a:pt x="18" y="85"/>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3" name="Freeform 27"/>
              <p:cNvSpPr>
                <a:spLocks/>
              </p:cNvSpPr>
              <p:nvPr/>
            </p:nvSpPr>
            <p:spPr bwMode="ltGray">
              <a:xfrm>
                <a:off x="4854" y="237"/>
                <a:ext cx="159" cy="72"/>
              </a:xfrm>
              <a:custGeom>
                <a:avLst/>
                <a:gdLst>
                  <a:gd name="T0" fmla="*/ 152 w 159"/>
                  <a:gd name="T1" fmla="*/ 27 h 72"/>
                  <a:gd name="T2" fmla="*/ 143 w 159"/>
                  <a:gd name="T3" fmla="*/ 24 h 72"/>
                  <a:gd name="T4" fmla="*/ 130 w 159"/>
                  <a:gd name="T5" fmla="*/ 24 h 72"/>
                  <a:gd name="T6" fmla="*/ 122 w 159"/>
                  <a:gd name="T7" fmla="*/ 27 h 72"/>
                  <a:gd name="T8" fmla="*/ 115 w 159"/>
                  <a:gd name="T9" fmla="*/ 36 h 72"/>
                  <a:gd name="T10" fmla="*/ 109 w 159"/>
                  <a:gd name="T11" fmla="*/ 44 h 72"/>
                  <a:gd name="T12" fmla="*/ 97 w 159"/>
                  <a:gd name="T13" fmla="*/ 59 h 72"/>
                  <a:gd name="T14" fmla="*/ 89 w 159"/>
                  <a:gd name="T15" fmla="*/ 68 h 72"/>
                  <a:gd name="T16" fmla="*/ 73 w 159"/>
                  <a:gd name="T17" fmla="*/ 71 h 72"/>
                  <a:gd name="T18" fmla="*/ 61 w 159"/>
                  <a:gd name="T19" fmla="*/ 68 h 72"/>
                  <a:gd name="T20" fmla="*/ 51 w 159"/>
                  <a:gd name="T21" fmla="*/ 62 h 72"/>
                  <a:gd name="T22" fmla="*/ 39 w 159"/>
                  <a:gd name="T23" fmla="*/ 56 h 72"/>
                  <a:gd name="T24" fmla="*/ 28 w 159"/>
                  <a:gd name="T25" fmla="*/ 53 h 72"/>
                  <a:gd name="T26" fmla="*/ 15 w 159"/>
                  <a:gd name="T27" fmla="*/ 53 h 72"/>
                  <a:gd name="T28" fmla="*/ 6 w 159"/>
                  <a:gd name="T29" fmla="*/ 56 h 72"/>
                  <a:gd name="T30" fmla="*/ 3 w 159"/>
                  <a:gd name="T31" fmla="*/ 51 h 72"/>
                  <a:gd name="T32" fmla="*/ 9 w 159"/>
                  <a:gd name="T33" fmla="*/ 47 h 72"/>
                  <a:gd name="T34" fmla="*/ 21 w 159"/>
                  <a:gd name="T35" fmla="*/ 44 h 72"/>
                  <a:gd name="T36" fmla="*/ 30 w 159"/>
                  <a:gd name="T37" fmla="*/ 44 h 72"/>
                  <a:gd name="T38" fmla="*/ 43 w 159"/>
                  <a:gd name="T39" fmla="*/ 53 h 72"/>
                  <a:gd name="T40" fmla="*/ 54 w 159"/>
                  <a:gd name="T41" fmla="*/ 56 h 72"/>
                  <a:gd name="T42" fmla="*/ 67 w 159"/>
                  <a:gd name="T43" fmla="*/ 59 h 72"/>
                  <a:gd name="T44" fmla="*/ 79 w 159"/>
                  <a:gd name="T45" fmla="*/ 59 h 72"/>
                  <a:gd name="T46" fmla="*/ 89 w 159"/>
                  <a:gd name="T47" fmla="*/ 56 h 72"/>
                  <a:gd name="T48" fmla="*/ 97 w 159"/>
                  <a:gd name="T49" fmla="*/ 51 h 72"/>
                  <a:gd name="T50" fmla="*/ 107 w 159"/>
                  <a:gd name="T51" fmla="*/ 39 h 72"/>
                  <a:gd name="T52" fmla="*/ 115 w 159"/>
                  <a:gd name="T53" fmla="*/ 21 h 72"/>
                  <a:gd name="T54" fmla="*/ 122 w 159"/>
                  <a:gd name="T55" fmla="*/ 6 h 72"/>
                  <a:gd name="T56" fmla="*/ 130 w 159"/>
                  <a:gd name="T57" fmla="*/ 0 h 72"/>
                  <a:gd name="T58" fmla="*/ 137 w 159"/>
                  <a:gd name="T59" fmla="*/ 0 h 72"/>
                  <a:gd name="T60" fmla="*/ 146 w 159"/>
                  <a:gd name="T61" fmla="*/ 3 h 72"/>
                  <a:gd name="T62" fmla="*/ 158 w 159"/>
                  <a:gd name="T63" fmla="*/ 3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9" h="72">
                    <a:moveTo>
                      <a:pt x="158" y="30"/>
                    </a:moveTo>
                    <a:lnTo>
                      <a:pt x="152" y="27"/>
                    </a:lnTo>
                    <a:lnTo>
                      <a:pt x="146" y="24"/>
                    </a:lnTo>
                    <a:lnTo>
                      <a:pt x="143" y="24"/>
                    </a:lnTo>
                    <a:lnTo>
                      <a:pt x="137" y="24"/>
                    </a:lnTo>
                    <a:lnTo>
                      <a:pt x="130" y="24"/>
                    </a:lnTo>
                    <a:lnTo>
                      <a:pt x="125" y="27"/>
                    </a:lnTo>
                    <a:lnTo>
                      <a:pt x="122" y="27"/>
                    </a:lnTo>
                    <a:lnTo>
                      <a:pt x="119" y="30"/>
                    </a:lnTo>
                    <a:lnTo>
                      <a:pt x="115" y="36"/>
                    </a:lnTo>
                    <a:lnTo>
                      <a:pt x="109" y="41"/>
                    </a:lnTo>
                    <a:lnTo>
                      <a:pt x="109" y="44"/>
                    </a:lnTo>
                    <a:lnTo>
                      <a:pt x="104" y="53"/>
                    </a:lnTo>
                    <a:lnTo>
                      <a:pt x="97" y="59"/>
                    </a:lnTo>
                    <a:lnTo>
                      <a:pt x="94" y="65"/>
                    </a:lnTo>
                    <a:lnTo>
                      <a:pt x="89" y="68"/>
                    </a:lnTo>
                    <a:lnTo>
                      <a:pt x="79" y="71"/>
                    </a:lnTo>
                    <a:lnTo>
                      <a:pt x="73" y="71"/>
                    </a:lnTo>
                    <a:lnTo>
                      <a:pt x="67" y="71"/>
                    </a:lnTo>
                    <a:lnTo>
                      <a:pt x="61" y="68"/>
                    </a:lnTo>
                    <a:lnTo>
                      <a:pt x="54" y="65"/>
                    </a:lnTo>
                    <a:lnTo>
                      <a:pt x="51" y="62"/>
                    </a:lnTo>
                    <a:lnTo>
                      <a:pt x="46" y="59"/>
                    </a:lnTo>
                    <a:lnTo>
                      <a:pt x="39" y="56"/>
                    </a:lnTo>
                    <a:lnTo>
                      <a:pt x="33" y="53"/>
                    </a:lnTo>
                    <a:lnTo>
                      <a:pt x="28" y="53"/>
                    </a:lnTo>
                    <a:lnTo>
                      <a:pt x="21" y="51"/>
                    </a:lnTo>
                    <a:lnTo>
                      <a:pt x="15" y="53"/>
                    </a:lnTo>
                    <a:lnTo>
                      <a:pt x="9" y="53"/>
                    </a:lnTo>
                    <a:lnTo>
                      <a:pt x="6" y="56"/>
                    </a:lnTo>
                    <a:lnTo>
                      <a:pt x="0" y="59"/>
                    </a:lnTo>
                    <a:lnTo>
                      <a:pt x="3" y="51"/>
                    </a:lnTo>
                    <a:lnTo>
                      <a:pt x="6" y="47"/>
                    </a:lnTo>
                    <a:lnTo>
                      <a:pt x="9" y="47"/>
                    </a:lnTo>
                    <a:lnTo>
                      <a:pt x="15" y="44"/>
                    </a:lnTo>
                    <a:lnTo>
                      <a:pt x="21" y="44"/>
                    </a:lnTo>
                    <a:lnTo>
                      <a:pt x="24" y="44"/>
                    </a:lnTo>
                    <a:lnTo>
                      <a:pt x="30" y="44"/>
                    </a:lnTo>
                    <a:lnTo>
                      <a:pt x="33" y="47"/>
                    </a:lnTo>
                    <a:lnTo>
                      <a:pt x="43" y="53"/>
                    </a:lnTo>
                    <a:lnTo>
                      <a:pt x="49" y="56"/>
                    </a:lnTo>
                    <a:lnTo>
                      <a:pt x="54" y="56"/>
                    </a:lnTo>
                    <a:lnTo>
                      <a:pt x="58" y="59"/>
                    </a:lnTo>
                    <a:lnTo>
                      <a:pt x="67" y="59"/>
                    </a:lnTo>
                    <a:lnTo>
                      <a:pt x="76" y="59"/>
                    </a:lnTo>
                    <a:lnTo>
                      <a:pt x="79" y="59"/>
                    </a:lnTo>
                    <a:lnTo>
                      <a:pt x="85" y="59"/>
                    </a:lnTo>
                    <a:lnTo>
                      <a:pt x="89" y="56"/>
                    </a:lnTo>
                    <a:lnTo>
                      <a:pt x="94" y="53"/>
                    </a:lnTo>
                    <a:lnTo>
                      <a:pt x="97" y="51"/>
                    </a:lnTo>
                    <a:lnTo>
                      <a:pt x="100" y="47"/>
                    </a:lnTo>
                    <a:lnTo>
                      <a:pt x="107" y="39"/>
                    </a:lnTo>
                    <a:lnTo>
                      <a:pt x="109" y="32"/>
                    </a:lnTo>
                    <a:lnTo>
                      <a:pt x="115" y="21"/>
                    </a:lnTo>
                    <a:lnTo>
                      <a:pt x="122" y="12"/>
                    </a:lnTo>
                    <a:lnTo>
                      <a:pt x="122" y="6"/>
                    </a:lnTo>
                    <a:lnTo>
                      <a:pt x="128" y="3"/>
                    </a:lnTo>
                    <a:lnTo>
                      <a:pt x="130" y="0"/>
                    </a:lnTo>
                    <a:lnTo>
                      <a:pt x="134" y="0"/>
                    </a:lnTo>
                    <a:lnTo>
                      <a:pt x="137" y="0"/>
                    </a:lnTo>
                    <a:lnTo>
                      <a:pt x="143" y="0"/>
                    </a:lnTo>
                    <a:lnTo>
                      <a:pt x="146" y="3"/>
                    </a:lnTo>
                    <a:lnTo>
                      <a:pt x="152" y="6"/>
                    </a:lnTo>
                    <a:lnTo>
                      <a:pt x="158"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4" name="Freeform 28"/>
              <p:cNvSpPr>
                <a:spLocks/>
              </p:cNvSpPr>
              <p:nvPr/>
            </p:nvSpPr>
            <p:spPr bwMode="ltGray">
              <a:xfrm>
                <a:off x="5357" y="3223"/>
                <a:ext cx="154" cy="73"/>
              </a:xfrm>
              <a:custGeom>
                <a:avLst/>
                <a:gdLst>
                  <a:gd name="T0" fmla="*/ 147 w 154"/>
                  <a:gd name="T1" fmla="*/ 27 h 73"/>
                  <a:gd name="T2" fmla="*/ 138 w 154"/>
                  <a:gd name="T3" fmla="*/ 24 h 73"/>
                  <a:gd name="T4" fmla="*/ 127 w 154"/>
                  <a:gd name="T5" fmla="*/ 24 h 73"/>
                  <a:gd name="T6" fmla="*/ 117 w 154"/>
                  <a:gd name="T7" fmla="*/ 27 h 73"/>
                  <a:gd name="T8" fmla="*/ 112 w 154"/>
                  <a:gd name="T9" fmla="*/ 36 h 73"/>
                  <a:gd name="T10" fmla="*/ 105 w 154"/>
                  <a:gd name="T11" fmla="*/ 48 h 73"/>
                  <a:gd name="T12" fmla="*/ 97 w 154"/>
                  <a:gd name="T13" fmla="*/ 60 h 73"/>
                  <a:gd name="T14" fmla="*/ 84 w 154"/>
                  <a:gd name="T15" fmla="*/ 69 h 73"/>
                  <a:gd name="T16" fmla="*/ 69 w 154"/>
                  <a:gd name="T17" fmla="*/ 72 h 73"/>
                  <a:gd name="T18" fmla="*/ 57 w 154"/>
                  <a:gd name="T19" fmla="*/ 69 h 73"/>
                  <a:gd name="T20" fmla="*/ 49 w 154"/>
                  <a:gd name="T21" fmla="*/ 63 h 73"/>
                  <a:gd name="T22" fmla="*/ 37 w 154"/>
                  <a:gd name="T23" fmla="*/ 57 h 73"/>
                  <a:gd name="T24" fmla="*/ 24 w 154"/>
                  <a:gd name="T25" fmla="*/ 54 h 73"/>
                  <a:gd name="T26" fmla="*/ 12 w 154"/>
                  <a:gd name="T27" fmla="*/ 54 h 73"/>
                  <a:gd name="T28" fmla="*/ 4 w 154"/>
                  <a:gd name="T29" fmla="*/ 57 h 73"/>
                  <a:gd name="T30" fmla="*/ 0 w 154"/>
                  <a:gd name="T31" fmla="*/ 54 h 73"/>
                  <a:gd name="T32" fmla="*/ 7 w 154"/>
                  <a:gd name="T33" fmla="*/ 48 h 73"/>
                  <a:gd name="T34" fmla="*/ 19 w 154"/>
                  <a:gd name="T35" fmla="*/ 45 h 73"/>
                  <a:gd name="T36" fmla="*/ 27 w 154"/>
                  <a:gd name="T37" fmla="*/ 48 h 73"/>
                  <a:gd name="T38" fmla="*/ 39 w 154"/>
                  <a:gd name="T39" fmla="*/ 54 h 73"/>
                  <a:gd name="T40" fmla="*/ 52 w 154"/>
                  <a:gd name="T41" fmla="*/ 60 h 73"/>
                  <a:gd name="T42" fmla="*/ 64 w 154"/>
                  <a:gd name="T43" fmla="*/ 60 h 73"/>
                  <a:gd name="T44" fmla="*/ 75 w 154"/>
                  <a:gd name="T45" fmla="*/ 60 h 73"/>
                  <a:gd name="T46" fmla="*/ 84 w 154"/>
                  <a:gd name="T47" fmla="*/ 57 h 73"/>
                  <a:gd name="T48" fmla="*/ 93 w 154"/>
                  <a:gd name="T49" fmla="*/ 51 h 73"/>
                  <a:gd name="T50" fmla="*/ 102 w 154"/>
                  <a:gd name="T51" fmla="*/ 39 h 73"/>
                  <a:gd name="T52" fmla="*/ 112 w 154"/>
                  <a:gd name="T53" fmla="*/ 22 h 73"/>
                  <a:gd name="T54" fmla="*/ 120 w 154"/>
                  <a:gd name="T55" fmla="*/ 7 h 73"/>
                  <a:gd name="T56" fmla="*/ 127 w 154"/>
                  <a:gd name="T57" fmla="*/ 0 h 73"/>
                  <a:gd name="T58" fmla="*/ 135 w 154"/>
                  <a:gd name="T59" fmla="*/ 0 h 73"/>
                  <a:gd name="T60" fmla="*/ 145 w 154"/>
                  <a:gd name="T61" fmla="*/ 3 h 73"/>
                  <a:gd name="T62" fmla="*/ 153 w 154"/>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4" h="73">
                    <a:moveTo>
                      <a:pt x="153" y="30"/>
                    </a:moveTo>
                    <a:lnTo>
                      <a:pt x="147" y="27"/>
                    </a:lnTo>
                    <a:lnTo>
                      <a:pt x="142" y="24"/>
                    </a:lnTo>
                    <a:lnTo>
                      <a:pt x="138" y="24"/>
                    </a:lnTo>
                    <a:lnTo>
                      <a:pt x="132" y="24"/>
                    </a:lnTo>
                    <a:lnTo>
                      <a:pt x="127" y="24"/>
                    </a:lnTo>
                    <a:lnTo>
                      <a:pt x="123" y="27"/>
                    </a:lnTo>
                    <a:lnTo>
                      <a:pt x="117" y="27"/>
                    </a:lnTo>
                    <a:lnTo>
                      <a:pt x="115" y="30"/>
                    </a:lnTo>
                    <a:lnTo>
                      <a:pt x="112" y="36"/>
                    </a:lnTo>
                    <a:lnTo>
                      <a:pt x="105" y="42"/>
                    </a:lnTo>
                    <a:lnTo>
                      <a:pt x="105" y="48"/>
                    </a:lnTo>
                    <a:lnTo>
                      <a:pt x="99" y="54"/>
                    </a:lnTo>
                    <a:lnTo>
                      <a:pt x="97" y="60"/>
                    </a:lnTo>
                    <a:lnTo>
                      <a:pt x="90" y="66"/>
                    </a:lnTo>
                    <a:lnTo>
                      <a:pt x="84" y="69"/>
                    </a:lnTo>
                    <a:lnTo>
                      <a:pt x="75" y="72"/>
                    </a:lnTo>
                    <a:lnTo>
                      <a:pt x="69" y="72"/>
                    </a:lnTo>
                    <a:lnTo>
                      <a:pt x="64" y="72"/>
                    </a:lnTo>
                    <a:lnTo>
                      <a:pt x="57" y="69"/>
                    </a:lnTo>
                    <a:lnTo>
                      <a:pt x="52" y="66"/>
                    </a:lnTo>
                    <a:lnTo>
                      <a:pt x="49" y="63"/>
                    </a:lnTo>
                    <a:lnTo>
                      <a:pt x="42" y="60"/>
                    </a:lnTo>
                    <a:lnTo>
                      <a:pt x="37" y="57"/>
                    </a:lnTo>
                    <a:lnTo>
                      <a:pt x="30" y="54"/>
                    </a:lnTo>
                    <a:lnTo>
                      <a:pt x="24" y="54"/>
                    </a:lnTo>
                    <a:lnTo>
                      <a:pt x="19" y="51"/>
                    </a:lnTo>
                    <a:lnTo>
                      <a:pt x="12" y="54"/>
                    </a:lnTo>
                    <a:lnTo>
                      <a:pt x="7" y="54"/>
                    </a:lnTo>
                    <a:lnTo>
                      <a:pt x="4" y="57"/>
                    </a:lnTo>
                    <a:lnTo>
                      <a:pt x="0" y="60"/>
                    </a:lnTo>
                    <a:lnTo>
                      <a:pt x="0" y="54"/>
                    </a:lnTo>
                    <a:lnTo>
                      <a:pt x="4" y="51"/>
                    </a:lnTo>
                    <a:lnTo>
                      <a:pt x="7" y="48"/>
                    </a:lnTo>
                    <a:lnTo>
                      <a:pt x="12" y="45"/>
                    </a:lnTo>
                    <a:lnTo>
                      <a:pt x="19" y="45"/>
                    </a:lnTo>
                    <a:lnTo>
                      <a:pt x="22" y="45"/>
                    </a:lnTo>
                    <a:lnTo>
                      <a:pt x="27" y="48"/>
                    </a:lnTo>
                    <a:lnTo>
                      <a:pt x="30" y="48"/>
                    </a:lnTo>
                    <a:lnTo>
                      <a:pt x="39" y="54"/>
                    </a:lnTo>
                    <a:lnTo>
                      <a:pt x="49" y="57"/>
                    </a:lnTo>
                    <a:lnTo>
                      <a:pt x="52" y="60"/>
                    </a:lnTo>
                    <a:lnTo>
                      <a:pt x="57" y="60"/>
                    </a:lnTo>
                    <a:lnTo>
                      <a:pt x="64" y="60"/>
                    </a:lnTo>
                    <a:lnTo>
                      <a:pt x="72" y="60"/>
                    </a:lnTo>
                    <a:lnTo>
                      <a:pt x="75" y="60"/>
                    </a:lnTo>
                    <a:lnTo>
                      <a:pt x="82" y="60"/>
                    </a:lnTo>
                    <a:lnTo>
                      <a:pt x="84" y="57"/>
                    </a:lnTo>
                    <a:lnTo>
                      <a:pt x="90" y="54"/>
                    </a:lnTo>
                    <a:lnTo>
                      <a:pt x="93" y="51"/>
                    </a:lnTo>
                    <a:lnTo>
                      <a:pt x="97" y="48"/>
                    </a:lnTo>
                    <a:lnTo>
                      <a:pt x="102" y="39"/>
                    </a:lnTo>
                    <a:lnTo>
                      <a:pt x="108" y="33"/>
                    </a:lnTo>
                    <a:lnTo>
                      <a:pt x="112" y="22"/>
                    </a:lnTo>
                    <a:lnTo>
                      <a:pt x="117" y="12"/>
                    </a:lnTo>
                    <a:lnTo>
                      <a:pt x="120" y="7"/>
                    </a:lnTo>
                    <a:lnTo>
                      <a:pt x="123" y="3"/>
                    </a:lnTo>
                    <a:lnTo>
                      <a:pt x="127" y="0"/>
                    </a:lnTo>
                    <a:lnTo>
                      <a:pt x="132" y="0"/>
                    </a:lnTo>
                    <a:lnTo>
                      <a:pt x="135" y="0"/>
                    </a:lnTo>
                    <a:lnTo>
                      <a:pt x="138" y="0"/>
                    </a:lnTo>
                    <a:lnTo>
                      <a:pt x="145" y="3"/>
                    </a:lnTo>
                    <a:lnTo>
                      <a:pt x="147" y="7"/>
                    </a:lnTo>
                    <a:lnTo>
                      <a:pt x="153"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5" name="Freeform 29"/>
              <p:cNvSpPr>
                <a:spLocks/>
              </p:cNvSpPr>
              <p:nvPr/>
            </p:nvSpPr>
            <p:spPr bwMode="ltGray">
              <a:xfrm>
                <a:off x="224" y="1995"/>
                <a:ext cx="157" cy="74"/>
              </a:xfrm>
              <a:custGeom>
                <a:avLst/>
                <a:gdLst>
                  <a:gd name="T0" fmla="*/ 149 w 157"/>
                  <a:gd name="T1" fmla="*/ 27 h 74"/>
                  <a:gd name="T2" fmla="*/ 141 w 157"/>
                  <a:gd name="T3" fmla="*/ 25 h 74"/>
                  <a:gd name="T4" fmla="*/ 129 w 157"/>
                  <a:gd name="T5" fmla="*/ 25 h 74"/>
                  <a:gd name="T6" fmla="*/ 120 w 157"/>
                  <a:gd name="T7" fmla="*/ 27 h 74"/>
                  <a:gd name="T8" fmla="*/ 114 w 157"/>
                  <a:gd name="T9" fmla="*/ 36 h 74"/>
                  <a:gd name="T10" fmla="*/ 105 w 157"/>
                  <a:gd name="T11" fmla="*/ 48 h 74"/>
                  <a:gd name="T12" fmla="*/ 99 w 157"/>
                  <a:gd name="T13" fmla="*/ 61 h 74"/>
                  <a:gd name="T14" fmla="*/ 84 w 157"/>
                  <a:gd name="T15" fmla="*/ 70 h 74"/>
                  <a:gd name="T16" fmla="*/ 72 w 157"/>
                  <a:gd name="T17" fmla="*/ 73 h 74"/>
                  <a:gd name="T18" fmla="*/ 60 w 157"/>
                  <a:gd name="T19" fmla="*/ 70 h 74"/>
                  <a:gd name="T20" fmla="*/ 51 w 157"/>
                  <a:gd name="T21" fmla="*/ 64 h 74"/>
                  <a:gd name="T22" fmla="*/ 39 w 157"/>
                  <a:gd name="T23" fmla="*/ 58 h 74"/>
                  <a:gd name="T24" fmla="*/ 27 w 157"/>
                  <a:gd name="T25" fmla="*/ 51 h 74"/>
                  <a:gd name="T26" fmla="*/ 15 w 157"/>
                  <a:gd name="T27" fmla="*/ 51 h 74"/>
                  <a:gd name="T28" fmla="*/ 7 w 157"/>
                  <a:gd name="T29" fmla="*/ 58 h 74"/>
                  <a:gd name="T30" fmla="*/ 3 w 157"/>
                  <a:gd name="T31" fmla="*/ 51 h 74"/>
                  <a:gd name="T32" fmla="*/ 9 w 157"/>
                  <a:gd name="T33" fmla="*/ 48 h 74"/>
                  <a:gd name="T34" fmla="*/ 21 w 157"/>
                  <a:gd name="T35" fmla="*/ 46 h 74"/>
                  <a:gd name="T36" fmla="*/ 30 w 157"/>
                  <a:gd name="T37" fmla="*/ 46 h 74"/>
                  <a:gd name="T38" fmla="*/ 42 w 157"/>
                  <a:gd name="T39" fmla="*/ 51 h 74"/>
                  <a:gd name="T40" fmla="*/ 54 w 157"/>
                  <a:gd name="T41" fmla="*/ 58 h 74"/>
                  <a:gd name="T42" fmla="*/ 66 w 157"/>
                  <a:gd name="T43" fmla="*/ 61 h 74"/>
                  <a:gd name="T44" fmla="*/ 78 w 157"/>
                  <a:gd name="T45" fmla="*/ 61 h 74"/>
                  <a:gd name="T46" fmla="*/ 87 w 157"/>
                  <a:gd name="T47" fmla="*/ 58 h 74"/>
                  <a:gd name="T48" fmla="*/ 96 w 157"/>
                  <a:gd name="T49" fmla="*/ 51 h 74"/>
                  <a:gd name="T50" fmla="*/ 105 w 157"/>
                  <a:gd name="T51" fmla="*/ 40 h 74"/>
                  <a:gd name="T52" fmla="*/ 114 w 157"/>
                  <a:gd name="T53" fmla="*/ 21 h 74"/>
                  <a:gd name="T54" fmla="*/ 120 w 157"/>
                  <a:gd name="T55" fmla="*/ 6 h 74"/>
                  <a:gd name="T56" fmla="*/ 129 w 157"/>
                  <a:gd name="T57" fmla="*/ 0 h 74"/>
                  <a:gd name="T58" fmla="*/ 135 w 157"/>
                  <a:gd name="T59" fmla="*/ 0 h 74"/>
                  <a:gd name="T60" fmla="*/ 144 w 157"/>
                  <a:gd name="T61" fmla="*/ 3 h 74"/>
                  <a:gd name="T62" fmla="*/ 156 w 157"/>
                  <a:gd name="T63" fmla="*/ 3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7" h="74">
                    <a:moveTo>
                      <a:pt x="156" y="30"/>
                    </a:moveTo>
                    <a:lnTo>
                      <a:pt x="149" y="27"/>
                    </a:lnTo>
                    <a:lnTo>
                      <a:pt x="144" y="25"/>
                    </a:lnTo>
                    <a:lnTo>
                      <a:pt x="141" y="25"/>
                    </a:lnTo>
                    <a:lnTo>
                      <a:pt x="135" y="25"/>
                    </a:lnTo>
                    <a:lnTo>
                      <a:pt x="129" y="25"/>
                    </a:lnTo>
                    <a:lnTo>
                      <a:pt x="122" y="27"/>
                    </a:lnTo>
                    <a:lnTo>
                      <a:pt x="120" y="27"/>
                    </a:lnTo>
                    <a:lnTo>
                      <a:pt x="117" y="30"/>
                    </a:lnTo>
                    <a:lnTo>
                      <a:pt x="114" y="36"/>
                    </a:lnTo>
                    <a:lnTo>
                      <a:pt x="107" y="43"/>
                    </a:lnTo>
                    <a:lnTo>
                      <a:pt x="105" y="48"/>
                    </a:lnTo>
                    <a:lnTo>
                      <a:pt x="102" y="55"/>
                    </a:lnTo>
                    <a:lnTo>
                      <a:pt x="99" y="61"/>
                    </a:lnTo>
                    <a:lnTo>
                      <a:pt x="92" y="66"/>
                    </a:lnTo>
                    <a:lnTo>
                      <a:pt x="84" y="70"/>
                    </a:lnTo>
                    <a:lnTo>
                      <a:pt x="78" y="73"/>
                    </a:lnTo>
                    <a:lnTo>
                      <a:pt x="72" y="73"/>
                    </a:lnTo>
                    <a:lnTo>
                      <a:pt x="66" y="73"/>
                    </a:lnTo>
                    <a:lnTo>
                      <a:pt x="60" y="70"/>
                    </a:lnTo>
                    <a:lnTo>
                      <a:pt x="54" y="66"/>
                    </a:lnTo>
                    <a:lnTo>
                      <a:pt x="51" y="64"/>
                    </a:lnTo>
                    <a:lnTo>
                      <a:pt x="45" y="61"/>
                    </a:lnTo>
                    <a:lnTo>
                      <a:pt x="39" y="58"/>
                    </a:lnTo>
                    <a:lnTo>
                      <a:pt x="33" y="55"/>
                    </a:lnTo>
                    <a:lnTo>
                      <a:pt x="27" y="51"/>
                    </a:lnTo>
                    <a:lnTo>
                      <a:pt x="21" y="51"/>
                    </a:lnTo>
                    <a:lnTo>
                      <a:pt x="15" y="51"/>
                    </a:lnTo>
                    <a:lnTo>
                      <a:pt x="9" y="55"/>
                    </a:lnTo>
                    <a:lnTo>
                      <a:pt x="7" y="58"/>
                    </a:lnTo>
                    <a:lnTo>
                      <a:pt x="0" y="58"/>
                    </a:lnTo>
                    <a:lnTo>
                      <a:pt x="3" y="51"/>
                    </a:lnTo>
                    <a:lnTo>
                      <a:pt x="7" y="48"/>
                    </a:lnTo>
                    <a:lnTo>
                      <a:pt x="9" y="48"/>
                    </a:lnTo>
                    <a:lnTo>
                      <a:pt x="15" y="46"/>
                    </a:lnTo>
                    <a:lnTo>
                      <a:pt x="21" y="46"/>
                    </a:lnTo>
                    <a:lnTo>
                      <a:pt x="24" y="46"/>
                    </a:lnTo>
                    <a:lnTo>
                      <a:pt x="30" y="46"/>
                    </a:lnTo>
                    <a:lnTo>
                      <a:pt x="33" y="48"/>
                    </a:lnTo>
                    <a:lnTo>
                      <a:pt x="42" y="51"/>
                    </a:lnTo>
                    <a:lnTo>
                      <a:pt x="51" y="58"/>
                    </a:lnTo>
                    <a:lnTo>
                      <a:pt x="54" y="58"/>
                    </a:lnTo>
                    <a:lnTo>
                      <a:pt x="57" y="61"/>
                    </a:lnTo>
                    <a:lnTo>
                      <a:pt x="66" y="61"/>
                    </a:lnTo>
                    <a:lnTo>
                      <a:pt x="72" y="61"/>
                    </a:lnTo>
                    <a:lnTo>
                      <a:pt x="78" y="61"/>
                    </a:lnTo>
                    <a:lnTo>
                      <a:pt x="84" y="58"/>
                    </a:lnTo>
                    <a:lnTo>
                      <a:pt x="87" y="58"/>
                    </a:lnTo>
                    <a:lnTo>
                      <a:pt x="92" y="55"/>
                    </a:lnTo>
                    <a:lnTo>
                      <a:pt x="96" y="51"/>
                    </a:lnTo>
                    <a:lnTo>
                      <a:pt x="99" y="48"/>
                    </a:lnTo>
                    <a:lnTo>
                      <a:pt x="105" y="40"/>
                    </a:lnTo>
                    <a:lnTo>
                      <a:pt x="107" y="30"/>
                    </a:lnTo>
                    <a:lnTo>
                      <a:pt x="114" y="21"/>
                    </a:lnTo>
                    <a:lnTo>
                      <a:pt x="117" y="12"/>
                    </a:lnTo>
                    <a:lnTo>
                      <a:pt x="120" y="6"/>
                    </a:lnTo>
                    <a:lnTo>
                      <a:pt x="126" y="3"/>
                    </a:lnTo>
                    <a:lnTo>
                      <a:pt x="129" y="0"/>
                    </a:lnTo>
                    <a:lnTo>
                      <a:pt x="132" y="0"/>
                    </a:lnTo>
                    <a:lnTo>
                      <a:pt x="135" y="0"/>
                    </a:lnTo>
                    <a:lnTo>
                      <a:pt x="141" y="0"/>
                    </a:lnTo>
                    <a:lnTo>
                      <a:pt x="144" y="3"/>
                    </a:lnTo>
                    <a:lnTo>
                      <a:pt x="149" y="6"/>
                    </a:lnTo>
                    <a:lnTo>
                      <a:pt x="156"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6" name="Freeform 30"/>
              <p:cNvSpPr>
                <a:spLocks/>
              </p:cNvSpPr>
              <p:nvPr/>
            </p:nvSpPr>
            <p:spPr bwMode="ltGray">
              <a:xfrm>
                <a:off x="3594" y="91"/>
                <a:ext cx="158" cy="75"/>
              </a:xfrm>
              <a:custGeom>
                <a:avLst/>
                <a:gdLst>
                  <a:gd name="T0" fmla="*/ 4 w 158"/>
                  <a:gd name="T1" fmla="*/ 30 h 75"/>
                  <a:gd name="T2" fmla="*/ 15 w 158"/>
                  <a:gd name="T3" fmla="*/ 27 h 75"/>
                  <a:gd name="T4" fmla="*/ 27 w 158"/>
                  <a:gd name="T5" fmla="*/ 27 h 75"/>
                  <a:gd name="T6" fmla="*/ 37 w 158"/>
                  <a:gd name="T7" fmla="*/ 30 h 75"/>
                  <a:gd name="T8" fmla="*/ 42 w 158"/>
                  <a:gd name="T9" fmla="*/ 36 h 75"/>
                  <a:gd name="T10" fmla="*/ 49 w 158"/>
                  <a:gd name="T11" fmla="*/ 48 h 75"/>
                  <a:gd name="T12" fmla="*/ 57 w 158"/>
                  <a:gd name="T13" fmla="*/ 63 h 75"/>
                  <a:gd name="T14" fmla="*/ 70 w 158"/>
                  <a:gd name="T15" fmla="*/ 71 h 75"/>
                  <a:gd name="T16" fmla="*/ 85 w 158"/>
                  <a:gd name="T17" fmla="*/ 74 h 75"/>
                  <a:gd name="T18" fmla="*/ 97 w 158"/>
                  <a:gd name="T19" fmla="*/ 71 h 75"/>
                  <a:gd name="T20" fmla="*/ 105 w 158"/>
                  <a:gd name="T21" fmla="*/ 63 h 75"/>
                  <a:gd name="T22" fmla="*/ 118 w 158"/>
                  <a:gd name="T23" fmla="*/ 56 h 75"/>
                  <a:gd name="T24" fmla="*/ 130 w 158"/>
                  <a:gd name="T25" fmla="*/ 54 h 75"/>
                  <a:gd name="T26" fmla="*/ 142 w 158"/>
                  <a:gd name="T27" fmla="*/ 54 h 75"/>
                  <a:gd name="T28" fmla="*/ 150 w 158"/>
                  <a:gd name="T29" fmla="*/ 56 h 75"/>
                  <a:gd name="T30" fmla="*/ 154 w 158"/>
                  <a:gd name="T31" fmla="*/ 54 h 75"/>
                  <a:gd name="T32" fmla="*/ 145 w 158"/>
                  <a:gd name="T33" fmla="*/ 48 h 75"/>
                  <a:gd name="T34" fmla="*/ 135 w 158"/>
                  <a:gd name="T35" fmla="*/ 48 h 75"/>
                  <a:gd name="T36" fmla="*/ 127 w 158"/>
                  <a:gd name="T37" fmla="*/ 48 h 75"/>
                  <a:gd name="T38" fmla="*/ 115 w 158"/>
                  <a:gd name="T39" fmla="*/ 54 h 75"/>
                  <a:gd name="T40" fmla="*/ 102 w 158"/>
                  <a:gd name="T41" fmla="*/ 59 h 75"/>
                  <a:gd name="T42" fmla="*/ 87 w 158"/>
                  <a:gd name="T43" fmla="*/ 59 h 75"/>
                  <a:gd name="T44" fmla="*/ 79 w 158"/>
                  <a:gd name="T45" fmla="*/ 59 h 75"/>
                  <a:gd name="T46" fmla="*/ 70 w 158"/>
                  <a:gd name="T47" fmla="*/ 56 h 75"/>
                  <a:gd name="T48" fmla="*/ 60 w 158"/>
                  <a:gd name="T49" fmla="*/ 54 h 75"/>
                  <a:gd name="T50" fmla="*/ 52 w 158"/>
                  <a:gd name="T51" fmla="*/ 42 h 75"/>
                  <a:gd name="T52" fmla="*/ 42 w 158"/>
                  <a:gd name="T53" fmla="*/ 24 h 75"/>
                  <a:gd name="T54" fmla="*/ 34 w 158"/>
                  <a:gd name="T55" fmla="*/ 9 h 75"/>
                  <a:gd name="T56" fmla="*/ 27 w 158"/>
                  <a:gd name="T57" fmla="*/ 4 h 75"/>
                  <a:gd name="T58" fmla="*/ 19 w 158"/>
                  <a:gd name="T59" fmla="*/ 0 h 75"/>
                  <a:gd name="T60" fmla="*/ 9 w 158"/>
                  <a:gd name="T61" fmla="*/ 6 h 75"/>
                  <a:gd name="T62" fmla="*/ 0 w 158"/>
                  <a:gd name="T63" fmla="*/ 3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5">
                    <a:moveTo>
                      <a:pt x="0" y="33"/>
                    </a:moveTo>
                    <a:lnTo>
                      <a:pt x="4" y="30"/>
                    </a:lnTo>
                    <a:lnTo>
                      <a:pt x="12" y="27"/>
                    </a:lnTo>
                    <a:lnTo>
                      <a:pt x="15" y="27"/>
                    </a:lnTo>
                    <a:lnTo>
                      <a:pt x="22" y="27"/>
                    </a:lnTo>
                    <a:lnTo>
                      <a:pt x="27" y="27"/>
                    </a:lnTo>
                    <a:lnTo>
                      <a:pt x="30" y="27"/>
                    </a:lnTo>
                    <a:lnTo>
                      <a:pt x="37" y="30"/>
                    </a:lnTo>
                    <a:lnTo>
                      <a:pt x="37" y="33"/>
                    </a:lnTo>
                    <a:lnTo>
                      <a:pt x="42" y="36"/>
                    </a:lnTo>
                    <a:lnTo>
                      <a:pt x="45" y="42"/>
                    </a:lnTo>
                    <a:lnTo>
                      <a:pt x="49" y="48"/>
                    </a:lnTo>
                    <a:lnTo>
                      <a:pt x="52" y="54"/>
                    </a:lnTo>
                    <a:lnTo>
                      <a:pt x="57" y="63"/>
                    </a:lnTo>
                    <a:lnTo>
                      <a:pt x="64" y="66"/>
                    </a:lnTo>
                    <a:lnTo>
                      <a:pt x="70" y="71"/>
                    </a:lnTo>
                    <a:lnTo>
                      <a:pt x="75" y="74"/>
                    </a:lnTo>
                    <a:lnTo>
                      <a:pt x="85" y="74"/>
                    </a:lnTo>
                    <a:lnTo>
                      <a:pt x="90" y="74"/>
                    </a:lnTo>
                    <a:lnTo>
                      <a:pt x="97" y="71"/>
                    </a:lnTo>
                    <a:lnTo>
                      <a:pt x="102" y="68"/>
                    </a:lnTo>
                    <a:lnTo>
                      <a:pt x="105" y="63"/>
                    </a:lnTo>
                    <a:lnTo>
                      <a:pt x="112" y="59"/>
                    </a:lnTo>
                    <a:lnTo>
                      <a:pt x="118" y="56"/>
                    </a:lnTo>
                    <a:lnTo>
                      <a:pt x="124" y="54"/>
                    </a:lnTo>
                    <a:lnTo>
                      <a:pt x="130" y="54"/>
                    </a:lnTo>
                    <a:lnTo>
                      <a:pt x="133" y="54"/>
                    </a:lnTo>
                    <a:lnTo>
                      <a:pt x="142" y="54"/>
                    </a:lnTo>
                    <a:lnTo>
                      <a:pt x="148" y="56"/>
                    </a:lnTo>
                    <a:lnTo>
                      <a:pt x="150" y="56"/>
                    </a:lnTo>
                    <a:lnTo>
                      <a:pt x="157" y="59"/>
                    </a:lnTo>
                    <a:lnTo>
                      <a:pt x="154" y="54"/>
                    </a:lnTo>
                    <a:lnTo>
                      <a:pt x="150" y="51"/>
                    </a:lnTo>
                    <a:lnTo>
                      <a:pt x="145" y="48"/>
                    </a:lnTo>
                    <a:lnTo>
                      <a:pt x="142" y="48"/>
                    </a:lnTo>
                    <a:lnTo>
                      <a:pt x="135" y="48"/>
                    </a:lnTo>
                    <a:lnTo>
                      <a:pt x="133" y="48"/>
                    </a:lnTo>
                    <a:lnTo>
                      <a:pt x="127" y="48"/>
                    </a:lnTo>
                    <a:lnTo>
                      <a:pt x="124" y="51"/>
                    </a:lnTo>
                    <a:lnTo>
                      <a:pt x="115" y="54"/>
                    </a:lnTo>
                    <a:lnTo>
                      <a:pt x="105" y="59"/>
                    </a:lnTo>
                    <a:lnTo>
                      <a:pt x="102" y="59"/>
                    </a:lnTo>
                    <a:lnTo>
                      <a:pt x="97" y="59"/>
                    </a:lnTo>
                    <a:lnTo>
                      <a:pt x="87" y="59"/>
                    </a:lnTo>
                    <a:lnTo>
                      <a:pt x="82" y="63"/>
                    </a:lnTo>
                    <a:lnTo>
                      <a:pt x="79" y="59"/>
                    </a:lnTo>
                    <a:lnTo>
                      <a:pt x="72" y="59"/>
                    </a:lnTo>
                    <a:lnTo>
                      <a:pt x="70" y="56"/>
                    </a:lnTo>
                    <a:lnTo>
                      <a:pt x="64" y="56"/>
                    </a:lnTo>
                    <a:lnTo>
                      <a:pt x="60" y="54"/>
                    </a:lnTo>
                    <a:lnTo>
                      <a:pt x="57" y="48"/>
                    </a:lnTo>
                    <a:lnTo>
                      <a:pt x="52" y="42"/>
                    </a:lnTo>
                    <a:lnTo>
                      <a:pt x="45" y="33"/>
                    </a:lnTo>
                    <a:lnTo>
                      <a:pt x="42" y="24"/>
                    </a:lnTo>
                    <a:lnTo>
                      <a:pt x="37" y="12"/>
                    </a:lnTo>
                    <a:lnTo>
                      <a:pt x="34" y="9"/>
                    </a:lnTo>
                    <a:lnTo>
                      <a:pt x="30" y="4"/>
                    </a:lnTo>
                    <a:lnTo>
                      <a:pt x="27" y="4"/>
                    </a:lnTo>
                    <a:lnTo>
                      <a:pt x="24" y="0"/>
                    </a:lnTo>
                    <a:lnTo>
                      <a:pt x="19" y="0"/>
                    </a:lnTo>
                    <a:lnTo>
                      <a:pt x="15" y="4"/>
                    </a:lnTo>
                    <a:lnTo>
                      <a:pt x="9" y="6"/>
                    </a:lnTo>
                    <a:lnTo>
                      <a:pt x="7" y="9"/>
                    </a:lnTo>
                    <a:lnTo>
                      <a:pt x="0" y="3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7" name="Freeform 31"/>
              <p:cNvSpPr>
                <a:spLocks/>
              </p:cNvSpPr>
              <p:nvPr/>
            </p:nvSpPr>
            <p:spPr bwMode="ltGray">
              <a:xfrm>
                <a:off x="148" y="3372"/>
                <a:ext cx="160" cy="73"/>
              </a:xfrm>
              <a:custGeom>
                <a:avLst/>
                <a:gdLst>
                  <a:gd name="T0" fmla="*/ 7 w 160"/>
                  <a:gd name="T1" fmla="*/ 27 h 73"/>
                  <a:gd name="T2" fmla="*/ 15 w 160"/>
                  <a:gd name="T3" fmla="*/ 24 h 73"/>
                  <a:gd name="T4" fmla="*/ 28 w 160"/>
                  <a:gd name="T5" fmla="*/ 24 h 73"/>
                  <a:gd name="T6" fmla="*/ 37 w 160"/>
                  <a:gd name="T7" fmla="*/ 30 h 73"/>
                  <a:gd name="T8" fmla="*/ 43 w 160"/>
                  <a:gd name="T9" fmla="*/ 36 h 73"/>
                  <a:gd name="T10" fmla="*/ 50 w 160"/>
                  <a:gd name="T11" fmla="*/ 49 h 73"/>
                  <a:gd name="T12" fmla="*/ 58 w 160"/>
                  <a:gd name="T13" fmla="*/ 60 h 73"/>
                  <a:gd name="T14" fmla="*/ 70 w 160"/>
                  <a:gd name="T15" fmla="*/ 69 h 73"/>
                  <a:gd name="T16" fmla="*/ 86 w 160"/>
                  <a:gd name="T17" fmla="*/ 72 h 73"/>
                  <a:gd name="T18" fmla="*/ 98 w 160"/>
                  <a:gd name="T19" fmla="*/ 72 h 73"/>
                  <a:gd name="T20" fmla="*/ 107 w 160"/>
                  <a:gd name="T21" fmla="*/ 64 h 73"/>
                  <a:gd name="T22" fmla="*/ 119 w 160"/>
                  <a:gd name="T23" fmla="*/ 57 h 73"/>
                  <a:gd name="T24" fmla="*/ 131 w 160"/>
                  <a:gd name="T25" fmla="*/ 54 h 73"/>
                  <a:gd name="T26" fmla="*/ 144 w 160"/>
                  <a:gd name="T27" fmla="*/ 54 h 73"/>
                  <a:gd name="T28" fmla="*/ 152 w 160"/>
                  <a:gd name="T29" fmla="*/ 57 h 73"/>
                  <a:gd name="T30" fmla="*/ 156 w 160"/>
                  <a:gd name="T31" fmla="*/ 54 h 73"/>
                  <a:gd name="T32" fmla="*/ 147 w 160"/>
                  <a:gd name="T33" fmla="*/ 49 h 73"/>
                  <a:gd name="T34" fmla="*/ 137 w 160"/>
                  <a:gd name="T35" fmla="*/ 45 h 73"/>
                  <a:gd name="T36" fmla="*/ 129 w 160"/>
                  <a:gd name="T37" fmla="*/ 49 h 73"/>
                  <a:gd name="T38" fmla="*/ 116 w 160"/>
                  <a:gd name="T39" fmla="*/ 54 h 73"/>
                  <a:gd name="T40" fmla="*/ 104 w 160"/>
                  <a:gd name="T41" fmla="*/ 60 h 73"/>
                  <a:gd name="T42" fmla="*/ 89 w 160"/>
                  <a:gd name="T43" fmla="*/ 60 h 73"/>
                  <a:gd name="T44" fmla="*/ 80 w 160"/>
                  <a:gd name="T45" fmla="*/ 60 h 73"/>
                  <a:gd name="T46" fmla="*/ 70 w 160"/>
                  <a:gd name="T47" fmla="*/ 57 h 73"/>
                  <a:gd name="T48" fmla="*/ 61 w 160"/>
                  <a:gd name="T49" fmla="*/ 51 h 73"/>
                  <a:gd name="T50" fmla="*/ 52 w 160"/>
                  <a:gd name="T51" fmla="*/ 39 h 73"/>
                  <a:gd name="T52" fmla="*/ 43 w 160"/>
                  <a:gd name="T53" fmla="*/ 24 h 73"/>
                  <a:gd name="T54" fmla="*/ 34 w 160"/>
                  <a:gd name="T55" fmla="*/ 7 h 73"/>
                  <a:gd name="T56" fmla="*/ 28 w 160"/>
                  <a:gd name="T57" fmla="*/ 0 h 73"/>
                  <a:gd name="T58" fmla="*/ 22 w 160"/>
                  <a:gd name="T59" fmla="*/ 0 h 73"/>
                  <a:gd name="T60" fmla="*/ 10 w 160"/>
                  <a:gd name="T61" fmla="*/ 4 h 73"/>
                  <a:gd name="T62" fmla="*/ 0 w 160"/>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0" h="73">
                    <a:moveTo>
                      <a:pt x="0" y="30"/>
                    </a:moveTo>
                    <a:lnTo>
                      <a:pt x="7" y="27"/>
                    </a:lnTo>
                    <a:lnTo>
                      <a:pt x="12" y="24"/>
                    </a:lnTo>
                    <a:lnTo>
                      <a:pt x="15" y="24"/>
                    </a:lnTo>
                    <a:lnTo>
                      <a:pt x="22" y="24"/>
                    </a:lnTo>
                    <a:lnTo>
                      <a:pt x="28" y="24"/>
                    </a:lnTo>
                    <a:lnTo>
                      <a:pt x="30" y="27"/>
                    </a:lnTo>
                    <a:lnTo>
                      <a:pt x="37" y="30"/>
                    </a:lnTo>
                    <a:lnTo>
                      <a:pt x="40" y="30"/>
                    </a:lnTo>
                    <a:lnTo>
                      <a:pt x="43" y="36"/>
                    </a:lnTo>
                    <a:lnTo>
                      <a:pt x="46" y="42"/>
                    </a:lnTo>
                    <a:lnTo>
                      <a:pt x="50" y="49"/>
                    </a:lnTo>
                    <a:lnTo>
                      <a:pt x="55" y="54"/>
                    </a:lnTo>
                    <a:lnTo>
                      <a:pt x="58" y="60"/>
                    </a:lnTo>
                    <a:lnTo>
                      <a:pt x="65" y="66"/>
                    </a:lnTo>
                    <a:lnTo>
                      <a:pt x="70" y="69"/>
                    </a:lnTo>
                    <a:lnTo>
                      <a:pt x="80" y="72"/>
                    </a:lnTo>
                    <a:lnTo>
                      <a:pt x="86" y="72"/>
                    </a:lnTo>
                    <a:lnTo>
                      <a:pt x="91" y="72"/>
                    </a:lnTo>
                    <a:lnTo>
                      <a:pt x="98" y="72"/>
                    </a:lnTo>
                    <a:lnTo>
                      <a:pt x="104" y="66"/>
                    </a:lnTo>
                    <a:lnTo>
                      <a:pt x="107" y="64"/>
                    </a:lnTo>
                    <a:lnTo>
                      <a:pt x="113" y="60"/>
                    </a:lnTo>
                    <a:lnTo>
                      <a:pt x="119" y="57"/>
                    </a:lnTo>
                    <a:lnTo>
                      <a:pt x="126" y="54"/>
                    </a:lnTo>
                    <a:lnTo>
                      <a:pt x="131" y="54"/>
                    </a:lnTo>
                    <a:lnTo>
                      <a:pt x="137" y="54"/>
                    </a:lnTo>
                    <a:lnTo>
                      <a:pt x="144" y="54"/>
                    </a:lnTo>
                    <a:lnTo>
                      <a:pt x="149" y="54"/>
                    </a:lnTo>
                    <a:lnTo>
                      <a:pt x="152" y="57"/>
                    </a:lnTo>
                    <a:lnTo>
                      <a:pt x="159" y="60"/>
                    </a:lnTo>
                    <a:lnTo>
                      <a:pt x="156" y="54"/>
                    </a:lnTo>
                    <a:lnTo>
                      <a:pt x="152" y="51"/>
                    </a:lnTo>
                    <a:lnTo>
                      <a:pt x="147" y="49"/>
                    </a:lnTo>
                    <a:lnTo>
                      <a:pt x="144" y="45"/>
                    </a:lnTo>
                    <a:lnTo>
                      <a:pt x="137" y="45"/>
                    </a:lnTo>
                    <a:lnTo>
                      <a:pt x="134" y="45"/>
                    </a:lnTo>
                    <a:lnTo>
                      <a:pt x="129" y="49"/>
                    </a:lnTo>
                    <a:lnTo>
                      <a:pt x="126" y="49"/>
                    </a:lnTo>
                    <a:lnTo>
                      <a:pt x="116" y="54"/>
                    </a:lnTo>
                    <a:lnTo>
                      <a:pt x="107" y="57"/>
                    </a:lnTo>
                    <a:lnTo>
                      <a:pt x="104" y="60"/>
                    </a:lnTo>
                    <a:lnTo>
                      <a:pt x="98" y="60"/>
                    </a:lnTo>
                    <a:lnTo>
                      <a:pt x="89" y="60"/>
                    </a:lnTo>
                    <a:lnTo>
                      <a:pt x="83" y="60"/>
                    </a:lnTo>
                    <a:lnTo>
                      <a:pt x="80" y="60"/>
                    </a:lnTo>
                    <a:lnTo>
                      <a:pt x="73" y="60"/>
                    </a:lnTo>
                    <a:lnTo>
                      <a:pt x="70" y="57"/>
                    </a:lnTo>
                    <a:lnTo>
                      <a:pt x="65" y="54"/>
                    </a:lnTo>
                    <a:lnTo>
                      <a:pt x="61" y="51"/>
                    </a:lnTo>
                    <a:lnTo>
                      <a:pt x="58" y="49"/>
                    </a:lnTo>
                    <a:lnTo>
                      <a:pt x="52" y="39"/>
                    </a:lnTo>
                    <a:lnTo>
                      <a:pt x="46" y="34"/>
                    </a:lnTo>
                    <a:lnTo>
                      <a:pt x="43" y="24"/>
                    </a:lnTo>
                    <a:lnTo>
                      <a:pt x="37" y="12"/>
                    </a:lnTo>
                    <a:lnTo>
                      <a:pt x="34" y="7"/>
                    </a:lnTo>
                    <a:lnTo>
                      <a:pt x="30" y="4"/>
                    </a:lnTo>
                    <a:lnTo>
                      <a:pt x="28" y="0"/>
                    </a:lnTo>
                    <a:lnTo>
                      <a:pt x="25" y="0"/>
                    </a:lnTo>
                    <a:lnTo>
                      <a:pt x="22" y="0"/>
                    </a:lnTo>
                    <a:lnTo>
                      <a:pt x="15" y="0"/>
                    </a:lnTo>
                    <a:lnTo>
                      <a:pt x="10" y="4"/>
                    </a:lnTo>
                    <a:lnTo>
                      <a:pt x="7" y="7"/>
                    </a:lnTo>
                    <a:lnTo>
                      <a:pt x="0"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8" name="Freeform 32"/>
              <p:cNvSpPr>
                <a:spLocks/>
              </p:cNvSpPr>
              <p:nvPr/>
            </p:nvSpPr>
            <p:spPr bwMode="ltGray">
              <a:xfrm>
                <a:off x="4006" y="3905"/>
                <a:ext cx="158" cy="75"/>
              </a:xfrm>
              <a:custGeom>
                <a:avLst/>
                <a:gdLst>
                  <a:gd name="T0" fmla="*/ 6 w 158"/>
                  <a:gd name="T1" fmla="*/ 30 h 75"/>
                  <a:gd name="T2" fmla="*/ 15 w 158"/>
                  <a:gd name="T3" fmla="*/ 27 h 75"/>
                  <a:gd name="T4" fmla="*/ 27 w 158"/>
                  <a:gd name="T5" fmla="*/ 27 h 75"/>
                  <a:gd name="T6" fmla="*/ 36 w 158"/>
                  <a:gd name="T7" fmla="*/ 30 h 75"/>
                  <a:gd name="T8" fmla="*/ 43 w 158"/>
                  <a:gd name="T9" fmla="*/ 35 h 75"/>
                  <a:gd name="T10" fmla="*/ 48 w 158"/>
                  <a:gd name="T11" fmla="*/ 47 h 75"/>
                  <a:gd name="T12" fmla="*/ 58 w 158"/>
                  <a:gd name="T13" fmla="*/ 62 h 75"/>
                  <a:gd name="T14" fmla="*/ 69 w 158"/>
                  <a:gd name="T15" fmla="*/ 71 h 75"/>
                  <a:gd name="T16" fmla="*/ 84 w 158"/>
                  <a:gd name="T17" fmla="*/ 74 h 75"/>
                  <a:gd name="T18" fmla="*/ 96 w 158"/>
                  <a:gd name="T19" fmla="*/ 71 h 75"/>
                  <a:gd name="T20" fmla="*/ 106 w 158"/>
                  <a:gd name="T21" fmla="*/ 62 h 75"/>
                  <a:gd name="T22" fmla="*/ 118 w 158"/>
                  <a:gd name="T23" fmla="*/ 56 h 75"/>
                  <a:gd name="T24" fmla="*/ 130 w 158"/>
                  <a:gd name="T25" fmla="*/ 54 h 75"/>
                  <a:gd name="T26" fmla="*/ 142 w 158"/>
                  <a:gd name="T27" fmla="*/ 54 h 75"/>
                  <a:gd name="T28" fmla="*/ 151 w 158"/>
                  <a:gd name="T29" fmla="*/ 56 h 75"/>
                  <a:gd name="T30" fmla="*/ 154 w 158"/>
                  <a:gd name="T31" fmla="*/ 54 h 75"/>
                  <a:gd name="T32" fmla="*/ 145 w 158"/>
                  <a:gd name="T33" fmla="*/ 47 h 75"/>
                  <a:gd name="T34" fmla="*/ 136 w 158"/>
                  <a:gd name="T35" fmla="*/ 47 h 75"/>
                  <a:gd name="T36" fmla="*/ 127 w 158"/>
                  <a:gd name="T37" fmla="*/ 47 h 75"/>
                  <a:gd name="T38" fmla="*/ 114 w 158"/>
                  <a:gd name="T39" fmla="*/ 54 h 75"/>
                  <a:gd name="T40" fmla="*/ 103 w 158"/>
                  <a:gd name="T41" fmla="*/ 59 h 75"/>
                  <a:gd name="T42" fmla="*/ 91 w 158"/>
                  <a:gd name="T43" fmla="*/ 62 h 75"/>
                  <a:gd name="T44" fmla="*/ 79 w 158"/>
                  <a:gd name="T45" fmla="*/ 62 h 75"/>
                  <a:gd name="T46" fmla="*/ 69 w 158"/>
                  <a:gd name="T47" fmla="*/ 56 h 75"/>
                  <a:gd name="T48" fmla="*/ 61 w 158"/>
                  <a:gd name="T49" fmla="*/ 54 h 75"/>
                  <a:gd name="T50" fmla="*/ 51 w 158"/>
                  <a:gd name="T51" fmla="*/ 42 h 75"/>
                  <a:gd name="T52" fmla="*/ 43 w 158"/>
                  <a:gd name="T53" fmla="*/ 24 h 75"/>
                  <a:gd name="T54" fmla="*/ 36 w 158"/>
                  <a:gd name="T55" fmla="*/ 9 h 75"/>
                  <a:gd name="T56" fmla="*/ 27 w 158"/>
                  <a:gd name="T57" fmla="*/ 3 h 75"/>
                  <a:gd name="T58" fmla="*/ 18 w 158"/>
                  <a:gd name="T59" fmla="*/ 0 h 75"/>
                  <a:gd name="T60" fmla="*/ 9 w 158"/>
                  <a:gd name="T61" fmla="*/ 3 h 75"/>
                  <a:gd name="T62" fmla="*/ 0 w 158"/>
                  <a:gd name="T63" fmla="*/ 3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5">
                    <a:moveTo>
                      <a:pt x="0" y="32"/>
                    </a:moveTo>
                    <a:lnTo>
                      <a:pt x="6" y="30"/>
                    </a:lnTo>
                    <a:lnTo>
                      <a:pt x="12" y="27"/>
                    </a:lnTo>
                    <a:lnTo>
                      <a:pt x="15" y="27"/>
                    </a:lnTo>
                    <a:lnTo>
                      <a:pt x="21" y="27"/>
                    </a:lnTo>
                    <a:lnTo>
                      <a:pt x="27" y="27"/>
                    </a:lnTo>
                    <a:lnTo>
                      <a:pt x="30" y="27"/>
                    </a:lnTo>
                    <a:lnTo>
                      <a:pt x="36" y="30"/>
                    </a:lnTo>
                    <a:lnTo>
                      <a:pt x="39" y="32"/>
                    </a:lnTo>
                    <a:lnTo>
                      <a:pt x="43" y="35"/>
                    </a:lnTo>
                    <a:lnTo>
                      <a:pt x="48" y="44"/>
                    </a:lnTo>
                    <a:lnTo>
                      <a:pt x="48" y="47"/>
                    </a:lnTo>
                    <a:lnTo>
                      <a:pt x="54" y="54"/>
                    </a:lnTo>
                    <a:lnTo>
                      <a:pt x="58" y="62"/>
                    </a:lnTo>
                    <a:lnTo>
                      <a:pt x="63" y="65"/>
                    </a:lnTo>
                    <a:lnTo>
                      <a:pt x="69" y="71"/>
                    </a:lnTo>
                    <a:lnTo>
                      <a:pt x="76" y="74"/>
                    </a:lnTo>
                    <a:lnTo>
                      <a:pt x="84" y="74"/>
                    </a:lnTo>
                    <a:lnTo>
                      <a:pt x="91" y="74"/>
                    </a:lnTo>
                    <a:lnTo>
                      <a:pt x="96" y="71"/>
                    </a:lnTo>
                    <a:lnTo>
                      <a:pt x="103" y="68"/>
                    </a:lnTo>
                    <a:lnTo>
                      <a:pt x="106" y="62"/>
                    </a:lnTo>
                    <a:lnTo>
                      <a:pt x="112" y="62"/>
                    </a:lnTo>
                    <a:lnTo>
                      <a:pt x="118" y="56"/>
                    </a:lnTo>
                    <a:lnTo>
                      <a:pt x="124" y="54"/>
                    </a:lnTo>
                    <a:lnTo>
                      <a:pt x="130" y="54"/>
                    </a:lnTo>
                    <a:lnTo>
                      <a:pt x="136" y="54"/>
                    </a:lnTo>
                    <a:lnTo>
                      <a:pt x="142" y="54"/>
                    </a:lnTo>
                    <a:lnTo>
                      <a:pt x="148" y="56"/>
                    </a:lnTo>
                    <a:lnTo>
                      <a:pt x="151" y="56"/>
                    </a:lnTo>
                    <a:lnTo>
                      <a:pt x="157" y="59"/>
                    </a:lnTo>
                    <a:lnTo>
                      <a:pt x="154" y="54"/>
                    </a:lnTo>
                    <a:lnTo>
                      <a:pt x="151" y="50"/>
                    </a:lnTo>
                    <a:lnTo>
                      <a:pt x="145" y="47"/>
                    </a:lnTo>
                    <a:lnTo>
                      <a:pt x="142" y="47"/>
                    </a:lnTo>
                    <a:lnTo>
                      <a:pt x="136" y="47"/>
                    </a:lnTo>
                    <a:lnTo>
                      <a:pt x="133" y="47"/>
                    </a:lnTo>
                    <a:lnTo>
                      <a:pt x="127" y="47"/>
                    </a:lnTo>
                    <a:lnTo>
                      <a:pt x="124" y="47"/>
                    </a:lnTo>
                    <a:lnTo>
                      <a:pt x="114" y="54"/>
                    </a:lnTo>
                    <a:lnTo>
                      <a:pt x="106" y="59"/>
                    </a:lnTo>
                    <a:lnTo>
                      <a:pt x="103" y="59"/>
                    </a:lnTo>
                    <a:lnTo>
                      <a:pt x="96" y="59"/>
                    </a:lnTo>
                    <a:lnTo>
                      <a:pt x="91" y="62"/>
                    </a:lnTo>
                    <a:lnTo>
                      <a:pt x="81" y="62"/>
                    </a:lnTo>
                    <a:lnTo>
                      <a:pt x="79" y="62"/>
                    </a:lnTo>
                    <a:lnTo>
                      <a:pt x="73" y="59"/>
                    </a:lnTo>
                    <a:lnTo>
                      <a:pt x="69" y="56"/>
                    </a:lnTo>
                    <a:lnTo>
                      <a:pt x="63" y="56"/>
                    </a:lnTo>
                    <a:lnTo>
                      <a:pt x="61" y="54"/>
                    </a:lnTo>
                    <a:lnTo>
                      <a:pt x="58" y="47"/>
                    </a:lnTo>
                    <a:lnTo>
                      <a:pt x="51" y="42"/>
                    </a:lnTo>
                    <a:lnTo>
                      <a:pt x="45" y="32"/>
                    </a:lnTo>
                    <a:lnTo>
                      <a:pt x="43" y="24"/>
                    </a:lnTo>
                    <a:lnTo>
                      <a:pt x="36" y="12"/>
                    </a:lnTo>
                    <a:lnTo>
                      <a:pt x="36" y="9"/>
                    </a:lnTo>
                    <a:lnTo>
                      <a:pt x="30" y="3"/>
                    </a:lnTo>
                    <a:lnTo>
                      <a:pt x="27" y="3"/>
                    </a:lnTo>
                    <a:lnTo>
                      <a:pt x="24" y="0"/>
                    </a:lnTo>
                    <a:lnTo>
                      <a:pt x="18" y="0"/>
                    </a:lnTo>
                    <a:lnTo>
                      <a:pt x="15" y="3"/>
                    </a:lnTo>
                    <a:lnTo>
                      <a:pt x="9" y="3"/>
                    </a:lnTo>
                    <a:lnTo>
                      <a:pt x="6" y="9"/>
                    </a:lnTo>
                    <a:lnTo>
                      <a:pt x="0" y="32"/>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89" name="Freeform 33"/>
              <p:cNvSpPr>
                <a:spLocks/>
              </p:cNvSpPr>
              <p:nvPr/>
            </p:nvSpPr>
            <p:spPr bwMode="ltGray">
              <a:xfrm>
                <a:off x="954" y="220"/>
                <a:ext cx="158" cy="73"/>
              </a:xfrm>
              <a:custGeom>
                <a:avLst/>
                <a:gdLst>
                  <a:gd name="T0" fmla="*/ 7 w 158"/>
                  <a:gd name="T1" fmla="*/ 27 h 73"/>
                  <a:gd name="T2" fmla="*/ 15 w 158"/>
                  <a:gd name="T3" fmla="*/ 24 h 73"/>
                  <a:gd name="T4" fmla="*/ 27 w 158"/>
                  <a:gd name="T5" fmla="*/ 27 h 73"/>
                  <a:gd name="T6" fmla="*/ 37 w 158"/>
                  <a:gd name="T7" fmla="*/ 30 h 73"/>
                  <a:gd name="T8" fmla="*/ 42 w 158"/>
                  <a:gd name="T9" fmla="*/ 36 h 73"/>
                  <a:gd name="T10" fmla="*/ 48 w 158"/>
                  <a:gd name="T11" fmla="*/ 48 h 73"/>
                  <a:gd name="T12" fmla="*/ 60 w 158"/>
                  <a:gd name="T13" fmla="*/ 63 h 73"/>
                  <a:gd name="T14" fmla="*/ 72 w 158"/>
                  <a:gd name="T15" fmla="*/ 69 h 73"/>
                  <a:gd name="T16" fmla="*/ 85 w 158"/>
                  <a:gd name="T17" fmla="*/ 72 h 73"/>
                  <a:gd name="T18" fmla="*/ 97 w 158"/>
                  <a:gd name="T19" fmla="*/ 72 h 73"/>
                  <a:gd name="T20" fmla="*/ 105 w 158"/>
                  <a:gd name="T21" fmla="*/ 63 h 73"/>
                  <a:gd name="T22" fmla="*/ 118 w 158"/>
                  <a:gd name="T23" fmla="*/ 57 h 73"/>
                  <a:gd name="T24" fmla="*/ 130 w 158"/>
                  <a:gd name="T25" fmla="*/ 54 h 73"/>
                  <a:gd name="T26" fmla="*/ 142 w 158"/>
                  <a:gd name="T27" fmla="*/ 54 h 73"/>
                  <a:gd name="T28" fmla="*/ 150 w 158"/>
                  <a:gd name="T29" fmla="*/ 57 h 73"/>
                  <a:gd name="T30" fmla="*/ 153 w 158"/>
                  <a:gd name="T31" fmla="*/ 54 h 73"/>
                  <a:gd name="T32" fmla="*/ 148 w 158"/>
                  <a:gd name="T33" fmla="*/ 48 h 73"/>
                  <a:gd name="T34" fmla="*/ 138 w 158"/>
                  <a:gd name="T35" fmla="*/ 45 h 73"/>
                  <a:gd name="T36" fmla="*/ 127 w 158"/>
                  <a:gd name="T37" fmla="*/ 48 h 73"/>
                  <a:gd name="T38" fmla="*/ 115 w 158"/>
                  <a:gd name="T39" fmla="*/ 54 h 73"/>
                  <a:gd name="T40" fmla="*/ 102 w 158"/>
                  <a:gd name="T41" fmla="*/ 60 h 73"/>
                  <a:gd name="T42" fmla="*/ 90 w 158"/>
                  <a:gd name="T43" fmla="*/ 60 h 73"/>
                  <a:gd name="T44" fmla="*/ 78 w 158"/>
                  <a:gd name="T45" fmla="*/ 60 h 73"/>
                  <a:gd name="T46" fmla="*/ 70 w 158"/>
                  <a:gd name="T47" fmla="*/ 57 h 73"/>
                  <a:gd name="T48" fmla="*/ 60 w 158"/>
                  <a:gd name="T49" fmla="*/ 51 h 73"/>
                  <a:gd name="T50" fmla="*/ 52 w 158"/>
                  <a:gd name="T51" fmla="*/ 39 h 73"/>
                  <a:gd name="T52" fmla="*/ 42 w 158"/>
                  <a:gd name="T53" fmla="*/ 24 h 73"/>
                  <a:gd name="T54" fmla="*/ 37 w 158"/>
                  <a:gd name="T55" fmla="*/ 7 h 73"/>
                  <a:gd name="T56" fmla="*/ 27 w 158"/>
                  <a:gd name="T57" fmla="*/ 0 h 73"/>
                  <a:gd name="T58" fmla="*/ 22 w 158"/>
                  <a:gd name="T59" fmla="*/ 0 h 73"/>
                  <a:gd name="T60" fmla="*/ 12 w 158"/>
                  <a:gd name="T61" fmla="*/ 3 h 73"/>
                  <a:gd name="T62" fmla="*/ 0 w 158"/>
                  <a:gd name="T63" fmla="*/ 3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73">
                    <a:moveTo>
                      <a:pt x="0" y="30"/>
                    </a:moveTo>
                    <a:lnTo>
                      <a:pt x="7" y="27"/>
                    </a:lnTo>
                    <a:lnTo>
                      <a:pt x="12" y="24"/>
                    </a:lnTo>
                    <a:lnTo>
                      <a:pt x="15" y="24"/>
                    </a:lnTo>
                    <a:lnTo>
                      <a:pt x="22" y="24"/>
                    </a:lnTo>
                    <a:lnTo>
                      <a:pt x="27" y="27"/>
                    </a:lnTo>
                    <a:lnTo>
                      <a:pt x="33" y="27"/>
                    </a:lnTo>
                    <a:lnTo>
                      <a:pt x="37" y="30"/>
                    </a:lnTo>
                    <a:lnTo>
                      <a:pt x="39" y="30"/>
                    </a:lnTo>
                    <a:lnTo>
                      <a:pt x="42" y="36"/>
                    </a:lnTo>
                    <a:lnTo>
                      <a:pt x="48" y="42"/>
                    </a:lnTo>
                    <a:lnTo>
                      <a:pt x="48" y="48"/>
                    </a:lnTo>
                    <a:lnTo>
                      <a:pt x="55" y="54"/>
                    </a:lnTo>
                    <a:lnTo>
                      <a:pt x="60" y="63"/>
                    </a:lnTo>
                    <a:lnTo>
                      <a:pt x="67" y="66"/>
                    </a:lnTo>
                    <a:lnTo>
                      <a:pt x="72" y="69"/>
                    </a:lnTo>
                    <a:lnTo>
                      <a:pt x="78" y="72"/>
                    </a:lnTo>
                    <a:lnTo>
                      <a:pt x="85" y="72"/>
                    </a:lnTo>
                    <a:lnTo>
                      <a:pt x="90" y="72"/>
                    </a:lnTo>
                    <a:lnTo>
                      <a:pt x="97" y="72"/>
                    </a:lnTo>
                    <a:lnTo>
                      <a:pt x="102" y="66"/>
                    </a:lnTo>
                    <a:lnTo>
                      <a:pt x="105" y="63"/>
                    </a:lnTo>
                    <a:lnTo>
                      <a:pt x="112" y="60"/>
                    </a:lnTo>
                    <a:lnTo>
                      <a:pt x="118" y="57"/>
                    </a:lnTo>
                    <a:lnTo>
                      <a:pt x="123" y="54"/>
                    </a:lnTo>
                    <a:lnTo>
                      <a:pt x="130" y="54"/>
                    </a:lnTo>
                    <a:lnTo>
                      <a:pt x="135" y="54"/>
                    </a:lnTo>
                    <a:lnTo>
                      <a:pt x="142" y="54"/>
                    </a:lnTo>
                    <a:lnTo>
                      <a:pt x="148" y="54"/>
                    </a:lnTo>
                    <a:lnTo>
                      <a:pt x="150" y="57"/>
                    </a:lnTo>
                    <a:lnTo>
                      <a:pt x="157" y="60"/>
                    </a:lnTo>
                    <a:lnTo>
                      <a:pt x="153" y="54"/>
                    </a:lnTo>
                    <a:lnTo>
                      <a:pt x="150" y="51"/>
                    </a:lnTo>
                    <a:lnTo>
                      <a:pt x="148" y="48"/>
                    </a:lnTo>
                    <a:lnTo>
                      <a:pt x="142" y="48"/>
                    </a:lnTo>
                    <a:lnTo>
                      <a:pt x="138" y="45"/>
                    </a:lnTo>
                    <a:lnTo>
                      <a:pt x="133" y="45"/>
                    </a:lnTo>
                    <a:lnTo>
                      <a:pt x="127" y="48"/>
                    </a:lnTo>
                    <a:lnTo>
                      <a:pt x="123" y="48"/>
                    </a:lnTo>
                    <a:lnTo>
                      <a:pt x="115" y="54"/>
                    </a:lnTo>
                    <a:lnTo>
                      <a:pt x="105" y="57"/>
                    </a:lnTo>
                    <a:lnTo>
                      <a:pt x="102" y="60"/>
                    </a:lnTo>
                    <a:lnTo>
                      <a:pt x="100" y="60"/>
                    </a:lnTo>
                    <a:lnTo>
                      <a:pt x="90" y="60"/>
                    </a:lnTo>
                    <a:lnTo>
                      <a:pt x="85" y="60"/>
                    </a:lnTo>
                    <a:lnTo>
                      <a:pt x="78" y="60"/>
                    </a:lnTo>
                    <a:lnTo>
                      <a:pt x="72" y="60"/>
                    </a:lnTo>
                    <a:lnTo>
                      <a:pt x="70" y="57"/>
                    </a:lnTo>
                    <a:lnTo>
                      <a:pt x="63" y="54"/>
                    </a:lnTo>
                    <a:lnTo>
                      <a:pt x="60" y="51"/>
                    </a:lnTo>
                    <a:lnTo>
                      <a:pt x="57" y="48"/>
                    </a:lnTo>
                    <a:lnTo>
                      <a:pt x="52" y="39"/>
                    </a:lnTo>
                    <a:lnTo>
                      <a:pt x="48" y="33"/>
                    </a:lnTo>
                    <a:lnTo>
                      <a:pt x="42" y="24"/>
                    </a:lnTo>
                    <a:lnTo>
                      <a:pt x="39" y="12"/>
                    </a:lnTo>
                    <a:lnTo>
                      <a:pt x="37" y="7"/>
                    </a:lnTo>
                    <a:lnTo>
                      <a:pt x="30" y="3"/>
                    </a:lnTo>
                    <a:lnTo>
                      <a:pt x="27" y="0"/>
                    </a:lnTo>
                    <a:lnTo>
                      <a:pt x="24" y="0"/>
                    </a:lnTo>
                    <a:lnTo>
                      <a:pt x="22" y="0"/>
                    </a:lnTo>
                    <a:lnTo>
                      <a:pt x="15" y="0"/>
                    </a:lnTo>
                    <a:lnTo>
                      <a:pt x="12" y="3"/>
                    </a:lnTo>
                    <a:lnTo>
                      <a:pt x="7" y="7"/>
                    </a:lnTo>
                    <a:lnTo>
                      <a:pt x="0" y="3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0" name="Freeform 34"/>
              <p:cNvSpPr>
                <a:spLocks/>
              </p:cNvSpPr>
              <p:nvPr/>
            </p:nvSpPr>
            <p:spPr bwMode="ltGray">
              <a:xfrm>
                <a:off x="4097" y="136"/>
                <a:ext cx="156" cy="74"/>
              </a:xfrm>
              <a:custGeom>
                <a:avLst/>
                <a:gdLst>
                  <a:gd name="T0" fmla="*/ 0 w 156"/>
                  <a:gd name="T1" fmla="*/ 43 h 74"/>
                  <a:gd name="T2" fmla="*/ 4 w 156"/>
                  <a:gd name="T3" fmla="*/ 46 h 74"/>
                  <a:gd name="T4" fmla="*/ 9 w 156"/>
                  <a:gd name="T5" fmla="*/ 48 h 74"/>
                  <a:gd name="T6" fmla="*/ 15 w 156"/>
                  <a:gd name="T7" fmla="*/ 48 h 74"/>
                  <a:gd name="T8" fmla="*/ 22 w 156"/>
                  <a:gd name="T9" fmla="*/ 48 h 74"/>
                  <a:gd name="T10" fmla="*/ 27 w 156"/>
                  <a:gd name="T11" fmla="*/ 48 h 74"/>
                  <a:gd name="T12" fmla="*/ 30 w 156"/>
                  <a:gd name="T13" fmla="*/ 46 h 74"/>
                  <a:gd name="T14" fmla="*/ 37 w 156"/>
                  <a:gd name="T15" fmla="*/ 43 h 74"/>
                  <a:gd name="T16" fmla="*/ 43 w 156"/>
                  <a:gd name="T17" fmla="*/ 37 h 74"/>
                  <a:gd name="T18" fmla="*/ 45 w 156"/>
                  <a:gd name="T19" fmla="*/ 30 h 74"/>
                  <a:gd name="T20" fmla="*/ 49 w 156"/>
                  <a:gd name="T21" fmla="*/ 25 h 74"/>
                  <a:gd name="T22" fmla="*/ 52 w 156"/>
                  <a:gd name="T23" fmla="*/ 18 h 74"/>
                  <a:gd name="T24" fmla="*/ 58 w 156"/>
                  <a:gd name="T25" fmla="*/ 12 h 74"/>
                  <a:gd name="T26" fmla="*/ 64 w 156"/>
                  <a:gd name="T27" fmla="*/ 7 h 74"/>
                  <a:gd name="T28" fmla="*/ 70 w 156"/>
                  <a:gd name="T29" fmla="*/ 3 h 74"/>
                  <a:gd name="T30" fmla="*/ 76 w 156"/>
                  <a:gd name="T31" fmla="*/ 0 h 74"/>
                  <a:gd name="T32" fmla="*/ 85 w 156"/>
                  <a:gd name="T33" fmla="*/ 0 h 74"/>
                  <a:gd name="T34" fmla="*/ 91 w 156"/>
                  <a:gd name="T35" fmla="*/ 0 h 74"/>
                  <a:gd name="T36" fmla="*/ 95 w 156"/>
                  <a:gd name="T37" fmla="*/ 0 h 74"/>
                  <a:gd name="T38" fmla="*/ 100 w 156"/>
                  <a:gd name="T39" fmla="*/ 7 h 74"/>
                  <a:gd name="T40" fmla="*/ 106 w 156"/>
                  <a:gd name="T41" fmla="*/ 9 h 74"/>
                  <a:gd name="T42" fmla="*/ 110 w 156"/>
                  <a:gd name="T43" fmla="*/ 12 h 74"/>
                  <a:gd name="T44" fmla="*/ 118 w 156"/>
                  <a:gd name="T45" fmla="*/ 15 h 74"/>
                  <a:gd name="T46" fmla="*/ 125 w 156"/>
                  <a:gd name="T47" fmla="*/ 18 h 74"/>
                  <a:gd name="T48" fmla="*/ 130 w 156"/>
                  <a:gd name="T49" fmla="*/ 18 h 74"/>
                  <a:gd name="T50" fmla="*/ 136 w 156"/>
                  <a:gd name="T51" fmla="*/ 18 h 74"/>
                  <a:gd name="T52" fmla="*/ 140 w 156"/>
                  <a:gd name="T53" fmla="*/ 18 h 74"/>
                  <a:gd name="T54" fmla="*/ 146 w 156"/>
                  <a:gd name="T55" fmla="*/ 18 h 74"/>
                  <a:gd name="T56" fmla="*/ 151 w 156"/>
                  <a:gd name="T57" fmla="*/ 15 h 74"/>
                  <a:gd name="T58" fmla="*/ 155 w 156"/>
                  <a:gd name="T59" fmla="*/ 12 h 74"/>
                  <a:gd name="T60" fmla="*/ 155 w 156"/>
                  <a:gd name="T61" fmla="*/ 18 h 74"/>
                  <a:gd name="T62" fmla="*/ 151 w 156"/>
                  <a:gd name="T63" fmla="*/ 22 h 74"/>
                  <a:gd name="T64" fmla="*/ 146 w 156"/>
                  <a:gd name="T65" fmla="*/ 25 h 74"/>
                  <a:gd name="T66" fmla="*/ 143 w 156"/>
                  <a:gd name="T67" fmla="*/ 27 h 74"/>
                  <a:gd name="T68" fmla="*/ 136 w 156"/>
                  <a:gd name="T69" fmla="*/ 27 h 74"/>
                  <a:gd name="T70" fmla="*/ 133 w 156"/>
                  <a:gd name="T71" fmla="*/ 27 h 74"/>
                  <a:gd name="T72" fmla="*/ 128 w 156"/>
                  <a:gd name="T73" fmla="*/ 27 h 74"/>
                  <a:gd name="T74" fmla="*/ 121 w 156"/>
                  <a:gd name="T75" fmla="*/ 25 h 74"/>
                  <a:gd name="T76" fmla="*/ 115 w 156"/>
                  <a:gd name="T77" fmla="*/ 18 h 74"/>
                  <a:gd name="T78" fmla="*/ 106 w 156"/>
                  <a:gd name="T79" fmla="*/ 15 h 74"/>
                  <a:gd name="T80" fmla="*/ 103 w 156"/>
                  <a:gd name="T81" fmla="*/ 12 h 74"/>
                  <a:gd name="T82" fmla="*/ 97 w 156"/>
                  <a:gd name="T83" fmla="*/ 12 h 74"/>
                  <a:gd name="T84" fmla="*/ 88 w 156"/>
                  <a:gd name="T85" fmla="*/ 12 h 74"/>
                  <a:gd name="T86" fmla="*/ 82 w 156"/>
                  <a:gd name="T87" fmla="*/ 12 h 74"/>
                  <a:gd name="T88" fmla="*/ 79 w 156"/>
                  <a:gd name="T89" fmla="*/ 12 h 74"/>
                  <a:gd name="T90" fmla="*/ 73 w 156"/>
                  <a:gd name="T91" fmla="*/ 12 h 74"/>
                  <a:gd name="T92" fmla="*/ 67 w 156"/>
                  <a:gd name="T93" fmla="*/ 15 h 74"/>
                  <a:gd name="T94" fmla="*/ 64 w 156"/>
                  <a:gd name="T95" fmla="*/ 18 h 74"/>
                  <a:gd name="T96" fmla="*/ 58 w 156"/>
                  <a:gd name="T97" fmla="*/ 22 h 74"/>
                  <a:gd name="T98" fmla="*/ 55 w 156"/>
                  <a:gd name="T99" fmla="*/ 25 h 74"/>
                  <a:gd name="T100" fmla="*/ 52 w 156"/>
                  <a:gd name="T101" fmla="*/ 33 h 74"/>
                  <a:gd name="T102" fmla="*/ 45 w 156"/>
                  <a:gd name="T103" fmla="*/ 43 h 74"/>
                  <a:gd name="T104" fmla="*/ 43 w 156"/>
                  <a:gd name="T105" fmla="*/ 48 h 74"/>
                  <a:gd name="T106" fmla="*/ 37 w 156"/>
                  <a:gd name="T107" fmla="*/ 61 h 74"/>
                  <a:gd name="T108" fmla="*/ 34 w 156"/>
                  <a:gd name="T109" fmla="*/ 67 h 74"/>
                  <a:gd name="T110" fmla="*/ 30 w 156"/>
                  <a:gd name="T111" fmla="*/ 70 h 74"/>
                  <a:gd name="T112" fmla="*/ 27 w 156"/>
                  <a:gd name="T113" fmla="*/ 73 h 74"/>
                  <a:gd name="T114" fmla="*/ 22 w 156"/>
                  <a:gd name="T115" fmla="*/ 73 h 74"/>
                  <a:gd name="T116" fmla="*/ 19 w 156"/>
                  <a:gd name="T117" fmla="*/ 73 h 74"/>
                  <a:gd name="T118" fmla="*/ 15 w 156"/>
                  <a:gd name="T119" fmla="*/ 73 h 74"/>
                  <a:gd name="T120" fmla="*/ 9 w 156"/>
                  <a:gd name="T121" fmla="*/ 70 h 74"/>
                  <a:gd name="T122" fmla="*/ 7 w 156"/>
                  <a:gd name="T123" fmla="*/ 67 h 74"/>
                  <a:gd name="T124" fmla="*/ 0 w 156"/>
                  <a:gd name="T125"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6" h="74">
                    <a:moveTo>
                      <a:pt x="0" y="43"/>
                    </a:moveTo>
                    <a:lnTo>
                      <a:pt x="4" y="46"/>
                    </a:lnTo>
                    <a:lnTo>
                      <a:pt x="9" y="48"/>
                    </a:lnTo>
                    <a:lnTo>
                      <a:pt x="15" y="48"/>
                    </a:lnTo>
                    <a:lnTo>
                      <a:pt x="22" y="48"/>
                    </a:lnTo>
                    <a:lnTo>
                      <a:pt x="27" y="48"/>
                    </a:lnTo>
                    <a:lnTo>
                      <a:pt x="30" y="46"/>
                    </a:lnTo>
                    <a:lnTo>
                      <a:pt x="37" y="43"/>
                    </a:lnTo>
                    <a:lnTo>
                      <a:pt x="43" y="37"/>
                    </a:lnTo>
                    <a:lnTo>
                      <a:pt x="45" y="30"/>
                    </a:lnTo>
                    <a:lnTo>
                      <a:pt x="49" y="25"/>
                    </a:lnTo>
                    <a:lnTo>
                      <a:pt x="52" y="18"/>
                    </a:lnTo>
                    <a:lnTo>
                      <a:pt x="58" y="12"/>
                    </a:lnTo>
                    <a:lnTo>
                      <a:pt x="64" y="7"/>
                    </a:lnTo>
                    <a:lnTo>
                      <a:pt x="70" y="3"/>
                    </a:lnTo>
                    <a:lnTo>
                      <a:pt x="76" y="0"/>
                    </a:lnTo>
                    <a:lnTo>
                      <a:pt x="85" y="0"/>
                    </a:lnTo>
                    <a:lnTo>
                      <a:pt x="91" y="0"/>
                    </a:lnTo>
                    <a:lnTo>
                      <a:pt x="95" y="0"/>
                    </a:lnTo>
                    <a:lnTo>
                      <a:pt x="100" y="7"/>
                    </a:lnTo>
                    <a:lnTo>
                      <a:pt x="106" y="9"/>
                    </a:lnTo>
                    <a:lnTo>
                      <a:pt x="110" y="12"/>
                    </a:lnTo>
                    <a:lnTo>
                      <a:pt x="118" y="15"/>
                    </a:lnTo>
                    <a:lnTo>
                      <a:pt x="125" y="18"/>
                    </a:lnTo>
                    <a:lnTo>
                      <a:pt x="130" y="18"/>
                    </a:lnTo>
                    <a:lnTo>
                      <a:pt x="136" y="18"/>
                    </a:lnTo>
                    <a:lnTo>
                      <a:pt x="140" y="18"/>
                    </a:lnTo>
                    <a:lnTo>
                      <a:pt x="146" y="18"/>
                    </a:lnTo>
                    <a:lnTo>
                      <a:pt x="151" y="15"/>
                    </a:lnTo>
                    <a:lnTo>
                      <a:pt x="155" y="12"/>
                    </a:lnTo>
                    <a:lnTo>
                      <a:pt x="155" y="18"/>
                    </a:lnTo>
                    <a:lnTo>
                      <a:pt x="151" y="22"/>
                    </a:lnTo>
                    <a:lnTo>
                      <a:pt x="146" y="25"/>
                    </a:lnTo>
                    <a:lnTo>
                      <a:pt x="143" y="27"/>
                    </a:lnTo>
                    <a:lnTo>
                      <a:pt x="136" y="27"/>
                    </a:lnTo>
                    <a:lnTo>
                      <a:pt x="133" y="27"/>
                    </a:lnTo>
                    <a:lnTo>
                      <a:pt x="128" y="27"/>
                    </a:lnTo>
                    <a:lnTo>
                      <a:pt x="121" y="25"/>
                    </a:lnTo>
                    <a:lnTo>
                      <a:pt x="115" y="18"/>
                    </a:lnTo>
                    <a:lnTo>
                      <a:pt x="106" y="15"/>
                    </a:lnTo>
                    <a:lnTo>
                      <a:pt x="103" y="12"/>
                    </a:lnTo>
                    <a:lnTo>
                      <a:pt x="97" y="12"/>
                    </a:lnTo>
                    <a:lnTo>
                      <a:pt x="88" y="12"/>
                    </a:lnTo>
                    <a:lnTo>
                      <a:pt x="82" y="12"/>
                    </a:lnTo>
                    <a:lnTo>
                      <a:pt x="79" y="12"/>
                    </a:lnTo>
                    <a:lnTo>
                      <a:pt x="73" y="12"/>
                    </a:lnTo>
                    <a:lnTo>
                      <a:pt x="67" y="15"/>
                    </a:lnTo>
                    <a:lnTo>
                      <a:pt x="64" y="18"/>
                    </a:lnTo>
                    <a:lnTo>
                      <a:pt x="58" y="22"/>
                    </a:lnTo>
                    <a:lnTo>
                      <a:pt x="55" y="25"/>
                    </a:lnTo>
                    <a:lnTo>
                      <a:pt x="52" y="33"/>
                    </a:lnTo>
                    <a:lnTo>
                      <a:pt x="45" y="43"/>
                    </a:lnTo>
                    <a:lnTo>
                      <a:pt x="43" y="48"/>
                    </a:lnTo>
                    <a:lnTo>
                      <a:pt x="37" y="61"/>
                    </a:lnTo>
                    <a:lnTo>
                      <a:pt x="34" y="67"/>
                    </a:lnTo>
                    <a:lnTo>
                      <a:pt x="30" y="70"/>
                    </a:lnTo>
                    <a:lnTo>
                      <a:pt x="27" y="73"/>
                    </a:lnTo>
                    <a:lnTo>
                      <a:pt x="22" y="73"/>
                    </a:lnTo>
                    <a:lnTo>
                      <a:pt x="19" y="73"/>
                    </a:lnTo>
                    <a:lnTo>
                      <a:pt x="15" y="73"/>
                    </a:lnTo>
                    <a:lnTo>
                      <a:pt x="9" y="70"/>
                    </a:lnTo>
                    <a:lnTo>
                      <a:pt x="7" y="67"/>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1" name="Freeform 35"/>
              <p:cNvSpPr>
                <a:spLocks/>
              </p:cNvSpPr>
              <p:nvPr/>
            </p:nvSpPr>
            <p:spPr bwMode="ltGray">
              <a:xfrm>
                <a:off x="157" y="510"/>
                <a:ext cx="153" cy="75"/>
              </a:xfrm>
              <a:custGeom>
                <a:avLst/>
                <a:gdLst>
                  <a:gd name="T0" fmla="*/ 3 w 153"/>
                  <a:gd name="T1" fmla="*/ 46 h 75"/>
                  <a:gd name="T2" fmla="*/ 15 w 153"/>
                  <a:gd name="T3" fmla="*/ 49 h 75"/>
                  <a:gd name="T4" fmla="*/ 23 w 153"/>
                  <a:gd name="T5" fmla="*/ 49 h 75"/>
                  <a:gd name="T6" fmla="*/ 33 w 153"/>
                  <a:gd name="T7" fmla="*/ 46 h 75"/>
                  <a:gd name="T8" fmla="*/ 42 w 153"/>
                  <a:gd name="T9" fmla="*/ 37 h 75"/>
                  <a:gd name="T10" fmla="*/ 48 w 153"/>
                  <a:gd name="T11" fmla="*/ 28 h 75"/>
                  <a:gd name="T12" fmla="*/ 57 w 153"/>
                  <a:gd name="T13" fmla="*/ 12 h 75"/>
                  <a:gd name="T14" fmla="*/ 68 w 153"/>
                  <a:gd name="T15" fmla="*/ 3 h 75"/>
                  <a:gd name="T16" fmla="*/ 83 w 153"/>
                  <a:gd name="T17" fmla="*/ 0 h 75"/>
                  <a:gd name="T18" fmla="*/ 92 w 153"/>
                  <a:gd name="T19" fmla="*/ 3 h 75"/>
                  <a:gd name="T20" fmla="*/ 104 w 153"/>
                  <a:gd name="T21" fmla="*/ 10 h 75"/>
                  <a:gd name="T22" fmla="*/ 113 w 153"/>
                  <a:gd name="T23" fmla="*/ 15 h 75"/>
                  <a:gd name="T24" fmla="*/ 125 w 153"/>
                  <a:gd name="T25" fmla="*/ 22 h 75"/>
                  <a:gd name="T26" fmla="*/ 137 w 153"/>
                  <a:gd name="T27" fmla="*/ 22 h 75"/>
                  <a:gd name="T28" fmla="*/ 149 w 153"/>
                  <a:gd name="T29" fmla="*/ 15 h 75"/>
                  <a:gd name="T30" fmla="*/ 152 w 153"/>
                  <a:gd name="T31" fmla="*/ 22 h 75"/>
                  <a:gd name="T32" fmla="*/ 143 w 153"/>
                  <a:gd name="T33" fmla="*/ 25 h 75"/>
                  <a:gd name="T34" fmla="*/ 134 w 153"/>
                  <a:gd name="T35" fmla="*/ 28 h 75"/>
                  <a:gd name="T36" fmla="*/ 122 w 153"/>
                  <a:gd name="T37" fmla="*/ 28 h 75"/>
                  <a:gd name="T38" fmla="*/ 113 w 153"/>
                  <a:gd name="T39" fmla="*/ 22 h 75"/>
                  <a:gd name="T40" fmla="*/ 102 w 153"/>
                  <a:gd name="T41" fmla="*/ 15 h 75"/>
                  <a:gd name="T42" fmla="*/ 87 w 153"/>
                  <a:gd name="T43" fmla="*/ 12 h 75"/>
                  <a:gd name="T44" fmla="*/ 75 w 153"/>
                  <a:gd name="T45" fmla="*/ 12 h 75"/>
                  <a:gd name="T46" fmla="*/ 65 w 153"/>
                  <a:gd name="T47" fmla="*/ 15 h 75"/>
                  <a:gd name="T48" fmla="*/ 57 w 153"/>
                  <a:gd name="T49" fmla="*/ 22 h 75"/>
                  <a:gd name="T50" fmla="*/ 50 w 153"/>
                  <a:gd name="T51" fmla="*/ 34 h 75"/>
                  <a:gd name="T52" fmla="*/ 42 w 153"/>
                  <a:gd name="T53" fmla="*/ 53 h 75"/>
                  <a:gd name="T54" fmla="*/ 33 w 153"/>
                  <a:gd name="T55" fmla="*/ 68 h 75"/>
                  <a:gd name="T56" fmla="*/ 23 w 153"/>
                  <a:gd name="T57" fmla="*/ 74 h 75"/>
                  <a:gd name="T58" fmla="*/ 18 w 153"/>
                  <a:gd name="T59" fmla="*/ 74 h 75"/>
                  <a:gd name="T60" fmla="*/ 8 w 153"/>
                  <a:gd name="T61" fmla="*/ 71 h 75"/>
                  <a:gd name="T62" fmla="*/ 0 w 153"/>
                  <a:gd name="T6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3" h="75">
                    <a:moveTo>
                      <a:pt x="0" y="43"/>
                    </a:moveTo>
                    <a:lnTo>
                      <a:pt x="3" y="46"/>
                    </a:lnTo>
                    <a:lnTo>
                      <a:pt x="8" y="49"/>
                    </a:lnTo>
                    <a:lnTo>
                      <a:pt x="15" y="49"/>
                    </a:lnTo>
                    <a:lnTo>
                      <a:pt x="21" y="49"/>
                    </a:lnTo>
                    <a:lnTo>
                      <a:pt x="23" y="49"/>
                    </a:lnTo>
                    <a:lnTo>
                      <a:pt x="30" y="49"/>
                    </a:lnTo>
                    <a:lnTo>
                      <a:pt x="33" y="46"/>
                    </a:lnTo>
                    <a:lnTo>
                      <a:pt x="35" y="43"/>
                    </a:lnTo>
                    <a:lnTo>
                      <a:pt x="42" y="37"/>
                    </a:lnTo>
                    <a:lnTo>
                      <a:pt x="45" y="31"/>
                    </a:lnTo>
                    <a:lnTo>
                      <a:pt x="48" y="28"/>
                    </a:lnTo>
                    <a:lnTo>
                      <a:pt x="50" y="18"/>
                    </a:lnTo>
                    <a:lnTo>
                      <a:pt x="57" y="12"/>
                    </a:lnTo>
                    <a:lnTo>
                      <a:pt x="62" y="10"/>
                    </a:lnTo>
                    <a:lnTo>
                      <a:pt x="68" y="3"/>
                    </a:lnTo>
                    <a:lnTo>
                      <a:pt x="75" y="0"/>
                    </a:lnTo>
                    <a:lnTo>
                      <a:pt x="83" y="0"/>
                    </a:lnTo>
                    <a:lnTo>
                      <a:pt x="90" y="0"/>
                    </a:lnTo>
                    <a:lnTo>
                      <a:pt x="92" y="3"/>
                    </a:lnTo>
                    <a:lnTo>
                      <a:pt x="98" y="7"/>
                    </a:lnTo>
                    <a:lnTo>
                      <a:pt x="104" y="10"/>
                    </a:lnTo>
                    <a:lnTo>
                      <a:pt x="107" y="12"/>
                    </a:lnTo>
                    <a:lnTo>
                      <a:pt x="113" y="15"/>
                    </a:lnTo>
                    <a:lnTo>
                      <a:pt x="119" y="18"/>
                    </a:lnTo>
                    <a:lnTo>
                      <a:pt x="125" y="22"/>
                    </a:lnTo>
                    <a:lnTo>
                      <a:pt x="131" y="22"/>
                    </a:lnTo>
                    <a:lnTo>
                      <a:pt x="137" y="22"/>
                    </a:lnTo>
                    <a:lnTo>
                      <a:pt x="143" y="18"/>
                    </a:lnTo>
                    <a:lnTo>
                      <a:pt x="149" y="15"/>
                    </a:lnTo>
                    <a:lnTo>
                      <a:pt x="152" y="15"/>
                    </a:lnTo>
                    <a:lnTo>
                      <a:pt x="152" y="22"/>
                    </a:lnTo>
                    <a:lnTo>
                      <a:pt x="149" y="25"/>
                    </a:lnTo>
                    <a:lnTo>
                      <a:pt x="143" y="25"/>
                    </a:lnTo>
                    <a:lnTo>
                      <a:pt x="137" y="28"/>
                    </a:lnTo>
                    <a:lnTo>
                      <a:pt x="134" y="28"/>
                    </a:lnTo>
                    <a:lnTo>
                      <a:pt x="131" y="28"/>
                    </a:lnTo>
                    <a:lnTo>
                      <a:pt x="122" y="28"/>
                    </a:lnTo>
                    <a:lnTo>
                      <a:pt x="119" y="25"/>
                    </a:lnTo>
                    <a:lnTo>
                      <a:pt x="113" y="22"/>
                    </a:lnTo>
                    <a:lnTo>
                      <a:pt x="104" y="15"/>
                    </a:lnTo>
                    <a:lnTo>
                      <a:pt x="102" y="15"/>
                    </a:lnTo>
                    <a:lnTo>
                      <a:pt x="95" y="15"/>
                    </a:lnTo>
                    <a:lnTo>
                      <a:pt x="87" y="12"/>
                    </a:lnTo>
                    <a:lnTo>
                      <a:pt x="80" y="12"/>
                    </a:lnTo>
                    <a:lnTo>
                      <a:pt x="75" y="12"/>
                    </a:lnTo>
                    <a:lnTo>
                      <a:pt x="72" y="15"/>
                    </a:lnTo>
                    <a:lnTo>
                      <a:pt x="65" y="15"/>
                    </a:lnTo>
                    <a:lnTo>
                      <a:pt x="62" y="18"/>
                    </a:lnTo>
                    <a:lnTo>
                      <a:pt x="57" y="22"/>
                    </a:lnTo>
                    <a:lnTo>
                      <a:pt x="53" y="25"/>
                    </a:lnTo>
                    <a:lnTo>
                      <a:pt x="50" y="34"/>
                    </a:lnTo>
                    <a:lnTo>
                      <a:pt x="45" y="43"/>
                    </a:lnTo>
                    <a:lnTo>
                      <a:pt x="42" y="53"/>
                    </a:lnTo>
                    <a:lnTo>
                      <a:pt x="35" y="64"/>
                    </a:lnTo>
                    <a:lnTo>
                      <a:pt x="33" y="68"/>
                    </a:lnTo>
                    <a:lnTo>
                      <a:pt x="30" y="74"/>
                    </a:lnTo>
                    <a:lnTo>
                      <a:pt x="23" y="74"/>
                    </a:lnTo>
                    <a:lnTo>
                      <a:pt x="21" y="74"/>
                    </a:lnTo>
                    <a:lnTo>
                      <a:pt x="18" y="74"/>
                    </a:lnTo>
                    <a:lnTo>
                      <a:pt x="15" y="74"/>
                    </a:lnTo>
                    <a:lnTo>
                      <a:pt x="8" y="71"/>
                    </a:lnTo>
                    <a:lnTo>
                      <a:pt x="3" y="68"/>
                    </a:lnTo>
                    <a:lnTo>
                      <a:pt x="0" y="4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2" name="Freeform 36"/>
              <p:cNvSpPr>
                <a:spLocks/>
              </p:cNvSpPr>
              <p:nvPr/>
            </p:nvSpPr>
            <p:spPr bwMode="ltGray">
              <a:xfrm>
                <a:off x="5581" y="1847"/>
                <a:ext cx="154" cy="72"/>
              </a:xfrm>
              <a:custGeom>
                <a:avLst/>
                <a:gdLst>
                  <a:gd name="T0" fmla="*/ 3 w 154"/>
                  <a:gd name="T1" fmla="*/ 44 h 72"/>
                  <a:gd name="T2" fmla="*/ 15 w 154"/>
                  <a:gd name="T3" fmla="*/ 48 h 72"/>
                  <a:gd name="T4" fmla="*/ 26 w 154"/>
                  <a:gd name="T5" fmla="*/ 48 h 72"/>
                  <a:gd name="T6" fmla="*/ 33 w 154"/>
                  <a:gd name="T7" fmla="*/ 41 h 72"/>
                  <a:gd name="T8" fmla="*/ 41 w 154"/>
                  <a:gd name="T9" fmla="*/ 36 h 72"/>
                  <a:gd name="T10" fmla="*/ 48 w 154"/>
                  <a:gd name="T11" fmla="*/ 24 h 72"/>
                  <a:gd name="T12" fmla="*/ 56 w 154"/>
                  <a:gd name="T13" fmla="*/ 12 h 72"/>
                  <a:gd name="T14" fmla="*/ 69 w 154"/>
                  <a:gd name="T15" fmla="*/ 4 h 72"/>
                  <a:gd name="T16" fmla="*/ 84 w 154"/>
                  <a:gd name="T17" fmla="*/ 0 h 72"/>
                  <a:gd name="T18" fmla="*/ 93 w 154"/>
                  <a:gd name="T19" fmla="*/ 4 h 72"/>
                  <a:gd name="T20" fmla="*/ 105 w 154"/>
                  <a:gd name="T21" fmla="*/ 9 h 72"/>
                  <a:gd name="T22" fmla="*/ 116 w 154"/>
                  <a:gd name="T23" fmla="*/ 15 h 72"/>
                  <a:gd name="T24" fmla="*/ 126 w 154"/>
                  <a:gd name="T25" fmla="*/ 18 h 72"/>
                  <a:gd name="T26" fmla="*/ 138 w 154"/>
                  <a:gd name="T27" fmla="*/ 18 h 72"/>
                  <a:gd name="T28" fmla="*/ 150 w 154"/>
                  <a:gd name="T29" fmla="*/ 15 h 72"/>
                  <a:gd name="T30" fmla="*/ 153 w 154"/>
                  <a:gd name="T31" fmla="*/ 18 h 72"/>
                  <a:gd name="T32" fmla="*/ 144 w 154"/>
                  <a:gd name="T33" fmla="*/ 24 h 72"/>
                  <a:gd name="T34" fmla="*/ 135 w 154"/>
                  <a:gd name="T35" fmla="*/ 27 h 72"/>
                  <a:gd name="T36" fmla="*/ 126 w 154"/>
                  <a:gd name="T37" fmla="*/ 24 h 72"/>
                  <a:gd name="T38" fmla="*/ 114 w 154"/>
                  <a:gd name="T39" fmla="*/ 18 h 72"/>
                  <a:gd name="T40" fmla="*/ 101 w 154"/>
                  <a:gd name="T41" fmla="*/ 12 h 72"/>
                  <a:gd name="T42" fmla="*/ 86 w 154"/>
                  <a:gd name="T43" fmla="*/ 12 h 72"/>
                  <a:gd name="T44" fmla="*/ 78 w 154"/>
                  <a:gd name="T45" fmla="*/ 12 h 72"/>
                  <a:gd name="T46" fmla="*/ 66 w 154"/>
                  <a:gd name="T47" fmla="*/ 15 h 72"/>
                  <a:gd name="T48" fmla="*/ 56 w 154"/>
                  <a:gd name="T49" fmla="*/ 21 h 72"/>
                  <a:gd name="T50" fmla="*/ 51 w 154"/>
                  <a:gd name="T51" fmla="*/ 33 h 72"/>
                  <a:gd name="T52" fmla="*/ 41 w 154"/>
                  <a:gd name="T53" fmla="*/ 51 h 72"/>
                  <a:gd name="T54" fmla="*/ 33 w 154"/>
                  <a:gd name="T55" fmla="*/ 65 h 72"/>
                  <a:gd name="T56" fmla="*/ 26 w 154"/>
                  <a:gd name="T57" fmla="*/ 71 h 72"/>
                  <a:gd name="T58" fmla="*/ 18 w 154"/>
                  <a:gd name="T59" fmla="*/ 71 h 72"/>
                  <a:gd name="T60" fmla="*/ 8 w 154"/>
                  <a:gd name="T61" fmla="*/ 68 h 72"/>
                  <a:gd name="T62" fmla="*/ 0 w 154"/>
                  <a:gd name="T63" fmla="*/ 4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4" h="72">
                    <a:moveTo>
                      <a:pt x="0" y="41"/>
                    </a:moveTo>
                    <a:lnTo>
                      <a:pt x="3" y="44"/>
                    </a:lnTo>
                    <a:lnTo>
                      <a:pt x="8" y="48"/>
                    </a:lnTo>
                    <a:lnTo>
                      <a:pt x="15" y="48"/>
                    </a:lnTo>
                    <a:lnTo>
                      <a:pt x="21" y="48"/>
                    </a:lnTo>
                    <a:lnTo>
                      <a:pt x="26" y="48"/>
                    </a:lnTo>
                    <a:lnTo>
                      <a:pt x="30" y="44"/>
                    </a:lnTo>
                    <a:lnTo>
                      <a:pt x="33" y="41"/>
                    </a:lnTo>
                    <a:lnTo>
                      <a:pt x="36" y="41"/>
                    </a:lnTo>
                    <a:lnTo>
                      <a:pt x="41" y="36"/>
                    </a:lnTo>
                    <a:lnTo>
                      <a:pt x="45" y="30"/>
                    </a:lnTo>
                    <a:lnTo>
                      <a:pt x="48" y="24"/>
                    </a:lnTo>
                    <a:lnTo>
                      <a:pt x="51" y="18"/>
                    </a:lnTo>
                    <a:lnTo>
                      <a:pt x="56" y="12"/>
                    </a:lnTo>
                    <a:lnTo>
                      <a:pt x="63" y="6"/>
                    </a:lnTo>
                    <a:lnTo>
                      <a:pt x="69" y="4"/>
                    </a:lnTo>
                    <a:lnTo>
                      <a:pt x="75" y="0"/>
                    </a:lnTo>
                    <a:lnTo>
                      <a:pt x="84" y="0"/>
                    </a:lnTo>
                    <a:lnTo>
                      <a:pt x="90" y="0"/>
                    </a:lnTo>
                    <a:lnTo>
                      <a:pt x="93" y="4"/>
                    </a:lnTo>
                    <a:lnTo>
                      <a:pt x="99" y="6"/>
                    </a:lnTo>
                    <a:lnTo>
                      <a:pt x="105" y="9"/>
                    </a:lnTo>
                    <a:lnTo>
                      <a:pt x="108" y="12"/>
                    </a:lnTo>
                    <a:lnTo>
                      <a:pt x="116" y="15"/>
                    </a:lnTo>
                    <a:lnTo>
                      <a:pt x="123" y="18"/>
                    </a:lnTo>
                    <a:lnTo>
                      <a:pt x="126" y="18"/>
                    </a:lnTo>
                    <a:lnTo>
                      <a:pt x="131" y="21"/>
                    </a:lnTo>
                    <a:lnTo>
                      <a:pt x="138" y="18"/>
                    </a:lnTo>
                    <a:lnTo>
                      <a:pt x="144" y="18"/>
                    </a:lnTo>
                    <a:lnTo>
                      <a:pt x="150" y="15"/>
                    </a:lnTo>
                    <a:lnTo>
                      <a:pt x="153" y="12"/>
                    </a:lnTo>
                    <a:lnTo>
                      <a:pt x="153" y="18"/>
                    </a:lnTo>
                    <a:lnTo>
                      <a:pt x="150" y="21"/>
                    </a:lnTo>
                    <a:lnTo>
                      <a:pt x="144" y="24"/>
                    </a:lnTo>
                    <a:lnTo>
                      <a:pt x="141" y="27"/>
                    </a:lnTo>
                    <a:lnTo>
                      <a:pt x="135" y="27"/>
                    </a:lnTo>
                    <a:lnTo>
                      <a:pt x="131" y="27"/>
                    </a:lnTo>
                    <a:lnTo>
                      <a:pt x="126" y="24"/>
                    </a:lnTo>
                    <a:lnTo>
                      <a:pt x="120" y="24"/>
                    </a:lnTo>
                    <a:lnTo>
                      <a:pt x="114" y="18"/>
                    </a:lnTo>
                    <a:lnTo>
                      <a:pt x="105" y="15"/>
                    </a:lnTo>
                    <a:lnTo>
                      <a:pt x="101" y="12"/>
                    </a:lnTo>
                    <a:lnTo>
                      <a:pt x="96" y="12"/>
                    </a:lnTo>
                    <a:lnTo>
                      <a:pt x="86" y="12"/>
                    </a:lnTo>
                    <a:lnTo>
                      <a:pt x="81" y="12"/>
                    </a:lnTo>
                    <a:lnTo>
                      <a:pt x="78" y="12"/>
                    </a:lnTo>
                    <a:lnTo>
                      <a:pt x="71" y="12"/>
                    </a:lnTo>
                    <a:lnTo>
                      <a:pt x="66" y="15"/>
                    </a:lnTo>
                    <a:lnTo>
                      <a:pt x="63" y="18"/>
                    </a:lnTo>
                    <a:lnTo>
                      <a:pt x="56" y="21"/>
                    </a:lnTo>
                    <a:lnTo>
                      <a:pt x="54" y="24"/>
                    </a:lnTo>
                    <a:lnTo>
                      <a:pt x="51" y="33"/>
                    </a:lnTo>
                    <a:lnTo>
                      <a:pt x="45" y="39"/>
                    </a:lnTo>
                    <a:lnTo>
                      <a:pt x="41" y="51"/>
                    </a:lnTo>
                    <a:lnTo>
                      <a:pt x="36" y="59"/>
                    </a:lnTo>
                    <a:lnTo>
                      <a:pt x="33" y="65"/>
                    </a:lnTo>
                    <a:lnTo>
                      <a:pt x="30" y="68"/>
                    </a:lnTo>
                    <a:lnTo>
                      <a:pt x="26" y="71"/>
                    </a:lnTo>
                    <a:lnTo>
                      <a:pt x="21" y="71"/>
                    </a:lnTo>
                    <a:lnTo>
                      <a:pt x="18" y="71"/>
                    </a:lnTo>
                    <a:lnTo>
                      <a:pt x="15" y="71"/>
                    </a:lnTo>
                    <a:lnTo>
                      <a:pt x="8" y="68"/>
                    </a:lnTo>
                    <a:lnTo>
                      <a:pt x="6" y="65"/>
                    </a:lnTo>
                    <a:lnTo>
                      <a:pt x="0" y="4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3" name="Freeform 37"/>
              <p:cNvSpPr>
                <a:spLocks/>
              </p:cNvSpPr>
              <p:nvPr/>
            </p:nvSpPr>
            <p:spPr bwMode="ltGray">
              <a:xfrm>
                <a:off x="4436" y="4096"/>
                <a:ext cx="57" cy="66"/>
              </a:xfrm>
              <a:custGeom>
                <a:avLst/>
                <a:gdLst>
                  <a:gd name="T0" fmla="*/ 31 w 57"/>
                  <a:gd name="T1" fmla="*/ 0 h 66"/>
                  <a:gd name="T2" fmla="*/ 0 w 57"/>
                  <a:gd name="T3" fmla="*/ 17 h 66"/>
                  <a:gd name="T4" fmla="*/ 17 w 57"/>
                  <a:gd name="T5" fmla="*/ 65 h 66"/>
                  <a:gd name="T6" fmla="*/ 56 w 57"/>
                  <a:gd name="T7" fmla="*/ 41 h 66"/>
                  <a:gd name="T8" fmla="*/ 31 w 57"/>
                  <a:gd name="T9" fmla="*/ 0 h 66"/>
                </a:gdLst>
                <a:ahLst/>
                <a:cxnLst>
                  <a:cxn ang="0">
                    <a:pos x="T0" y="T1"/>
                  </a:cxn>
                  <a:cxn ang="0">
                    <a:pos x="T2" y="T3"/>
                  </a:cxn>
                  <a:cxn ang="0">
                    <a:pos x="T4" y="T5"/>
                  </a:cxn>
                  <a:cxn ang="0">
                    <a:pos x="T6" y="T7"/>
                  </a:cxn>
                  <a:cxn ang="0">
                    <a:pos x="T8" y="T9"/>
                  </a:cxn>
                </a:cxnLst>
                <a:rect l="0" t="0" r="r" b="b"/>
                <a:pathLst>
                  <a:path w="57" h="66">
                    <a:moveTo>
                      <a:pt x="31" y="0"/>
                    </a:moveTo>
                    <a:lnTo>
                      <a:pt x="0" y="17"/>
                    </a:lnTo>
                    <a:lnTo>
                      <a:pt x="17" y="65"/>
                    </a:lnTo>
                    <a:lnTo>
                      <a:pt x="56" y="41"/>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4" name="Freeform 38"/>
              <p:cNvSpPr>
                <a:spLocks/>
              </p:cNvSpPr>
              <p:nvPr/>
            </p:nvSpPr>
            <p:spPr bwMode="ltGray">
              <a:xfrm>
                <a:off x="107" y="2501"/>
                <a:ext cx="55" cy="65"/>
              </a:xfrm>
              <a:custGeom>
                <a:avLst/>
                <a:gdLst>
                  <a:gd name="T0" fmla="*/ 30 w 55"/>
                  <a:gd name="T1" fmla="*/ 0 h 65"/>
                  <a:gd name="T2" fmla="*/ 0 w 55"/>
                  <a:gd name="T3" fmla="*/ 17 h 65"/>
                  <a:gd name="T4" fmla="*/ 16 w 55"/>
                  <a:gd name="T5" fmla="*/ 64 h 65"/>
                  <a:gd name="T6" fmla="*/ 54 w 55"/>
                  <a:gd name="T7" fmla="*/ 40 h 65"/>
                  <a:gd name="T8" fmla="*/ 30 w 55"/>
                  <a:gd name="T9" fmla="*/ 0 h 65"/>
                </a:gdLst>
                <a:ahLst/>
                <a:cxnLst>
                  <a:cxn ang="0">
                    <a:pos x="T0" y="T1"/>
                  </a:cxn>
                  <a:cxn ang="0">
                    <a:pos x="T2" y="T3"/>
                  </a:cxn>
                  <a:cxn ang="0">
                    <a:pos x="T4" y="T5"/>
                  </a:cxn>
                  <a:cxn ang="0">
                    <a:pos x="T6" y="T7"/>
                  </a:cxn>
                  <a:cxn ang="0">
                    <a:pos x="T8" y="T9"/>
                  </a:cxn>
                </a:cxnLst>
                <a:rect l="0" t="0" r="r" b="b"/>
                <a:pathLst>
                  <a:path w="55" h="65">
                    <a:moveTo>
                      <a:pt x="30" y="0"/>
                    </a:moveTo>
                    <a:lnTo>
                      <a:pt x="0" y="17"/>
                    </a:lnTo>
                    <a:lnTo>
                      <a:pt x="16" y="64"/>
                    </a:lnTo>
                    <a:lnTo>
                      <a:pt x="54" y="40"/>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5" name="Freeform 39"/>
              <p:cNvSpPr>
                <a:spLocks/>
              </p:cNvSpPr>
              <p:nvPr/>
            </p:nvSpPr>
            <p:spPr bwMode="ltGray">
              <a:xfrm>
                <a:off x="5139" y="1106"/>
                <a:ext cx="56" cy="65"/>
              </a:xfrm>
              <a:custGeom>
                <a:avLst/>
                <a:gdLst>
                  <a:gd name="T0" fmla="*/ 30 w 56"/>
                  <a:gd name="T1" fmla="*/ 0 h 65"/>
                  <a:gd name="T2" fmla="*/ 0 w 56"/>
                  <a:gd name="T3" fmla="*/ 17 h 65"/>
                  <a:gd name="T4" fmla="*/ 16 w 56"/>
                  <a:gd name="T5" fmla="*/ 64 h 65"/>
                  <a:gd name="T6" fmla="*/ 55 w 56"/>
                  <a:gd name="T7" fmla="*/ 41 h 65"/>
                  <a:gd name="T8" fmla="*/ 30 w 56"/>
                  <a:gd name="T9" fmla="*/ 0 h 65"/>
                </a:gdLst>
                <a:ahLst/>
                <a:cxnLst>
                  <a:cxn ang="0">
                    <a:pos x="T0" y="T1"/>
                  </a:cxn>
                  <a:cxn ang="0">
                    <a:pos x="T2" y="T3"/>
                  </a:cxn>
                  <a:cxn ang="0">
                    <a:pos x="T4" y="T5"/>
                  </a:cxn>
                  <a:cxn ang="0">
                    <a:pos x="T6" y="T7"/>
                  </a:cxn>
                  <a:cxn ang="0">
                    <a:pos x="T8" y="T9"/>
                  </a:cxn>
                </a:cxnLst>
                <a:rect l="0" t="0" r="r" b="b"/>
                <a:pathLst>
                  <a:path w="56" h="65">
                    <a:moveTo>
                      <a:pt x="30" y="0"/>
                    </a:moveTo>
                    <a:lnTo>
                      <a:pt x="0" y="17"/>
                    </a:lnTo>
                    <a:lnTo>
                      <a:pt x="16" y="64"/>
                    </a:lnTo>
                    <a:lnTo>
                      <a:pt x="55" y="41"/>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6" name="Freeform 40"/>
              <p:cNvSpPr>
                <a:spLocks/>
              </p:cNvSpPr>
              <p:nvPr/>
            </p:nvSpPr>
            <p:spPr bwMode="ltGray">
              <a:xfrm>
                <a:off x="4703" y="54"/>
                <a:ext cx="60" cy="81"/>
              </a:xfrm>
              <a:custGeom>
                <a:avLst/>
                <a:gdLst>
                  <a:gd name="T0" fmla="*/ 59 w 60"/>
                  <a:gd name="T1" fmla="*/ 0 h 81"/>
                  <a:gd name="T2" fmla="*/ 0 w 60"/>
                  <a:gd name="T3" fmla="*/ 30 h 81"/>
                  <a:gd name="T4" fmla="*/ 45 w 60"/>
                  <a:gd name="T5" fmla="*/ 80 h 81"/>
                  <a:gd name="T6" fmla="*/ 59 w 60"/>
                  <a:gd name="T7" fmla="*/ 0 h 81"/>
                </a:gdLst>
                <a:ahLst/>
                <a:cxnLst>
                  <a:cxn ang="0">
                    <a:pos x="T0" y="T1"/>
                  </a:cxn>
                  <a:cxn ang="0">
                    <a:pos x="T2" y="T3"/>
                  </a:cxn>
                  <a:cxn ang="0">
                    <a:pos x="T4" y="T5"/>
                  </a:cxn>
                  <a:cxn ang="0">
                    <a:pos x="T6" y="T7"/>
                  </a:cxn>
                </a:cxnLst>
                <a:rect l="0" t="0" r="r" b="b"/>
                <a:pathLst>
                  <a:path w="60" h="81">
                    <a:moveTo>
                      <a:pt x="59" y="0"/>
                    </a:moveTo>
                    <a:lnTo>
                      <a:pt x="0" y="30"/>
                    </a:lnTo>
                    <a:lnTo>
                      <a:pt x="45" y="80"/>
                    </a:lnTo>
                    <a:lnTo>
                      <a:pt x="59"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7" name="Freeform 41"/>
              <p:cNvSpPr>
                <a:spLocks/>
              </p:cNvSpPr>
              <p:nvPr/>
            </p:nvSpPr>
            <p:spPr bwMode="ltGray">
              <a:xfrm>
                <a:off x="5601" y="3074"/>
                <a:ext cx="60" cy="80"/>
              </a:xfrm>
              <a:custGeom>
                <a:avLst/>
                <a:gdLst>
                  <a:gd name="T0" fmla="*/ 59 w 60"/>
                  <a:gd name="T1" fmla="*/ 0 h 80"/>
                  <a:gd name="T2" fmla="*/ 0 w 60"/>
                  <a:gd name="T3" fmla="*/ 30 h 80"/>
                  <a:gd name="T4" fmla="*/ 42 w 60"/>
                  <a:gd name="T5" fmla="*/ 79 h 80"/>
                  <a:gd name="T6" fmla="*/ 59 w 60"/>
                  <a:gd name="T7" fmla="*/ 0 h 80"/>
                </a:gdLst>
                <a:ahLst/>
                <a:cxnLst>
                  <a:cxn ang="0">
                    <a:pos x="T0" y="T1"/>
                  </a:cxn>
                  <a:cxn ang="0">
                    <a:pos x="T2" y="T3"/>
                  </a:cxn>
                  <a:cxn ang="0">
                    <a:pos x="T4" y="T5"/>
                  </a:cxn>
                  <a:cxn ang="0">
                    <a:pos x="T6" y="T7"/>
                  </a:cxn>
                </a:cxnLst>
                <a:rect l="0" t="0" r="r" b="b"/>
                <a:pathLst>
                  <a:path w="60" h="80">
                    <a:moveTo>
                      <a:pt x="59" y="0"/>
                    </a:moveTo>
                    <a:lnTo>
                      <a:pt x="0" y="30"/>
                    </a:lnTo>
                    <a:lnTo>
                      <a:pt x="42" y="79"/>
                    </a:lnTo>
                    <a:lnTo>
                      <a:pt x="59"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8" name="Freeform 42"/>
              <p:cNvSpPr>
                <a:spLocks/>
              </p:cNvSpPr>
              <p:nvPr/>
            </p:nvSpPr>
            <p:spPr bwMode="ltGray">
              <a:xfrm>
                <a:off x="2788" y="4005"/>
                <a:ext cx="59" cy="83"/>
              </a:xfrm>
              <a:custGeom>
                <a:avLst/>
                <a:gdLst>
                  <a:gd name="T0" fmla="*/ 58 w 59"/>
                  <a:gd name="T1" fmla="*/ 0 h 83"/>
                  <a:gd name="T2" fmla="*/ 0 w 59"/>
                  <a:gd name="T3" fmla="*/ 31 h 83"/>
                  <a:gd name="T4" fmla="*/ 42 w 59"/>
                  <a:gd name="T5" fmla="*/ 82 h 83"/>
                  <a:gd name="T6" fmla="*/ 58 w 59"/>
                  <a:gd name="T7" fmla="*/ 0 h 83"/>
                </a:gdLst>
                <a:ahLst/>
                <a:cxnLst>
                  <a:cxn ang="0">
                    <a:pos x="T0" y="T1"/>
                  </a:cxn>
                  <a:cxn ang="0">
                    <a:pos x="T2" y="T3"/>
                  </a:cxn>
                  <a:cxn ang="0">
                    <a:pos x="T4" y="T5"/>
                  </a:cxn>
                  <a:cxn ang="0">
                    <a:pos x="T6" y="T7"/>
                  </a:cxn>
                </a:cxnLst>
                <a:rect l="0" t="0" r="r" b="b"/>
                <a:pathLst>
                  <a:path w="59" h="83">
                    <a:moveTo>
                      <a:pt x="58" y="0"/>
                    </a:moveTo>
                    <a:lnTo>
                      <a:pt x="0" y="31"/>
                    </a:lnTo>
                    <a:lnTo>
                      <a:pt x="42" y="82"/>
                    </a:lnTo>
                    <a:lnTo>
                      <a:pt x="5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199" name="Freeform 43"/>
              <p:cNvSpPr>
                <a:spLocks/>
              </p:cNvSpPr>
              <p:nvPr/>
            </p:nvSpPr>
            <p:spPr bwMode="ltGray">
              <a:xfrm>
                <a:off x="256" y="3041"/>
                <a:ext cx="61" cy="83"/>
              </a:xfrm>
              <a:custGeom>
                <a:avLst/>
                <a:gdLst>
                  <a:gd name="T0" fmla="*/ 60 w 61"/>
                  <a:gd name="T1" fmla="*/ 0 h 83"/>
                  <a:gd name="T2" fmla="*/ 0 w 61"/>
                  <a:gd name="T3" fmla="*/ 31 h 83"/>
                  <a:gd name="T4" fmla="*/ 46 w 61"/>
                  <a:gd name="T5" fmla="*/ 82 h 83"/>
                  <a:gd name="T6" fmla="*/ 60 w 61"/>
                  <a:gd name="T7" fmla="*/ 0 h 83"/>
                </a:gdLst>
                <a:ahLst/>
                <a:cxnLst>
                  <a:cxn ang="0">
                    <a:pos x="T0" y="T1"/>
                  </a:cxn>
                  <a:cxn ang="0">
                    <a:pos x="T2" y="T3"/>
                  </a:cxn>
                  <a:cxn ang="0">
                    <a:pos x="T4" y="T5"/>
                  </a:cxn>
                  <a:cxn ang="0">
                    <a:pos x="T6" y="T7"/>
                  </a:cxn>
                </a:cxnLst>
                <a:rect l="0" t="0" r="r" b="b"/>
                <a:pathLst>
                  <a:path w="61" h="83">
                    <a:moveTo>
                      <a:pt x="60" y="0"/>
                    </a:moveTo>
                    <a:lnTo>
                      <a:pt x="0" y="31"/>
                    </a:lnTo>
                    <a:lnTo>
                      <a:pt x="46" y="82"/>
                    </a:lnTo>
                    <a:lnTo>
                      <a:pt x="6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00" name="Freeform 44"/>
              <p:cNvSpPr>
                <a:spLocks/>
              </p:cNvSpPr>
              <p:nvPr/>
            </p:nvSpPr>
            <p:spPr bwMode="ltGray">
              <a:xfrm>
                <a:off x="4707" y="4074"/>
                <a:ext cx="59" cy="78"/>
              </a:xfrm>
              <a:custGeom>
                <a:avLst/>
                <a:gdLst>
                  <a:gd name="T0" fmla="*/ 58 w 59"/>
                  <a:gd name="T1" fmla="*/ 0 h 78"/>
                  <a:gd name="T2" fmla="*/ 0 w 59"/>
                  <a:gd name="T3" fmla="*/ 30 h 78"/>
                  <a:gd name="T4" fmla="*/ 42 w 59"/>
                  <a:gd name="T5" fmla="*/ 77 h 78"/>
                  <a:gd name="T6" fmla="*/ 58 w 59"/>
                  <a:gd name="T7" fmla="*/ 0 h 78"/>
                </a:gdLst>
                <a:ahLst/>
                <a:cxnLst>
                  <a:cxn ang="0">
                    <a:pos x="T0" y="T1"/>
                  </a:cxn>
                  <a:cxn ang="0">
                    <a:pos x="T2" y="T3"/>
                  </a:cxn>
                  <a:cxn ang="0">
                    <a:pos x="T4" y="T5"/>
                  </a:cxn>
                  <a:cxn ang="0">
                    <a:pos x="T6" y="T7"/>
                  </a:cxn>
                </a:cxnLst>
                <a:rect l="0" t="0" r="r" b="b"/>
                <a:pathLst>
                  <a:path w="59" h="78">
                    <a:moveTo>
                      <a:pt x="58" y="0"/>
                    </a:moveTo>
                    <a:lnTo>
                      <a:pt x="0" y="30"/>
                    </a:lnTo>
                    <a:lnTo>
                      <a:pt x="42" y="77"/>
                    </a:lnTo>
                    <a:lnTo>
                      <a:pt x="58"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01" name="Freeform 45"/>
              <p:cNvSpPr>
                <a:spLocks/>
              </p:cNvSpPr>
              <p:nvPr/>
            </p:nvSpPr>
            <p:spPr bwMode="ltGray">
              <a:xfrm>
                <a:off x="234" y="3987"/>
                <a:ext cx="61" cy="81"/>
              </a:xfrm>
              <a:custGeom>
                <a:avLst/>
                <a:gdLst>
                  <a:gd name="T0" fmla="*/ 0 w 61"/>
                  <a:gd name="T1" fmla="*/ 0 h 81"/>
                  <a:gd name="T2" fmla="*/ 60 w 61"/>
                  <a:gd name="T3" fmla="*/ 31 h 81"/>
                  <a:gd name="T4" fmla="*/ 18 w 61"/>
                  <a:gd name="T5" fmla="*/ 80 h 81"/>
                  <a:gd name="T6" fmla="*/ 0 w 61"/>
                  <a:gd name="T7" fmla="*/ 0 h 81"/>
                </a:gdLst>
                <a:ahLst/>
                <a:cxnLst>
                  <a:cxn ang="0">
                    <a:pos x="T0" y="T1"/>
                  </a:cxn>
                  <a:cxn ang="0">
                    <a:pos x="T2" y="T3"/>
                  </a:cxn>
                  <a:cxn ang="0">
                    <a:pos x="T4" y="T5"/>
                  </a:cxn>
                  <a:cxn ang="0">
                    <a:pos x="T6" y="T7"/>
                  </a:cxn>
                </a:cxnLst>
                <a:rect l="0" t="0" r="r" b="b"/>
                <a:pathLst>
                  <a:path w="61" h="81">
                    <a:moveTo>
                      <a:pt x="0" y="0"/>
                    </a:moveTo>
                    <a:lnTo>
                      <a:pt x="60" y="31"/>
                    </a:lnTo>
                    <a:lnTo>
                      <a:pt x="18" y="80"/>
                    </a:lnTo>
                    <a:lnTo>
                      <a:pt x="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02" name="Freeform 46"/>
              <p:cNvSpPr>
                <a:spLocks/>
              </p:cNvSpPr>
              <p:nvPr/>
            </p:nvSpPr>
            <p:spPr bwMode="ltGray">
              <a:xfrm>
                <a:off x="2285" y="99"/>
                <a:ext cx="61" cy="82"/>
              </a:xfrm>
              <a:custGeom>
                <a:avLst/>
                <a:gdLst>
                  <a:gd name="T0" fmla="*/ 0 w 61"/>
                  <a:gd name="T1" fmla="*/ 0 h 82"/>
                  <a:gd name="T2" fmla="*/ 60 w 61"/>
                  <a:gd name="T3" fmla="*/ 31 h 82"/>
                  <a:gd name="T4" fmla="*/ 18 w 61"/>
                  <a:gd name="T5" fmla="*/ 81 h 82"/>
                  <a:gd name="T6" fmla="*/ 0 w 61"/>
                  <a:gd name="T7" fmla="*/ 0 h 82"/>
                </a:gdLst>
                <a:ahLst/>
                <a:cxnLst>
                  <a:cxn ang="0">
                    <a:pos x="T0" y="T1"/>
                  </a:cxn>
                  <a:cxn ang="0">
                    <a:pos x="T2" y="T3"/>
                  </a:cxn>
                  <a:cxn ang="0">
                    <a:pos x="T4" y="T5"/>
                  </a:cxn>
                  <a:cxn ang="0">
                    <a:pos x="T6" y="T7"/>
                  </a:cxn>
                </a:cxnLst>
                <a:rect l="0" t="0" r="r" b="b"/>
                <a:pathLst>
                  <a:path w="61" h="82">
                    <a:moveTo>
                      <a:pt x="0" y="0"/>
                    </a:moveTo>
                    <a:lnTo>
                      <a:pt x="60" y="31"/>
                    </a:lnTo>
                    <a:lnTo>
                      <a:pt x="18" y="81"/>
                    </a:lnTo>
                    <a:lnTo>
                      <a:pt x="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03" name="Rectangle 47"/>
              <p:cNvSpPr>
                <a:spLocks noChangeArrowheads="1"/>
              </p:cNvSpPr>
              <p:nvPr/>
            </p:nvSpPr>
            <p:spPr bwMode="ltGray">
              <a:xfrm>
                <a:off x="1629" y="103"/>
                <a:ext cx="53" cy="56"/>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04" name="Rectangle 48"/>
              <p:cNvSpPr>
                <a:spLocks noChangeArrowheads="1"/>
              </p:cNvSpPr>
              <p:nvPr/>
            </p:nvSpPr>
            <p:spPr bwMode="ltGray">
              <a:xfrm>
                <a:off x="5563" y="129"/>
                <a:ext cx="52" cy="56"/>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05" name="Rectangle 49"/>
              <p:cNvSpPr>
                <a:spLocks noChangeArrowheads="1"/>
              </p:cNvSpPr>
              <p:nvPr/>
            </p:nvSpPr>
            <p:spPr bwMode="ltGray">
              <a:xfrm>
                <a:off x="5039" y="4013"/>
                <a:ext cx="53" cy="57"/>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06" name="Rectangle 50"/>
              <p:cNvSpPr>
                <a:spLocks noChangeArrowheads="1"/>
              </p:cNvSpPr>
              <p:nvPr/>
            </p:nvSpPr>
            <p:spPr bwMode="ltGray">
              <a:xfrm>
                <a:off x="5651" y="782"/>
                <a:ext cx="41" cy="43"/>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07" name="Rectangle 51"/>
              <p:cNvSpPr>
                <a:spLocks noChangeArrowheads="1"/>
              </p:cNvSpPr>
              <p:nvPr/>
            </p:nvSpPr>
            <p:spPr bwMode="ltGray">
              <a:xfrm>
                <a:off x="648" y="202"/>
                <a:ext cx="52" cy="54"/>
              </a:xfrm>
              <a:prstGeom prst="rect">
                <a:avLst/>
              </a:pr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08" name="Freeform 52"/>
              <p:cNvSpPr>
                <a:spLocks/>
              </p:cNvSpPr>
              <p:nvPr/>
            </p:nvSpPr>
            <p:spPr bwMode="ltGray">
              <a:xfrm>
                <a:off x="177" y="1414"/>
                <a:ext cx="229" cy="116"/>
              </a:xfrm>
              <a:custGeom>
                <a:avLst/>
                <a:gdLst>
                  <a:gd name="T0" fmla="*/ 228 w 229"/>
                  <a:gd name="T1" fmla="*/ 4 h 116"/>
                  <a:gd name="T2" fmla="*/ 222 w 229"/>
                  <a:gd name="T3" fmla="*/ 0 h 116"/>
                  <a:gd name="T4" fmla="*/ 210 w 229"/>
                  <a:gd name="T5" fmla="*/ 0 h 116"/>
                  <a:gd name="T6" fmla="*/ 200 w 229"/>
                  <a:gd name="T7" fmla="*/ 0 h 116"/>
                  <a:gd name="T8" fmla="*/ 192 w 229"/>
                  <a:gd name="T9" fmla="*/ 0 h 116"/>
                  <a:gd name="T10" fmla="*/ 180 w 229"/>
                  <a:gd name="T11" fmla="*/ 4 h 116"/>
                  <a:gd name="T12" fmla="*/ 170 w 229"/>
                  <a:gd name="T13" fmla="*/ 10 h 116"/>
                  <a:gd name="T14" fmla="*/ 164 w 229"/>
                  <a:gd name="T15" fmla="*/ 13 h 116"/>
                  <a:gd name="T16" fmla="*/ 159 w 229"/>
                  <a:gd name="T17" fmla="*/ 22 h 116"/>
                  <a:gd name="T18" fmla="*/ 152 w 229"/>
                  <a:gd name="T19" fmla="*/ 31 h 116"/>
                  <a:gd name="T20" fmla="*/ 149 w 229"/>
                  <a:gd name="T21" fmla="*/ 38 h 116"/>
                  <a:gd name="T22" fmla="*/ 146 w 229"/>
                  <a:gd name="T23" fmla="*/ 43 h 116"/>
                  <a:gd name="T24" fmla="*/ 134 w 229"/>
                  <a:gd name="T25" fmla="*/ 59 h 116"/>
                  <a:gd name="T26" fmla="*/ 122 w 229"/>
                  <a:gd name="T27" fmla="*/ 72 h 116"/>
                  <a:gd name="T28" fmla="*/ 113 w 229"/>
                  <a:gd name="T29" fmla="*/ 77 h 116"/>
                  <a:gd name="T30" fmla="*/ 98 w 229"/>
                  <a:gd name="T31" fmla="*/ 84 h 116"/>
                  <a:gd name="T32" fmla="*/ 86 w 229"/>
                  <a:gd name="T33" fmla="*/ 90 h 116"/>
                  <a:gd name="T34" fmla="*/ 73 w 229"/>
                  <a:gd name="T35" fmla="*/ 93 h 116"/>
                  <a:gd name="T36" fmla="*/ 64 w 229"/>
                  <a:gd name="T37" fmla="*/ 93 h 116"/>
                  <a:gd name="T38" fmla="*/ 52 w 229"/>
                  <a:gd name="T39" fmla="*/ 93 h 116"/>
                  <a:gd name="T40" fmla="*/ 37 w 229"/>
                  <a:gd name="T41" fmla="*/ 90 h 116"/>
                  <a:gd name="T42" fmla="*/ 25 w 229"/>
                  <a:gd name="T43" fmla="*/ 84 h 116"/>
                  <a:gd name="T44" fmla="*/ 15 w 229"/>
                  <a:gd name="T45" fmla="*/ 74 h 116"/>
                  <a:gd name="T46" fmla="*/ 10 w 229"/>
                  <a:gd name="T47" fmla="*/ 69 h 116"/>
                  <a:gd name="T48" fmla="*/ 0 w 229"/>
                  <a:gd name="T49" fmla="*/ 100 h 116"/>
                  <a:gd name="T50" fmla="*/ 7 w 229"/>
                  <a:gd name="T51" fmla="*/ 105 h 116"/>
                  <a:gd name="T52" fmla="*/ 22 w 229"/>
                  <a:gd name="T53" fmla="*/ 112 h 116"/>
                  <a:gd name="T54" fmla="*/ 33 w 229"/>
                  <a:gd name="T55" fmla="*/ 112 h 116"/>
                  <a:gd name="T56" fmla="*/ 48 w 229"/>
                  <a:gd name="T57" fmla="*/ 115 h 116"/>
                  <a:gd name="T58" fmla="*/ 61 w 229"/>
                  <a:gd name="T59" fmla="*/ 115 h 116"/>
                  <a:gd name="T60" fmla="*/ 73 w 229"/>
                  <a:gd name="T61" fmla="*/ 112 h 116"/>
                  <a:gd name="T62" fmla="*/ 88 w 229"/>
                  <a:gd name="T63" fmla="*/ 105 h 116"/>
                  <a:gd name="T64" fmla="*/ 98 w 229"/>
                  <a:gd name="T65" fmla="*/ 100 h 116"/>
                  <a:gd name="T66" fmla="*/ 104 w 229"/>
                  <a:gd name="T67" fmla="*/ 97 h 116"/>
                  <a:gd name="T68" fmla="*/ 119 w 229"/>
                  <a:gd name="T69" fmla="*/ 84 h 116"/>
                  <a:gd name="T70" fmla="*/ 131 w 229"/>
                  <a:gd name="T71" fmla="*/ 72 h 116"/>
                  <a:gd name="T72" fmla="*/ 140 w 229"/>
                  <a:gd name="T73" fmla="*/ 56 h 116"/>
                  <a:gd name="T74" fmla="*/ 149 w 229"/>
                  <a:gd name="T75" fmla="*/ 43 h 116"/>
                  <a:gd name="T76" fmla="*/ 159 w 229"/>
                  <a:gd name="T77" fmla="*/ 41 h 116"/>
                  <a:gd name="T78" fmla="*/ 167 w 229"/>
                  <a:gd name="T79" fmla="*/ 31 h 116"/>
                  <a:gd name="T80" fmla="*/ 177 w 229"/>
                  <a:gd name="T81" fmla="*/ 28 h 116"/>
                  <a:gd name="T82" fmla="*/ 185 w 229"/>
                  <a:gd name="T83" fmla="*/ 25 h 116"/>
                  <a:gd name="T84" fmla="*/ 198 w 229"/>
                  <a:gd name="T85" fmla="*/ 25 h 116"/>
                  <a:gd name="T86" fmla="*/ 204 w 229"/>
                  <a:gd name="T87" fmla="*/ 25 h 116"/>
                  <a:gd name="T88" fmla="*/ 210 w 229"/>
                  <a:gd name="T89" fmla="*/ 28 h 116"/>
                  <a:gd name="T90" fmla="*/ 222 w 229"/>
                  <a:gd name="T91" fmla="*/ 35 h 116"/>
                  <a:gd name="T92" fmla="*/ 228 w 229"/>
                  <a:gd name="T93" fmla="*/ 4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 h="116">
                    <a:moveTo>
                      <a:pt x="228" y="4"/>
                    </a:moveTo>
                    <a:lnTo>
                      <a:pt x="222" y="0"/>
                    </a:lnTo>
                    <a:lnTo>
                      <a:pt x="210" y="0"/>
                    </a:lnTo>
                    <a:lnTo>
                      <a:pt x="200" y="0"/>
                    </a:lnTo>
                    <a:lnTo>
                      <a:pt x="192" y="0"/>
                    </a:lnTo>
                    <a:lnTo>
                      <a:pt x="180" y="4"/>
                    </a:lnTo>
                    <a:lnTo>
                      <a:pt x="170" y="10"/>
                    </a:lnTo>
                    <a:lnTo>
                      <a:pt x="164" y="13"/>
                    </a:lnTo>
                    <a:lnTo>
                      <a:pt x="159" y="22"/>
                    </a:lnTo>
                    <a:lnTo>
                      <a:pt x="152" y="31"/>
                    </a:lnTo>
                    <a:lnTo>
                      <a:pt x="149" y="38"/>
                    </a:lnTo>
                    <a:lnTo>
                      <a:pt x="146" y="43"/>
                    </a:lnTo>
                    <a:lnTo>
                      <a:pt x="134" y="59"/>
                    </a:lnTo>
                    <a:lnTo>
                      <a:pt x="122" y="72"/>
                    </a:lnTo>
                    <a:lnTo>
                      <a:pt x="113" y="77"/>
                    </a:lnTo>
                    <a:lnTo>
                      <a:pt x="98" y="84"/>
                    </a:lnTo>
                    <a:lnTo>
                      <a:pt x="86" y="90"/>
                    </a:lnTo>
                    <a:lnTo>
                      <a:pt x="73" y="93"/>
                    </a:lnTo>
                    <a:lnTo>
                      <a:pt x="64" y="93"/>
                    </a:lnTo>
                    <a:lnTo>
                      <a:pt x="52" y="93"/>
                    </a:lnTo>
                    <a:lnTo>
                      <a:pt x="37" y="90"/>
                    </a:lnTo>
                    <a:lnTo>
                      <a:pt x="25" y="84"/>
                    </a:lnTo>
                    <a:lnTo>
                      <a:pt x="15" y="74"/>
                    </a:lnTo>
                    <a:lnTo>
                      <a:pt x="10" y="69"/>
                    </a:lnTo>
                    <a:lnTo>
                      <a:pt x="0" y="100"/>
                    </a:lnTo>
                    <a:lnTo>
                      <a:pt x="7" y="105"/>
                    </a:lnTo>
                    <a:lnTo>
                      <a:pt x="22" y="112"/>
                    </a:lnTo>
                    <a:lnTo>
                      <a:pt x="33" y="112"/>
                    </a:lnTo>
                    <a:lnTo>
                      <a:pt x="48" y="115"/>
                    </a:lnTo>
                    <a:lnTo>
                      <a:pt x="61" y="115"/>
                    </a:lnTo>
                    <a:lnTo>
                      <a:pt x="73" y="112"/>
                    </a:lnTo>
                    <a:lnTo>
                      <a:pt x="88" y="105"/>
                    </a:lnTo>
                    <a:lnTo>
                      <a:pt x="98" y="100"/>
                    </a:lnTo>
                    <a:lnTo>
                      <a:pt x="104" y="97"/>
                    </a:lnTo>
                    <a:lnTo>
                      <a:pt x="119" y="84"/>
                    </a:lnTo>
                    <a:lnTo>
                      <a:pt x="131" y="72"/>
                    </a:lnTo>
                    <a:lnTo>
                      <a:pt x="140" y="56"/>
                    </a:lnTo>
                    <a:lnTo>
                      <a:pt x="149" y="43"/>
                    </a:lnTo>
                    <a:lnTo>
                      <a:pt x="159" y="41"/>
                    </a:lnTo>
                    <a:lnTo>
                      <a:pt x="167" y="31"/>
                    </a:lnTo>
                    <a:lnTo>
                      <a:pt x="177" y="28"/>
                    </a:lnTo>
                    <a:lnTo>
                      <a:pt x="185" y="25"/>
                    </a:lnTo>
                    <a:lnTo>
                      <a:pt x="198" y="25"/>
                    </a:lnTo>
                    <a:lnTo>
                      <a:pt x="204" y="25"/>
                    </a:lnTo>
                    <a:lnTo>
                      <a:pt x="210" y="28"/>
                    </a:lnTo>
                    <a:lnTo>
                      <a:pt x="222" y="35"/>
                    </a:lnTo>
                    <a:lnTo>
                      <a:pt x="228" y="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09" name="Freeform 53"/>
              <p:cNvSpPr>
                <a:spLocks/>
              </p:cNvSpPr>
              <p:nvPr/>
            </p:nvSpPr>
            <p:spPr bwMode="ltGray">
              <a:xfrm>
                <a:off x="2288" y="4156"/>
                <a:ext cx="231" cy="115"/>
              </a:xfrm>
              <a:custGeom>
                <a:avLst/>
                <a:gdLst>
                  <a:gd name="T0" fmla="*/ 0 w 231"/>
                  <a:gd name="T1" fmla="*/ 111 h 115"/>
                  <a:gd name="T2" fmla="*/ 6 w 231"/>
                  <a:gd name="T3" fmla="*/ 114 h 115"/>
                  <a:gd name="T4" fmla="*/ 18 w 231"/>
                  <a:gd name="T5" fmla="*/ 114 h 115"/>
                  <a:gd name="T6" fmla="*/ 27 w 231"/>
                  <a:gd name="T7" fmla="*/ 114 h 115"/>
                  <a:gd name="T8" fmla="*/ 39 w 231"/>
                  <a:gd name="T9" fmla="*/ 111 h 115"/>
                  <a:gd name="T10" fmla="*/ 48 w 231"/>
                  <a:gd name="T11" fmla="*/ 108 h 115"/>
                  <a:gd name="T12" fmla="*/ 58 w 231"/>
                  <a:gd name="T13" fmla="*/ 104 h 115"/>
                  <a:gd name="T14" fmla="*/ 63 w 231"/>
                  <a:gd name="T15" fmla="*/ 101 h 115"/>
                  <a:gd name="T16" fmla="*/ 73 w 231"/>
                  <a:gd name="T17" fmla="*/ 93 h 115"/>
                  <a:gd name="T18" fmla="*/ 76 w 231"/>
                  <a:gd name="T19" fmla="*/ 83 h 115"/>
                  <a:gd name="T20" fmla="*/ 81 w 231"/>
                  <a:gd name="T21" fmla="*/ 77 h 115"/>
                  <a:gd name="T22" fmla="*/ 84 w 231"/>
                  <a:gd name="T23" fmla="*/ 71 h 115"/>
                  <a:gd name="T24" fmla="*/ 94 w 231"/>
                  <a:gd name="T25" fmla="*/ 55 h 115"/>
                  <a:gd name="T26" fmla="*/ 109 w 231"/>
                  <a:gd name="T27" fmla="*/ 40 h 115"/>
                  <a:gd name="T28" fmla="*/ 115 w 231"/>
                  <a:gd name="T29" fmla="*/ 37 h 115"/>
                  <a:gd name="T30" fmla="*/ 130 w 231"/>
                  <a:gd name="T31" fmla="*/ 31 h 115"/>
                  <a:gd name="T32" fmla="*/ 142 w 231"/>
                  <a:gd name="T33" fmla="*/ 24 h 115"/>
                  <a:gd name="T34" fmla="*/ 154 w 231"/>
                  <a:gd name="T35" fmla="*/ 21 h 115"/>
                  <a:gd name="T36" fmla="*/ 164 w 231"/>
                  <a:gd name="T37" fmla="*/ 18 h 115"/>
                  <a:gd name="T38" fmla="*/ 175 w 231"/>
                  <a:gd name="T39" fmla="*/ 21 h 115"/>
                  <a:gd name="T40" fmla="*/ 190 w 231"/>
                  <a:gd name="T41" fmla="*/ 24 h 115"/>
                  <a:gd name="T42" fmla="*/ 205 w 231"/>
                  <a:gd name="T43" fmla="*/ 31 h 115"/>
                  <a:gd name="T44" fmla="*/ 215 w 231"/>
                  <a:gd name="T45" fmla="*/ 37 h 115"/>
                  <a:gd name="T46" fmla="*/ 218 w 231"/>
                  <a:gd name="T47" fmla="*/ 43 h 115"/>
                  <a:gd name="T48" fmla="*/ 230 w 231"/>
                  <a:gd name="T49" fmla="*/ 12 h 115"/>
                  <a:gd name="T50" fmla="*/ 221 w 231"/>
                  <a:gd name="T51" fmla="*/ 9 h 115"/>
                  <a:gd name="T52" fmla="*/ 209 w 231"/>
                  <a:gd name="T53" fmla="*/ 3 h 115"/>
                  <a:gd name="T54" fmla="*/ 194 w 231"/>
                  <a:gd name="T55" fmla="*/ 0 h 115"/>
                  <a:gd name="T56" fmla="*/ 179 w 231"/>
                  <a:gd name="T57" fmla="*/ 0 h 115"/>
                  <a:gd name="T58" fmla="*/ 167 w 231"/>
                  <a:gd name="T59" fmla="*/ 0 h 115"/>
                  <a:gd name="T60" fmla="*/ 154 w 231"/>
                  <a:gd name="T61" fmla="*/ 3 h 115"/>
                  <a:gd name="T62" fmla="*/ 139 w 231"/>
                  <a:gd name="T63" fmla="*/ 9 h 115"/>
                  <a:gd name="T64" fmla="*/ 130 w 231"/>
                  <a:gd name="T65" fmla="*/ 12 h 115"/>
                  <a:gd name="T66" fmla="*/ 124 w 231"/>
                  <a:gd name="T67" fmla="*/ 18 h 115"/>
                  <a:gd name="T68" fmla="*/ 109 w 231"/>
                  <a:gd name="T69" fmla="*/ 31 h 115"/>
                  <a:gd name="T70" fmla="*/ 97 w 231"/>
                  <a:gd name="T71" fmla="*/ 43 h 115"/>
                  <a:gd name="T72" fmla="*/ 88 w 231"/>
                  <a:gd name="T73" fmla="*/ 55 h 115"/>
                  <a:gd name="T74" fmla="*/ 79 w 231"/>
                  <a:gd name="T75" fmla="*/ 68 h 115"/>
                  <a:gd name="T76" fmla="*/ 73 w 231"/>
                  <a:gd name="T77" fmla="*/ 73 h 115"/>
                  <a:gd name="T78" fmla="*/ 61 w 231"/>
                  <a:gd name="T79" fmla="*/ 83 h 115"/>
                  <a:gd name="T80" fmla="*/ 51 w 231"/>
                  <a:gd name="T81" fmla="*/ 86 h 115"/>
                  <a:gd name="T82" fmla="*/ 43 w 231"/>
                  <a:gd name="T83" fmla="*/ 89 h 115"/>
                  <a:gd name="T84" fmla="*/ 33 w 231"/>
                  <a:gd name="T85" fmla="*/ 89 h 115"/>
                  <a:gd name="T86" fmla="*/ 24 w 231"/>
                  <a:gd name="T87" fmla="*/ 89 h 115"/>
                  <a:gd name="T88" fmla="*/ 18 w 231"/>
                  <a:gd name="T89" fmla="*/ 86 h 115"/>
                  <a:gd name="T90" fmla="*/ 6 w 231"/>
                  <a:gd name="T91" fmla="*/ 80 h 115"/>
                  <a:gd name="T92" fmla="*/ 0 w 231"/>
                  <a:gd name="T93" fmla="*/ 1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1" h="115">
                    <a:moveTo>
                      <a:pt x="0" y="111"/>
                    </a:moveTo>
                    <a:lnTo>
                      <a:pt x="6" y="114"/>
                    </a:lnTo>
                    <a:lnTo>
                      <a:pt x="18" y="114"/>
                    </a:lnTo>
                    <a:lnTo>
                      <a:pt x="27" y="114"/>
                    </a:lnTo>
                    <a:lnTo>
                      <a:pt x="39" y="111"/>
                    </a:lnTo>
                    <a:lnTo>
                      <a:pt x="48" y="108"/>
                    </a:lnTo>
                    <a:lnTo>
                      <a:pt x="58" y="104"/>
                    </a:lnTo>
                    <a:lnTo>
                      <a:pt x="63" y="101"/>
                    </a:lnTo>
                    <a:lnTo>
                      <a:pt x="73" y="93"/>
                    </a:lnTo>
                    <a:lnTo>
                      <a:pt x="76" y="83"/>
                    </a:lnTo>
                    <a:lnTo>
                      <a:pt x="81" y="77"/>
                    </a:lnTo>
                    <a:lnTo>
                      <a:pt x="84" y="71"/>
                    </a:lnTo>
                    <a:lnTo>
                      <a:pt x="94" y="55"/>
                    </a:lnTo>
                    <a:lnTo>
                      <a:pt x="109" y="40"/>
                    </a:lnTo>
                    <a:lnTo>
                      <a:pt x="115" y="37"/>
                    </a:lnTo>
                    <a:lnTo>
                      <a:pt x="130" y="31"/>
                    </a:lnTo>
                    <a:lnTo>
                      <a:pt x="142" y="24"/>
                    </a:lnTo>
                    <a:lnTo>
                      <a:pt x="154" y="21"/>
                    </a:lnTo>
                    <a:lnTo>
                      <a:pt x="164" y="18"/>
                    </a:lnTo>
                    <a:lnTo>
                      <a:pt x="175" y="21"/>
                    </a:lnTo>
                    <a:lnTo>
                      <a:pt x="190" y="24"/>
                    </a:lnTo>
                    <a:lnTo>
                      <a:pt x="205" y="31"/>
                    </a:lnTo>
                    <a:lnTo>
                      <a:pt x="215" y="37"/>
                    </a:lnTo>
                    <a:lnTo>
                      <a:pt x="218" y="43"/>
                    </a:lnTo>
                    <a:lnTo>
                      <a:pt x="230" y="12"/>
                    </a:lnTo>
                    <a:lnTo>
                      <a:pt x="221" y="9"/>
                    </a:lnTo>
                    <a:lnTo>
                      <a:pt x="209" y="3"/>
                    </a:lnTo>
                    <a:lnTo>
                      <a:pt x="194" y="0"/>
                    </a:lnTo>
                    <a:lnTo>
                      <a:pt x="179" y="0"/>
                    </a:lnTo>
                    <a:lnTo>
                      <a:pt x="167" y="0"/>
                    </a:lnTo>
                    <a:lnTo>
                      <a:pt x="154" y="3"/>
                    </a:lnTo>
                    <a:lnTo>
                      <a:pt x="139" y="9"/>
                    </a:lnTo>
                    <a:lnTo>
                      <a:pt x="130" y="12"/>
                    </a:lnTo>
                    <a:lnTo>
                      <a:pt x="124" y="18"/>
                    </a:lnTo>
                    <a:lnTo>
                      <a:pt x="109" y="31"/>
                    </a:lnTo>
                    <a:lnTo>
                      <a:pt x="97" y="43"/>
                    </a:lnTo>
                    <a:lnTo>
                      <a:pt x="88" y="55"/>
                    </a:lnTo>
                    <a:lnTo>
                      <a:pt x="79" y="68"/>
                    </a:lnTo>
                    <a:lnTo>
                      <a:pt x="73" y="73"/>
                    </a:lnTo>
                    <a:lnTo>
                      <a:pt x="61" y="83"/>
                    </a:lnTo>
                    <a:lnTo>
                      <a:pt x="51" y="86"/>
                    </a:lnTo>
                    <a:lnTo>
                      <a:pt x="43" y="89"/>
                    </a:lnTo>
                    <a:lnTo>
                      <a:pt x="33" y="89"/>
                    </a:lnTo>
                    <a:lnTo>
                      <a:pt x="24" y="89"/>
                    </a:lnTo>
                    <a:lnTo>
                      <a:pt x="18" y="86"/>
                    </a:lnTo>
                    <a:lnTo>
                      <a:pt x="6" y="80"/>
                    </a:lnTo>
                    <a:lnTo>
                      <a:pt x="0" y="11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0" name="Freeform 54"/>
              <p:cNvSpPr>
                <a:spLocks/>
              </p:cNvSpPr>
              <p:nvPr/>
            </p:nvSpPr>
            <p:spPr bwMode="ltGray">
              <a:xfrm>
                <a:off x="5310" y="388"/>
                <a:ext cx="234" cy="115"/>
              </a:xfrm>
              <a:custGeom>
                <a:avLst/>
                <a:gdLst>
                  <a:gd name="T0" fmla="*/ 233 w 234"/>
                  <a:gd name="T1" fmla="*/ 3 h 115"/>
                  <a:gd name="T2" fmla="*/ 223 w 234"/>
                  <a:gd name="T3" fmla="*/ 0 h 115"/>
                  <a:gd name="T4" fmla="*/ 214 w 234"/>
                  <a:gd name="T5" fmla="*/ 0 h 115"/>
                  <a:gd name="T6" fmla="*/ 202 w 234"/>
                  <a:gd name="T7" fmla="*/ 0 h 115"/>
                  <a:gd name="T8" fmla="*/ 193 w 234"/>
                  <a:gd name="T9" fmla="*/ 0 h 115"/>
                  <a:gd name="T10" fmla="*/ 183 w 234"/>
                  <a:gd name="T11" fmla="*/ 3 h 115"/>
                  <a:gd name="T12" fmla="*/ 172 w 234"/>
                  <a:gd name="T13" fmla="*/ 10 h 115"/>
                  <a:gd name="T14" fmla="*/ 168 w 234"/>
                  <a:gd name="T15" fmla="*/ 13 h 115"/>
                  <a:gd name="T16" fmla="*/ 159 w 234"/>
                  <a:gd name="T17" fmla="*/ 21 h 115"/>
                  <a:gd name="T18" fmla="*/ 153 w 234"/>
                  <a:gd name="T19" fmla="*/ 31 h 115"/>
                  <a:gd name="T20" fmla="*/ 150 w 234"/>
                  <a:gd name="T21" fmla="*/ 37 h 115"/>
                  <a:gd name="T22" fmla="*/ 147 w 234"/>
                  <a:gd name="T23" fmla="*/ 43 h 115"/>
                  <a:gd name="T24" fmla="*/ 138 w 234"/>
                  <a:gd name="T25" fmla="*/ 59 h 115"/>
                  <a:gd name="T26" fmla="*/ 122 w 234"/>
                  <a:gd name="T27" fmla="*/ 71 h 115"/>
                  <a:gd name="T28" fmla="*/ 114 w 234"/>
                  <a:gd name="T29" fmla="*/ 77 h 115"/>
                  <a:gd name="T30" fmla="*/ 101 w 234"/>
                  <a:gd name="T31" fmla="*/ 83 h 115"/>
                  <a:gd name="T32" fmla="*/ 86 w 234"/>
                  <a:gd name="T33" fmla="*/ 90 h 115"/>
                  <a:gd name="T34" fmla="*/ 76 w 234"/>
                  <a:gd name="T35" fmla="*/ 93 h 115"/>
                  <a:gd name="T36" fmla="*/ 65 w 234"/>
                  <a:gd name="T37" fmla="*/ 93 h 115"/>
                  <a:gd name="T38" fmla="*/ 55 w 234"/>
                  <a:gd name="T39" fmla="*/ 93 h 115"/>
                  <a:gd name="T40" fmla="*/ 40 w 234"/>
                  <a:gd name="T41" fmla="*/ 87 h 115"/>
                  <a:gd name="T42" fmla="*/ 25 w 234"/>
                  <a:gd name="T43" fmla="*/ 83 h 115"/>
                  <a:gd name="T44" fmla="*/ 15 w 234"/>
                  <a:gd name="T45" fmla="*/ 74 h 115"/>
                  <a:gd name="T46" fmla="*/ 10 w 234"/>
                  <a:gd name="T47" fmla="*/ 68 h 115"/>
                  <a:gd name="T48" fmla="*/ 0 w 234"/>
                  <a:gd name="T49" fmla="*/ 99 h 115"/>
                  <a:gd name="T50" fmla="*/ 10 w 234"/>
                  <a:gd name="T51" fmla="*/ 105 h 115"/>
                  <a:gd name="T52" fmla="*/ 22 w 234"/>
                  <a:gd name="T53" fmla="*/ 111 h 115"/>
                  <a:gd name="T54" fmla="*/ 34 w 234"/>
                  <a:gd name="T55" fmla="*/ 111 h 115"/>
                  <a:gd name="T56" fmla="*/ 50 w 234"/>
                  <a:gd name="T57" fmla="*/ 114 h 115"/>
                  <a:gd name="T58" fmla="*/ 61 w 234"/>
                  <a:gd name="T59" fmla="*/ 114 h 115"/>
                  <a:gd name="T60" fmla="*/ 74 w 234"/>
                  <a:gd name="T61" fmla="*/ 111 h 115"/>
                  <a:gd name="T62" fmla="*/ 89 w 234"/>
                  <a:gd name="T63" fmla="*/ 105 h 115"/>
                  <a:gd name="T64" fmla="*/ 101 w 234"/>
                  <a:gd name="T65" fmla="*/ 99 h 115"/>
                  <a:gd name="T66" fmla="*/ 107 w 234"/>
                  <a:gd name="T67" fmla="*/ 96 h 115"/>
                  <a:gd name="T68" fmla="*/ 119 w 234"/>
                  <a:gd name="T69" fmla="*/ 83 h 115"/>
                  <a:gd name="T70" fmla="*/ 132 w 234"/>
                  <a:gd name="T71" fmla="*/ 71 h 115"/>
                  <a:gd name="T72" fmla="*/ 144 w 234"/>
                  <a:gd name="T73" fmla="*/ 56 h 115"/>
                  <a:gd name="T74" fmla="*/ 153 w 234"/>
                  <a:gd name="T75" fmla="*/ 46 h 115"/>
                  <a:gd name="T76" fmla="*/ 159 w 234"/>
                  <a:gd name="T77" fmla="*/ 37 h 115"/>
                  <a:gd name="T78" fmla="*/ 172 w 234"/>
                  <a:gd name="T79" fmla="*/ 31 h 115"/>
                  <a:gd name="T80" fmla="*/ 180 w 234"/>
                  <a:gd name="T81" fmla="*/ 25 h 115"/>
                  <a:gd name="T82" fmla="*/ 190 w 234"/>
                  <a:gd name="T83" fmla="*/ 21 h 115"/>
                  <a:gd name="T84" fmla="*/ 199 w 234"/>
                  <a:gd name="T85" fmla="*/ 21 h 115"/>
                  <a:gd name="T86" fmla="*/ 208 w 234"/>
                  <a:gd name="T87" fmla="*/ 25 h 115"/>
                  <a:gd name="T88" fmla="*/ 214 w 234"/>
                  <a:gd name="T89" fmla="*/ 25 h 115"/>
                  <a:gd name="T90" fmla="*/ 226 w 234"/>
                  <a:gd name="T91" fmla="*/ 34 h 115"/>
                  <a:gd name="T92" fmla="*/ 233 w 234"/>
                  <a:gd name="T93" fmla="*/ 3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4" h="115">
                    <a:moveTo>
                      <a:pt x="233" y="3"/>
                    </a:moveTo>
                    <a:lnTo>
                      <a:pt x="223" y="0"/>
                    </a:lnTo>
                    <a:lnTo>
                      <a:pt x="214" y="0"/>
                    </a:lnTo>
                    <a:lnTo>
                      <a:pt x="202" y="0"/>
                    </a:lnTo>
                    <a:lnTo>
                      <a:pt x="193" y="0"/>
                    </a:lnTo>
                    <a:lnTo>
                      <a:pt x="183" y="3"/>
                    </a:lnTo>
                    <a:lnTo>
                      <a:pt x="172" y="10"/>
                    </a:lnTo>
                    <a:lnTo>
                      <a:pt x="168" y="13"/>
                    </a:lnTo>
                    <a:lnTo>
                      <a:pt x="159" y="21"/>
                    </a:lnTo>
                    <a:lnTo>
                      <a:pt x="153" y="31"/>
                    </a:lnTo>
                    <a:lnTo>
                      <a:pt x="150" y="37"/>
                    </a:lnTo>
                    <a:lnTo>
                      <a:pt x="147" y="43"/>
                    </a:lnTo>
                    <a:lnTo>
                      <a:pt x="138" y="59"/>
                    </a:lnTo>
                    <a:lnTo>
                      <a:pt x="122" y="71"/>
                    </a:lnTo>
                    <a:lnTo>
                      <a:pt x="114" y="77"/>
                    </a:lnTo>
                    <a:lnTo>
                      <a:pt x="101" y="83"/>
                    </a:lnTo>
                    <a:lnTo>
                      <a:pt x="86" y="90"/>
                    </a:lnTo>
                    <a:lnTo>
                      <a:pt x="76" y="93"/>
                    </a:lnTo>
                    <a:lnTo>
                      <a:pt x="65" y="93"/>
                    </a:lnTo>
                    <a:lnTo>
                      <a:pt x="55" y="93"/>
                    </a:lnTo>
                    <a:lnTo>
                      <a:pt x="40" y="87"/>
                    </a:lnTo>
                    <a:lnTo>
                      <a:pt x="25" y="83"/>
                    </a:lnTo>
                    <a:lnTo>
                      <a:pt x="15" y="74"/>
                    </a:lnTo>
                    <a:lnTo>
                      <a:pt x="10" y="68"/>
                    </a:lnTo>
                    <a:lnTo>
                      <a:pt x="0" y="99"/>
                    </a:lnTo>
                    <a:lnTo>
                      <a:pt x="10" y="105"/>
                    </a:lnTo>
                    <a:lnTo>
                      <a:pt x="22" y="111"/>
                    </a:lnTo>
                    <a:lnTo>
                      <a:pt x="34" y="111"/>
                    </a:lnTo>
                    <a:lnTo>
                      <a:pt x="50" y="114"/>
                    </a:lnTo>
                    <a:lnTo>
                      <a:pt x="61" y="114"/>
                    </a:lnTo>
                    <a:lnTo>
                      <a:pt x="74" y="111"/>
                    </a:lnTo>
                    <a:lnTo>
                      <a:pt x="89" y="105"/>
                    </a:lnTo>
                    <a:lnTo>
                      <a:pt x="101" y="99"/>
                    </a:lnTo>
                    <a:lnTo>
                      <a:pt x="107" y="96"/>
                    </a:lnTo>
                    <a:lnTo>
                      <a:pt x="119" y="83"/>
                    </a:lnTo>
                    <a:lnTo>
                      <a:pt x="132" y="71"/>
                    </a:lnTo>
                    <a:lnTo>
                      <a:pt x="144" y="56"/>
                    </a:lnTo>
                    <a:lnTo>
                      <a:pt x="153" y="46"/>
                    </a:lnTo>
                    <a:lnTo>
                      <a:pt x="159" y="37"/>
                    </a:lnTo>
                    <a:lnTo>
                      <a:pt x="172" y="31"/>
                    </a:lnTo>
                    <a:lnTo>
                      <a:pt x="180" y="25"/>
                    </a:lnTo>
                    <a:lnTo>
                      <a:pt x="190" y="21"/>
                    </a:lnTo>
                    <a:lnTo>
                      <a:pt x="199" y="21"/>
                    </a:lnTo>
                    <a:lnTo>
                      <a:pt x="208" y="25"/>
                    </a:lnTo>
                    <a:lnTo>
                      <a:pt x="214" y="25"/>
                    </a:lnTo>
                    <a:lnTo>
                      <a:pt x="226" y="34"/>
                    </a:lnTo>
                    <a:lnTo>
                      <a:pt x="233"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1" name="Freeform 55"/>
              <p:cNvSpPr>
                <a:spLocks/>
              </p:cNvSpPr>
              <p:nvPr/>
            </p:nvSpPr>
            <p:spPr bwMode="ltGray">
              <a:xfrm>
                <a:off x="3135" y="4006"/>
                <a:ext cx="102" cy="307"/>
              </a:xfrm>
              <a:custGeom>
                <a:avLst/>
                <a:gdLst>
                  <a:gd name="T0" fmla="*/ 50 w 102"/>
                  <a:gd name="T1" fmla="*/ 3 h 307"/>
                  <a:gd name="T2" fmla="*/ 47 w 102"/>
                  <a:gd name="T3" fmla="*/ 13 h 307"/>
                  <a:gd name="T4" fmla="*/ 44 w 102"/>
                  <a:gd name="T5" fmla="*/ 16 h 307"/>
                  <a:gd name="T6" fmla="*/ 44 w 102"/>
                  <a:gd name="T7" fmla="*/ 23 h 307"/>
                  <a:gd name="T8" fmla="*/ 39 w 102"/>
                  <a:gd name="T9" fmla="*/ 39 h 307"/>
                  <a:gd name="T10" fmla="*/ 30 w 102"/>
                  <a:gd name="T11" fmla="*/ 61 h 307"/>
                  <a:gd name="T12" fmla="*/ 27 w 102"/>
                  <a:gd name="T13" fmla="*/ 78 h 307"/>
                  <a:gd name="T14" fmla="*/ 20 w 102"/>
                  <a:gd name="T15" fmla="*/ 94 h 307"/>
                  <a:gd name="T16" fmla="*/ 20 w 102"/>
                  <a:gd name="T17" fmla="*/ 107 h 307"/>
                  <a:gd name="T18" fmla="*/ 20 w 102"/>
                  <a:gd name="T19" fmla="*/ 120 h 307"/>
                  <a:gd name="T20" fmla="*/ 24 w 102"/>
                  <a:gd name="T21" fmla="*/ 129 h 307"/>
                  <a:gd name="T22" fmla="*/ 27 w 102"/>
                  <a:gd name="T23" fmla="*/ 136 h 307"/>
                  <a:gd name="T24" fmla="*/ 35 w 102"/>
                  <a:gd name="T25" fmla="*/ 148 h 307"/>
                  <a:gd name="T26" fmla="*/ 47 w 102"/>
                  <a:gd name="T27" fmla="*/ 161 h 307"/>
                  <a:gd name="T28" fmla="*/ 57 w 102"/>
                  <a:gd name="T29" fmla="*/ 174 h 307"/>
                  <a:gd name="T30" fmla="*/ 77 w 102"/>
                  <a:gd name="T31" fmla="*/ 196 h 307"/>
                  <a:gd name="T32" fmla="*/ 89 w 102"/>
                  <a:gd name="T33" fmla="*/ 216 h 307"/>
                  <a:gd name="T34" fmla="*/ 95 w 102"/>
                  <a:gd name="T35" fmla="*/ 225 h 307"/>
                  <a:gd name="T36" fmla="*/ 98 w 102"/>
                  <a:gd name="T37" fmla="*/ 236 h 307"/>
                  <a:gd name="T38" fmla="*/ 101 w 102"/>
                  <a:gd name="T39" fmla="*/ 252 h 307"/>
                  <a:gd name="T40" fmla="*/ 101 w 102"/>
                  <a:gd name="T41" fmla="*/ 265 h 307"/>
                  <a:gd name="T42" fmla="*/ 101 w 102"/>
                  <a:gd name="T43" fmla="*/ 274 h 307"/>
                  <a:gd name="T44" fmla="*/ 95 w 102"/>
                  <a:gd name="T45" fmla="*/ 293 h 307"/>
                  <a:gd name="T46" fmla="*/ 92 w 102"/>
                  <a:gd name="T47" fmla="*/ 306 h 307"/>
                  <a:gd name="T48" fmla="*/ 69 w 102"/>
                  <a:gd name="T49" fmla="*/ 287 h 307"/>
                  <a:gd name="T50" fmla="*/ 74 w 102"/>
                  <a:gd name="T51" fmla="*/ 274 h 307"/>
                  <a:gd name="T52" fmla="*/ 77 w 102"/>
                  <a:gd name="T53" fmla="*/ 261 h 307"/>
                  <a:gd name="T54" fmla="*/ 80 w 102"/>
                  <a:gd name="T55" fmla="*/ 249 h 307"/>
                  <a:gd name="T56" fmla="*/ 83 w 102"/>
                  <a:gd name="T57" fmla="*/ 236 h 307"/>
                  <a:gd name="T58" fmla="*/ 80 w 102"/>
                  <a:gd name="T59" fmla="*/ 222 h 307"/>
                  <a:gd name="T60" fmla="*/ 77 w 102"/>
                  <a:gd name="T61" fmla="*/ 209 h 307"/>
                  <a:gd name="T62" fmla="*/ 71 w 102"/>
                  <a:gd name="T63" fmla="*/ 196 h 307"/>
                  <a:gd name="T64" fmla="*/ 65 w 102"/>
                  <a:gd name="T65" fmla="*/ 190 h 307"/>
                  <a:gd name="T66" fmla="*/ 54 w 102"/>
                  <a:gd name="T67" fmla="*/ 180 h 307"/>
                  <a:gd name="T68" fmla="*/ 42 w 102"/>
                  <a:gd name="T69" fmla="*/ 168 h 307"/>
                  <a:gd name="T70" fmla="*/ 30 w 102"/>
                  <a:gd name="T71" fmla="*/ 155 h 307"/>
                  <a:gd name="T72" fmla="*/ 20 w 102"/>
                  <a:gd name="T73" fmla="*/ 142 h 307"/>
                  <a:gd name="T74" fmla="*/ 12 w 102"/>
                  <a:gd name="T75" fmla="*/ 123 h 307"/>
                  <a:gd name="T76" fmla="*/ 3 w 102"/>
                  <a:gd name="T77" fmla="*/ 110 h 307"/>
                  <a:gd name="T78" fmla="*/ 0 w 102"/>
                  <a:gd name="T79" fmla="*/ 100 h 307"/>
                  <a:gd name="T80" fmla="*/ 0 w 102"/>
                  <a:gd name="T81" fmla="*/ 84 h 307"/>
                  <a:gd name="T82" fmla="*/ 0 w 102"/>
                  <a:gd name="T83" fmla="*/ 61 h 307"/>
                  <a:gd name="T84" fmla="*/ 0 w 102"/>
                  <a:gd name="T85" fmla="*/ 48 h 307"/>
                  <a:gd name="T86" fmla="*/ 3 w 102"/>
                  <a:gd name="T87" fmla="*/ 32 h 307"/>
                  <a:gd name="T88" fmla="*/ 6 w 102"/>
                  <a:gd name="T89" fmla="*/ 19 h 307"/>
                  <a:gd name="T90" fmla="*/ 6 w 102"/>
                  <a:gd name="T91" fmla="*/ 10 h 307"/>
                  <a:gd name="T92" fmla="*/ 12 w 102"/>
                  <a:gd name="T93" fmla="*/ 0 h 307"/>
                  <a:gd name="T94" fmla="*/ 50 w 102"/>
                  <a:gd name="T95" fmla="*/ 3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07">
                    <a:moveTo>
                      <a:pt x="50" y="3"/>
                    </a:moveTo>
                    <a:lnTo>
                      <a:pt x="47" y="13"/>
                    </a:lnTo>
                    <a:lnTo>
                      <a:pt x="44" y="16"/>
                    </a:lnTo>
                    <a:lnTo>
                      <a:pt x="44" y="23"/>
                    </a:lnTo>
                    <a:lnTo>
                      <a:pt x="39" y="39"/>
                    </a:lnTo>
                    <a:lnTo>
                      <a:pt x="30" y="61"/>
                    </a:lnTo>
                    <a:lnTo>
                      <a:pt x="27" y="78"/>
                    </a:lnTo>
                    <a:lnTo>
                      <a:pt x="20" y="94"/>
                    </a:lnTo>
                    <a:lnTo>
                      <a:pt x="20" y="107"/>
                    </a:lnTo>
                    <a:lnTo>
                      <a:pt x="20" y="120"/>
                    </a:lnTo>
                    <a:lnTo>
                      <a:pt x="24" y="129"/>
                    </a:lnTo>
                    <a:lnTo>
                      <a:pt x="27" y="136"/>
                    </a:lnTo>
                    <a:lnTo>
                      <a:pt x="35" y="148"/>
                    </a:lnTo>
                    <a:lnTo>
                      <a:pt x="47" y="161"/>
                    </a:lnTo>
                    <a:lnTo>
                      <a:pt x="57" y="174"/>
                    </a:lnTo>
                    <a:lnTo>
                      <a:pt x="77" y="196"/>
                    </a:lnTo>
                    <a:lnTo>
                      <a:pt x="89" y="216"/>
                    </a:lnTo>
                    <a:lnTo>
                      <a:pt x="95" y="225"/>
                    </a:lnTo>
                    <a:lnTo>
                      <a:pt x="98" y="236"/>
                    </a:lnTo>
                    <a:lnTo>
                      <a:pt x="101" y="252"/>
                    </a:lnTo>
                    <a:lnTo>
                      <a:pt x="101" y="265"/>
                    </a:lnTo>
                    <a:lnTo>
                      <a:pt x="101" y="274"/>
                    </a:lnTo>
                    <a:lnTo>
                      <a:pt x="95" y="293"/>
                    </a:lnTo>
                    <a:lnTo>
                      <a:pt x="92" y="306"/>
                    </a:lnTo>
                    <a:lnTo>
                      <a:pt x="69" y="287"/>
                    </a:lnTo>
                    <a:lnTo>
                      <a:pt x="74" y="274"/>
                    </a:lnTo>
                    <a:lnTo>
                      <a:pt x="77" y="261"/>
                    </a:lnTo>
                    <a:lnTo>
                      <a:pt x="80" y="249"/>
                    </a:lnTo>
                    <a:lnTo>
                      <a:pt x="83" y="236"/>
                    </a:lnTo>
                    <a:lnTo>
                      <a:pt x="80" y="222"/>
                    </a:lnTo>
                    <a:lnTo>
                      <a:pt x="77" y="209"/>
                    </a:lnTo>
                    <a:lnTo>
                      <a:pt x="71" y="196"/>
                    </a:lnTo>
                    <a:lnTo>
                      <a:pt x="65" y="190"/>
                    </a:lnTo>
                    <a:lnTo>
                      <a:pt x="54" y="180"/>
                    </a:lnTo>
                    <a:lnTo>
                      <a:pt x="42" y="168"/>
                    </a:lnTo>
                    <a:lnTo>
                      <a:pt x="30" y="155"/>
                    </a:lnTo>
                    <a:lnTo>
                      <a:pt x="20" y="142"/>
                    </a:lnTo>
                    <a:lnTo>
                      <a:pt x="12" y="123"/>
                    </a:lnTo>
                    <a:lnTo>
                      <a:pt x="3" y="110"/>
                    </a:lnTo>
                    <a:lnTo>
                      <a:pt x="0" y="100"/>
                    </a:lnTo>
                    <a:lnTo>
                      <a:pt x="0" y="84"/>
                    </a:lnTo>
                    <a:lnTo>
                      <a:pt x="0" y="61"/>
                    </a:lnTo>
                    <a:lnTo>
                      <a:pt x="0" y="48"/>
                    </a:lnTo>
                    <a:lnTo>
                      <a:pt x="3" y="32"/>
                    </a:lnTo>
                    <a:lnTo>
                      <a:pt x="6" y="19"/>
                    </a:lnTo>
                    <a:lnTo>
                      <a:pt x="6" y="10"/>
                    </a:lnTo>
                    <a:lnTo>
                      <a:pt x="12" y="0"/>
                    </a:lnTo>
                    <a:lnTo>
                      <a:pt x="50" y="3"/>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2" name="Freeform 56"/>
              <p:cNvSpPr>
                <a:spLocks/>
              </p:cNvSpPr>
              <p:nvPr/>
            </p:nvSpPr>
            <p:spPr bwMode="ltGray">
              <a:xfrm>
                <a:off x="5643" y="2518"/>
                <a:ext cx="102" cy="312"/>
              </a:xfrm>
              <a:custGeom>
                <a:avLst/>
                <a:gdLst>
                  <a:gd name="T0" fmla="*/ 51 w 102"/>
                  <a:gd name="T1" fmla="*/ 6 h 312"/>
                  <a:gd name="T2" fmla="*/ 47 w 102"/>
                  <a:gd name="T3" fmla="*/ 16 h 312"/>
                  <a:gd name="T4" fmla="*/ 44 w 102"/>
                  <a:gd name="T5" fmla="*/ 19 h 312"/>
                  <a:gd name="T6" fmla="*/ 44 w 102"/>
                  <a:gd name="T7" fmla="*/ 26 h 312"/>
                  <a:gd name="T8" fmla="*/ 39 w 102"/>
                  <a:gd name="T9" fmla="*/ 43 h 312"/>
                  <a:gd name="T10" fmla="*/ 30 w 102"/>
                  <a:gd name="T11" fmla="*/ 65 h 312"/>
                  <a:gd name="T12" fmla="*/ 24 w 102"/>
                  <a:gd name="T13" fmla="*/ 81 h 312"/>
                  <a:gd name="T14" fmla="*/ 21 w 102"/>
                  <a:gd name="T15" fmla="*/ 97 h 312"/>
                  <a:gd name="T16" fmla="*/ 21 w 102"/>
                  <a:gd name="T17" fmla="*/ 110 h 312"/>
                  <a:gd name="T18" fmla="*/ 21 w 102"/>
                  <a:gd name="T19" fmla="*/ 120 h 312"/>
                  <a:gd name="T20" fmla="*/ 24 w 102"/>
                  <a:gd name="T21" fmla="*/ 133 h 312"/>
                  <a:gd name="T22" fmla="*/ 27 w 102"/>
                  <a:gd name="T23" fmla="*/ 140 h 312"/>
                  <a:gd name="T24" fmla="*/ 36 w 102"/>
                  <a:gd name="T25" fmla="*/ 152 h 312"/>
                  <a:gd name="T26" fmla="*/ 44 w 102"/>
                  <a:gd name="T27" fmla="*/ 165 h 312"/>
                  <a:gd name="T28" fmla="*/ 57 w 102"/>
                  <a:gd name="T29" fmla="*/ 178 h 312"/>
                  <a:gd name="T30" fmla="*/ 77 w 102"/>
                  <a:gd name="T31" fmla="*/ 201 h 312"/>
                  <a:gd name="T32" fmla="*/ 89 w 102"/>
                  <a:gd name="T33" fmla="*/ 221 h 312"/>
                  <a:gd name="T34" fmla="*/ 95 w 102"/>
                  <a:gd name="T35" fmla="*/ 230 h 312"/>
                  <a:gd name="T36" fmla="*/ 98 w 102"/>
                  <a:gd name="T37" fmla="*/ 240 h 312"/>
                  <a:gd name="T38" fmla="*/ 101 w 102"/>
                  <a:gd name="T39" fmla="*/ 256 h 312"/>
                  <a:gd name="T40" fmla="*/ 101 w 102"/>
                  <a:gd name="T41" fmla="*/ 269 h 312"/>
                  <a:gd name="T42" fmla="*/ 98 w 102"/>
                  <a:gd name="T43" fmla="*/ 279 h 312"/>
                  <a:gd name="T44" fmla="*/ 95 w 102"/>
                  <a:gd name="T45" fmla="*/ 298 h 312"/>
                  <a:gd name="T46" fmla="*/ 89 w 102"/>
                  <a:gd name="T47" fmla="*/ 311 h 312"/>
                  <a:gd name="T48" fmla="*/ 69 w 102"/>
                  <a:gd name="T49" fmla="*/ 292 h 312"/>
                  <a:gd name="T50" fmla="*/ 74 w 102"/>
                  <a:gd name="T51" fmla="*/ 279 h 312"/>
                  <a:gd name="T52" fmla="*/ 77 w 102"/>
                  <a:gd name="T53" fmla="*/ 265 h 312"/>
                  <a:gd name="T54" fmla="*/ 81 w 102"/>
                  <a:gd name="T55" fmla="*/ 253 h 312"/>
                  <a:gd name="T56" fmla="*/ 81 w 102"/>
                  <a:gd name="T57" fmla="*/ 240 h 312"/>
                  <a:gd name="T58" fmla="*/ 81 w 102"/>
                  <a:gd name="T59" fmla="*/ 227 h 312"/>
                  <a:gd name="T60" fmla="*/ 74 w 102"/>
                  <a:gd name="T61" fmla="*/ 211 h 312"/>
                  <a:gd name="T62" fmla="*/ 71 w 102"/>
                  <a:gd name="T63" fmla="*/ 201 h 312"/>
                  <a:gd name="T64" fmla="*/ 66 w 102"/>
                  <a:gd name="T65" fmla="*/ 195 h 312"/>
                  <a:gd name="T66" fmla="*/ 54 w 102"/>
                  <a:gd name="T67" fmla="*/ 184 h 312"/>
                  <a:gd name="T68" fmla="*/ 39 w 102"/>
                  <a:gd name="T69" fmla="*/ 168 h 312"/>
                  <a:gd name="T70" fmla="*/ 27 w 102"/>
                  <a:gd name="T71" fmla="*/ 156 h 312"/>
                  <a:gd name="T72" fmla="*/ 21 w 102"/>
                  <a:gd name="T73" fmla="*/ 146 h 312"/>
                  <a:gd name="T74" fmla="*/ 12 w 102"/>
                  <a:gd name="T75" fmla="*/ 127 h 312"/>
                  <a:gd name="T76" fmla="*/ 3 w 102"/>
                  <a:gd name="T77" fmla="*/ 113 h 312"/>
                  <a:gd name="T78" fmla="*/ 0 w 102"/>
                  <a:gd name="T79" fmla="*/ 103 h 312"/>
                  <a:gd name="T80" fmla="*/ 0 w 102"/>
                  <a:gd name="T81" fmla="*/ 84 h 312"/>
                  <a:gd name="T82" fmla="*/ 0 w 102"/>
                  <a:gd name="T83" fmla="*/ 65 h 312"/>
                  <a:gd name="T84" fmla="*/ 0 w 102"/>
                  <a:gd name="T85" fmla="*/ 52 h 312"/>
                  <a:gd name="T86" fmla="*/ 3 w 102"/>
                  <a:gd name="T87" fmla="*/ 35 h 312"/>
                  <a:gd name="T88" fmla="*/ 6 w 102"/>
                  <a:gd name="T89" fmla="*/ 22 h 312"/>
                  <a:gd name="T90" fmla="*/ 6 w 102"/>
                  <a:gd name="T91" fmla="*/ 10 h 312"/>
                  <a:gd name="T92" fmla="*/ 12 w 102"/>
                  <a:gd name="T93" fmla="*/ 0 h 312"/>
                  <a:gd name="T94" fmla="*/ 51 w 102"/>
                  <a:gd name="T95" fmla="*/ 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12">
                    <a:moveTo>
                      <a:pt x="51" y="6"/>
                    </a:moveTo>
                    <a:lnTo>
                      <a:pt x="47" y="16"/>
                    </a:lnTo>
                    <a:lnTo>
                      <a:pt x="44" y="19"/>
                    </a:lnTo>
                    <a:lnTo>
                      <a:pt x="44" y="26"/>
                    </a:lnTo>
                    <a:lnTo>
                      <a:pt x="39" y="43"/>
                    </a:lnTo>
                    <a:lnTo>
                      <a:pt x="30" y="65"/>
                    </a:lnTo>
                    <a:lnTo>
                      <a:pt x="24" y="81"/>
                    </a:lnTo>
                    <a:lnTo>
                      <a:pt x="21" y="97"/>
                    </a:lnTo>
                    <a:lnTo>
                      <a:pt x="21" y="110"/>
                    </a:lnTo>
                    <a:lnTo>
                      <a:pt x="21" y="120"/>
                    </a:lnTo>
                    <a:lnTo>
                      <a:pt x="24" y="133"/>
                    </a:lnTo>
                    <a:lnTo>
                      <a:pt x="27" y="140"/>
                    </a:lnTo>
                    <a:lnTo>
                      <a:pt x="36" y="152"/>
                    </a:lnTo>
                    <a:lnTo>
                      <a:pt x="44" y="165"/>
                    </a:lnTo>
                    <a:lnTo>
                      <a:pt x="57" y="178"/>
                    </a:lnTo>
                    <a:lnTo>
                      <a:pt x="77" y="201"/>
                    </a:lnTo>
                    <a:lnTo>
                      <a:pt x="89" y="221"/>
                    </a:lnTo>
                    <a:lnTo>
                      <a:pt x="95" y="230"/>
                    </a:lnTo>
                    <a:lnTo>
                      <a:pt x="98" y="240"/>
                    </a:lnTo>
                    <a:lnTo>
                      <a:pt x="101" y="256"/>
                    </a:lnTo>
                    <a:lnTo>
                      <a:pt x="101" y="269"/>
                    </a:lnTo>
                    <a:lnTo>
                      <a:pt x="98" y="279"/>
                    </a:lnTo>
                    <a:lnTo>
                      <a:pt x="95" y="298"/>
                    </a:lnTo>
                    <a:lnTo>
                      <a:pt x="89" y="311"/>
                    </a:lnTo>
                    <a:lnTo>
                      <a:pt x="69" y="292"/>
                    </a:lnTo>
                    <a:lnTo>
                      <a:pt x="74" y="279"/>
                    </a:lnTo>
                    <a:lnTo>
                      <a:pt x="77" y="265"/>
                    </a:lnTo>
                    <a:lnTo>
                      <a:pt x="81" y="253"/>
                    </a:lnTo>
                    <a:lnTo>
                      <a:pt x="81" y="240"/>
                    </a:lnTo>
                    <a:lnTo>
                      <a:pt x="81" y="227"/>
                    </a:lnTo>
                    <a:lnTo>
                      <a:pt x="74" y="211"/>
                    </a:lnTo>
                    <a:lnTo>
                      <a:pt x="71" y="201"/>
                    </a:lnTo>
                    <a:lnTo>
                      <a:pt x="66" y="195"/>
                    </a:lnTo>
                    <a:lnTo>
                      <a:pt x="54" y="184"/>
                    </a:lnTo>
                    <a:lnTo>
                      <a:pt x="39" y="168"/>
                    </a:lnTo>
                    <a:lnTo>
                      <a:pt x="27" y="156"/>
                    </a:lnTo>
                    <a:lnTo>
                      <a:pt x="21" y="146"/>
                    </a:lnTo>
                    <a:lnTo>
                      <a:pt x="12" y="127"/>
                    </a:lnTo>
                    <a:lnTo>
                      <a:pt x="3" y="113"/>
                    </a:lnTo>
                    <a:lnTo>
                      <a:pt x="0" y="103"/>
                    </a:lnTo>
                    <a:lnTo>
                      <a:pt x="0" y="84"/>
                    </a:lnTo>
                    <a:lnTo>
                      <a:pt x="0" y="65"/>
                    </a:lnTo>
                    <a:lnTo>
                      <a:pt x="0" y="52"/>
                    </a:lnTo>
                    <a:lnTo>
                      <a:pt x="3" y="35"/>
                    </a:lnTo>
                    <a:lnTo>
                      <a:pt x="6" y="22"/>
                    </a:lnTo>
                    <a:lnTo>
                      <a:pt x="6" y="10"/>
                    </a:lnTo>
                    <a:lnTo>
                      <a:pt x="12" y="0"/>
                    </a:lnTo>
                    <a:lnTo>
                      <a:pt x="51"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3" name="Freeform 57"/>
              <p:cNvSpPr>
                <a:spLocks/>
              </p:cNvSpPr>
              <p:nvPr/>
            </p:nvSpPr>
            <p:spPr bwMode="ltGray">
              <a:xfrm>
                <a:off x="5449" y="3971"/>
                <a:ext cx="103" cy="313"/>
              </a:xfrm>
              <a:custGeom>
                <a:avLst/>
                <a:gdLst>
                  <a:gd name="T0" fmla="*/ 52 w 103"/>
                  <a:gd name="T1" fmla="*/ 7 h 313"/>
                  <a:gd name="T2" fmla="*/ 46 w 103"/>
                  <a:gd name="T3" fmla="*/ 16 h 313"/>
                  <a:gd name="T4" fmla="*/ 44 w 103"/>
                  <a:gd name="T5" fmla="*/ 26 h 313"/>
                  <a:gd name="T6" fmla="*/ 37 w 103"/>
                  <a:gd name="T7" fmla="*/ 43 h 313"/>
                  <a:gd name="T8" fmla="*/ 29 w 103"/>
                  <a:gd name="T9" fmla="*/ 65 h 313"/>
                  <a:gd name="T10" fmla="*/ 26 w 103"/>
                  <a:gd name="T11" fmla="*/ 78 h 313"/>
                  <a:gd name="T12" fmla="*/ 23 w 103"/>
                  <a:gd name="T13" fmla="*/ 97 h 313"/>
                  <a:gd name="T14" fmla="*/ 23 w 103"/>
                  <a:gd name="T15" fmla="*/ 110 h 313"/>
                  <a:gd name="T16" fmla="*/ 23 w 103"/>
                  <a:gd name="T17" fmla="*/ 121 h 313"/>
                  <a:gd name="T18" fmla="*/ 23 w 103"/>
                  <a:gd name="T19" fmla="*/ 134 h 313"/>
                  <a:gd name="T20" fmla="*/ 29 w 103"/>
                  <a:gd name="T21" fmla="*/ 140 h 313"/>
                  <a:gd name="T22" fmla="*/ 37 w 103"/>
                  <a:gd name="T23" fmla="*/ 153 h 313"/>
                  <a:gd name="T24" fmla="*/ 46 w 103"/>
                  <a:gd name="T25" fmla="*/ 166 h 313"/>
                  <a:gd name="T26" fmla="*/ 58 w 103"/>
                  <a:gd name="T27" fmla="*/ 178 h 313"/>
                  <a:gd name="T28" fmla="*/ 78 w 103"/>
                  <a:gd name="T29" fmla="*/ 202 h 313"/>
                  <a:gd name="T30" fmla="*/ 90 w 103"/>
                  <a:gd name="T31" fmla="*/ 218 h 313"/>
                  <a:gd name="T32" fmla="*/ 96 w 103"/>
                  <a:gd name="T33" fmla="*/ 231 h 313"/>
                  <a:gd name="T34" fmla="*/ 98 w 103"/>
                  <a:gd name="T35" fmla="*/ 240 h 313"/>
                  <a:gd name="T36" fmla="*/ 98 w 103"/>
                  <a:gd name="T37" fmla="*/ 256 h 313"/>
                  <a:gd name="T38" fmla="*/ 102 w 103"/>
                  <a:gd name="T39" fmla="*/ 266 h 313"/>
                  <a:gd name="T40" fmla="*/ 98 w 103"/>
                  <a:gd name="T41" fmla="*/ 280 h 313"/>
                  <a:gd name="T42" fmla="*/ 96 w 103"/>
                  <a:gd name="T43" fmla="*/ 299 h 313"/>
                  <a:gd name="T44" fmla="*/ 90 w 103"/>
                  <a:gd name="T45" fmla="*/ 312 h 313"/>
                  <a:gd name="T46" fmla="*/ 69 w 103"/>
                  <a:gd name="T47" fmla="*/ 292 h 313"/>
                  <a:gd name="T48" fmla="*/ 76 w 103"/>
                  <a:gd name="T49" fmla="*/ 280 h 313"/>
                  <a:gd name="T50" fmla="*/ 78 w 103"/>
                  <a:gd name="T51" fmla="*/ 266 h 313"/>
                  <a:gd name="T52" fmla="*/ 81 w 103"/>
                  <a:gd name="T53" fmla="*/ 253 h 313"/>
                  <a:gd name="T54" fmla="*/ 81 w 103"/>
                  <a:gd name="T55" fmla="*/ 240 h 313"/>
                  <a:gd name="T56" fmla="*/ 81 w 103"/>
                  <a:gd name="T57" fmla="*/ 227 h 313"/>
                  <a:gd name="T58" fmla="*/ 76 w 103"/>
                  <a:gd name="T59" fmla="*/ 211 h 313"/>
                  <a:gd name="T60" fmla="*/ 73 w 103"/>
                  <a:gd name="T61" fmla="*/ 202 h 313"/>
                  <a:gd name="T62" fmla="*/ 64 w 103"/>
                  <a:gd name="T63" fmla="*/ 194 h 313"/>
                  <a:gd name="T64" fmla="*/ 55 w 103"/>
                  <a:gd name="T65" fmla="*/ 185 h 313"/>
                  <a:gd name="T66" fmla="*/ 40 w 103"/>
                  <a:gd name="T67" fmla="*/ 169 h 313"/>
                  <a:gd name="T68" fmla="*/ 29 w 103"/>
                  <a:gd name="T69" fmla="*/ 156 h 313"/>
                  <a:gd name="T70" fmla="*/ 23 w 103"/>
                  <a:gd name="T71" fmla="*/ 146 h 313"/>
                  <a:gd name="T72" fmla="*/ 11 w 103"/>
                  <a:gd name="T73" fmla="*/ 127 h 313"/>
                  <a:gd name="T74" fmla="*/ 5 w 103"/>
                  <a:gd name="T75" fmla="*/ 110 h 313"/>
                  <a:gd name="T76" fmla="*/ 3 w 103"/>
                  <a:gd name="T77" fmla="*/ 104 h 313"/>
                  <a:gd name="T78" fmla="*/ 0 w 103"/>
                  <a:gd name="T79" fmla="*/ 85 h 313"/>
                  <a:gd name="T80" fmla="*/ 0 w 103"/>
                  <a:gd name="T81" fmla="*/ 65 h 313"/>
                  <a:gd name="T82" fmla="*/ 3 w 103"/>
                  <a:gd name="T83" fmla="*/ 49 h 313"/>
                  <a:gd name="T84" fmla="*/ 3 w 103"/>
                  <a:gd name="T85" fmla="*/ 36 h 313"/>
                  <a:gd name="T86" fmla="*/ 5 w 103"/>
                  <a:gd name="T87" fmla="*/ 23 h 313"/>
                  <a:gd name="T88" fmla="*/ 8 w 103"/>
                  <a:gd name="T89" fmla="*/ 10 h 313"/>
                  <a:gd name="T90" fmla="*/ 11 w 103"/>
                  <a:gd name="T91" fmla="*/ 0 h 313"/>
                  <a:gd name="T92" fmla="*/ 52 w 103"/>
                  <a:gd name="T93" fmla="*/ 7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3" h="313">
                    <a:moveTo>
                      <a:pt x="52" y="7"/>
                    </a:moveTo>
                    <a:lnTo>
                      <a:pt x="46" y="16"/>
                    </a:lnTo>
                    <a:lnTo>
                      <a:pt x="44" y="26"/>
                    </a:lnTo>
                    <a:lnTo>
                      <a:pt x="37" y="43"/>
                    </a:lnTo>
                    <a:lnTo>
                      <a:pt x="29" y="65"/>
                    </a:lnTo>
                    <a:lnTo>
                      <a:pt x="26" y="78"/>
                    </a:lnTo>
                    <a:lnTo>
                      <a:pt x="23" y="97"/>
                    </a:lnTo>
                    <a:lnTo>
                      <a:pt x="23" y="110"/>
                    </a:lnTo>
                    <a:lnTo>
                      <a:pt x="23" y="121"/>
                    </a:lnTo>
                    <a:lnTo>
                      <a:pt x="23" y="134"/>
                    </a:lnTo>
                    <a:lnTo>
                      <a:pt x="29" y="140"/>
                    </a:lnTo>
                    <a:lnTo>
                      <a:pt x="37" y="153"/>
                    </a:lnTo>
                    <a:lnTo>
                      <a:pt x="46" y="166"/>
                    </a:lnTo>
                    <a:lnTo>
                      <a:pt x="58" y="178"/>
                    </a:lnTo>
                    <a:lnTo>
                      <a:pt x="78" y="202"/>
                    </a:lnTo>
                    <a:lnTo>
                      <a:pt x="90" y="218"/>
                    </a:lnTo>
                    <a:lnTo>
                      <a:pt x="96" y="231"/>
                    </a:lnTo>
                    <a:lnTo>
                      <a:pt x="98" y="240"/>
                    </a:lnTo>
                    <a:lnTo>
                      <a:pt x="98" y="256"/>
                    </a:lnTo>
                    <a:lnTo>
                      <a:pt x="102" y="266"/>
                    </a:lnTo>
                    <a:lnTo>
                      <a:pt x="98" y="280"/>
                    </a:lnTo>
                    <a:lnTo>
                      <a:pt x="96" y="299"/>
                    </a:lnTo>
                    <a:lnTo>
                      <a:pt x="90" y="312"/>
                    </a:lnTo>
                    <a:lnTo>
                      <a:pt x="69" y="292"/>
                    </a:lnTo>
                    <a:lnTo>
                      <a:pt x="76" y="280"/>
                    </a:lnTo>
                    <a:lnTo>
                      <a:pt x="78" y="266"/>
                    </a:lnTo>
                    <a:lnTo>
                      <a:pt x="81" y="253"/>
                    </a:lnTo>
                    <a:lnTo>
                      <a:pt x="81" y="240"/>
                    </a:lnTo>
                    <a:lnTo>
                      <a:pt x="81" y="227"/>
                    </a:lnTo>
                    <a:lnTo>
                      <a:pt x="76" y="211"/>
                    </a:lnTo>
                    <a:lnTo>
                      <a:pt x="73" y="202"/>
                    </a:lnTo>
                    <a:lnTo>
                      <a:pt x="64" y="194"/>
                    </a:lnTo>
                    <a:lnTo>
                      <a:pt x="55" y="185"/>
                    </a:lnTo>
                    <a:lnTo>
                      <a:pt x="40" y="169"/>
                    </a:lnTo>
                    <a:lnTo>
                      <a:pt x="29" y="156"/>
                    </a:lnTo>
                    <a:lnTo>
                      <a:pt x="23" y="146"/>
                    </a:lnTo>
                    <a:lnTo>
                      <a:pt x="11" y="127"/>
                    </a:lnTo>
                    <a:lnTo>
                      <a:pt x="5" y="110"/>
                    </a:lnTo>
                    <a:lnTo>
                      <a:pt x="3" y="104"/>
                    </a:lnTo>
                    <a:lnTo>
                      <a:pt x="0" y="85"/>
                    </a:lnTo>
                    <a:lnTo>
                      <a:pt x="0" y="65"/>
                    </a:lnTo>
                    <a:lnTo>
                      <a:pt x="3" y="49"/>
                    </a:lnTo>
                    <a:lnTo>
                      <a:pt x="3" y="36"/>
                    </a:lnTo>
                    <a:lnTo>
                      <a:pt x="5" y="23"/>
                    </a:lnTo>
                    <a:lnTo>
                      <a:pt x="8" y="10"/>
                    </a:lnTo>
                    <a:lnTo>
                      <a:pt x="11" y="0"/>
                    </a:lnTo>
                    <a:lnTo>
                      <a:pt x="52" y="7"/>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4" name="Freeform 58"/>
              <p:cNvSpPr>
                <a:spLocks/>
              </p:cNvSpPr>
              <p:nvPr/>
            </p:nvSpPr>
            <p:spPr bwMode="ltGray">
              <a:xfrm>
                <a:off x="1045" y="3906"/>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5" name="Freeform 59"/>
              <p:cNvSpPr>
                <a:spLocks/>
              </p:cNvSpPr>
              <p:nvPr/>
            </p:nvSpPr>
            <p:spPr bwMode="ltGray">
              <a:xfrm>
                <a:off x="3307" y="0"/>
                <a:ext cx="102" cy="312"/>
              </a:xfrm>
              <a:custGeom>
                <a:avLst/>
                <a:gdLst>
                  <a:gd name="T0" fmla="*/ 52 w 102"/>
                  <a:gd name="T1" fmla="*/ 7 h 312"/>
                  <a:gd name="T2" fmla="*/ 50 w 102"/>
                  <a:gd name="T3" fmla="*/ 16 h 312"/>
                  <a:gd name="T4" fmla="*/ 46 w 102"/>
                  <a:gd name="T5" fmla="*/ 16 h 312"/>
                  <a:gd name="T6" fmla="*/ 46 w 102"/>
                  <a:gd name="T7" fmla="*/ 26 h 312"/>
                  <a:gd name="T8" fmla="*/ 38 w 102"/>
                  <a:gd name="T9" fmla="*/ 43 h 312"/>
                  <a:gd name="T10" fmla="*/ 32 w 102"/>
                  <a:gd name="T11" fmla="*/ 65 h 312"/>
                  <a:gd name="T12" fmla="*/ 26 w 102"/>
                  <a:gd name="T13" fmla="*/ 78 h 312"/>
                  <a:gd name="T14" fmla="*/ 23 w 102"/>
                  <a:gd name="T15" fmla="*/ 97 h 312"/>
                  <a:gd name="T16" fmla="*/ 23 w 102"/>
                  <a:gd name="T17" fmla="*/ 110 h 312"/>
                  <a:gd name="T18" fmla="*/ 23 w 102"/>
                  <a:gd name="T19" fmla="*/ 121 h 312"/>
                  <a:gd name="T20" fmla="*/ 26 w 102"/>
                  <a:gd name="T21" fmla="*/ 130 h 312"/>
                  <a:gd name="T22" fmla="*/ 29 w 102"/>
                  <a:gd name="T23" fmla="*/ 140 h 312"/>
                  <a:gd name="T24" fmla="*/ 38 w 102"/>
                  <a:gd name="T25" fmla="*/ 153 h 312"/>
                  <a:gd name="T26" fmla="*/ 46 w 102"/>
                  <a:gd name="T27" fmla="*/ 162 h 312"/>
                  <a:gd name="T28" fmla="*/ 58 w 102"/>
                  <a:gd name="T29" fmla="*/ 178 h 312"/>
                  <a:gd name="T30" fmla="*/ 78 w 102"/>
                  <a:gd name="T31" fmla="*/ 202 h 312"/>
                  <a:gd name="T32" fmla="*/ 89 w 102"/>
                  <a:gd name="T33" fmla="*/ 218 h 312"/>
                  <a:gd name="T34" fmla="*/ 96 w 102"/>
                  <a:gd name="T35" fmla="*/ 227 h 312"/>
                  <a:gd name="T36" fmla="*/ 98 w 102"/>
                  <a:gd name="T37" fmla="*/ 240 h 312"/>
                  <a:gd name="T38" fmla="*/ 101 w 102"/>
                  <a:gd name="T39" fmla="*/ 253 h 312"/>
                  <a:gd name="T40" fmla="*/ 101 w 102"/>
                  <a:gd name="T41" fmla="*/ 269 h 312"/>
                  <a:gd name="T42" fmla="*/ 98 w 102"/>
                  <a:gd name="T43" fmla="*/ 279 h 312"/>
                  <a:gd name="T44" fmla="*/ 96 w 102"/>
                  <a:gd name="T45" fmla="*/ 295 h 312"/>
                  <a:gd name="T46" fmla="*/ 89 w 102"/>
                  <a:gd name="T47" fmla="*/ 311 h 312"/>
                  <a:gd name="T48" fmla="*/ 69 w 102"/>
                  <a:gd name="T49" fmla="*/ 292 h 312"/>
                  <a:gd name="T50" fmla="*/ 75 w 102"/>
                  <a:gd name="T51" fmla="*/ 279 h 312"/>
                  <a:gd name="T52" fmla="*/ 78 w 102"/>
                  <a:gd name="T53" fmla="*/ 266 h 312"/>
                  <a:gd name="T54" fmla="*/ 81 w 102"/>
                  <a:gd name="T55" fmla="*/ 253 h 312"/>
                  <a:gd name="T56" fmla="*/ 81 w 102"/>
                  <a:gd name="T57" fmla="*/ 237 h 312"/>
                  <a:gd name="T58" fmla="*/ 81 w 102"/>
                  <a:gd name="T59" fmla="*/ 227 h 312"/>
                  <a:gd name="T60" fmla="*/ 75 w 102"/>
                  <a:gd name="T61" fmla="*/ 211 h 312"/>
                  <a:gd name="T62" fmla="*/ 72 w 102"/>
                  <a:gd name="T63" fmla="*/ 202 h 312"/>
                  <a:gd name="T64" fmla="*/ 67 w 102"/>
                  <a:gd name="T65" fmla="*/ 191 h 312"/>
                  <a:gd name="T66" fmla="*/ 55 w 102"/>
                  <a:gd name="T67" fmla="*/ 181 h 312"/>
                  <a:gd name="T68" fmla="*/ 41 w 102"/>
                  <a:gd name="T69" fmla="*/ 169 h 312"/>
                  <a:gd name="T70" fmla="*/ 29 w 102"/>
                  <a:gd name="T71" fmla="*/ 156 h 312"/>
                  <a:gd name="T72" fmla="*/ 23 w 102"/>
                  <a:gd name="T73" fmla="*/ 146 h 312"/>
                  <a:gd name="T74" fmla="*/ 14 w 102"/>
                  <a:gd name="T75" fmla="*/ 127 h 312"/>
                  <a:gd name="T76" fmla="*/ 6 w 102"/>
                  <a:gd name="T77" fmla="*/ 110 h 312"/>
                  <a:gd name="T78" fmla="*/ 3 w 102"/>
                  <a:gd name="T79" fmla="*/ 104 h 312"/>
                  <a:gd name="T80" fmla="*/ 0 w 102"/>
                  <a:gd name="T81" fmla="*/ 84 h 312"/>
                  <a:gd name="T82" fmla="*/ 0 w 102"/>
                  <a:gd name="T83" fmla="*/ 62 h 312"/>
                  <a:gd name="T84" fmla="*/ 3 w 102"/>
                  <a:gd name="T85" fmla="*/ 49 h 312"/>
                  <a:gd name="T86" fmla="*/ 6 w 102"/>
                  <a:gd name="T87" fmla="*/ 35 h 312"/>
                  <a:gd name="T88" fmla="*/ 6 w 102"/>
                  <a:gd name="T89" fmla="*/ 23 h 312"/>
                  <a:gd name="T90" fmla="*/ 9 w 102"/>
                  <a:gd name="T91" fmla="*/ 10 h 312"/>
                  <a:gd name="T92" fmla="*/ 14 w 102"/>
                  <a:gd name="T93" fmla="*/ 0 h 312"/>
                  <a:gd name="T94" fmla="*/ 52 w 102"/>
                  <a:gd name="T95" fmla="*/ 7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 h="312">
                    <a:moveTo>
                      <a:pt x="52" y="7"/>
                    </a:moveTo>
                    <a:lnTo>
                      <a:pt x="50" y="16"/>
                    </a:lnTo>
                    <a:lnTo>
                      <a:pt x="46" y="16"/>
                    </a:lnTo>
                    <a:lnTo>
                      <a:pt x="46" y="26"/>
                    </a:lnTo>
                    <a:lnTo>
                      <a:pt x="38" y="43"/>
                    </a:lnTo>
                    <a:lnTo>
                      <a:pt x="32" y="65"/>
                    </a:lnTo>
                    <a:lnTo>
                      <a:pt x="26" y="78"/>
                    </a:lnTo>
                    <a:lnTo>
                      <a:pt x="23" y="97"/>
                    </a:lnTo>
                    <a:lnTo>
                      <a:pt x="23" y="110"/>
                    </a:lnTo>
                    <a:lnTo>
                      <a:pt x="23" y="121"/>
                    </a:lnTo>
                    <a:lnTo>
                      <a:pt x="26" y="130"/>
                    </a:lnTo>
                    <a:lnTo>
                      <a:pt x="29" y="140"/>
                    </a:lnTo>
                    <a:lnTo>
                      <a:pt x="38" y="153"/>
                    </a:lnTo>
                    <a:lnTo>
                      <a:pt x="46" y="162"/>
                    </a:lnTo>
                    <a:lnTo>
                      <a:pt x="58" y="178"/>
                    </a:lnTo>
                    <a:lnTo>
                      <a:pt x="78" y="202"/>
                    </a:lnTo>
                    <a:lnTo>
                      <a:pt x="89" y="218"/>
                    </a:lnTo>
                    <a:lnTo>
                      <a:pt x="96" y="227"/>
                    </a:lnTo>
                    <a:lnTo>
                      <a:pt x="98" y="240"/>
                    </a:lnTo>
                    <a:lnTo>
                      <a:pt x="101" y="253"/>
                    </a:lnTo>
                    <a:lnTo>
                      <a:pt x="101" y="269"/>
                    </a:lnTo>
                    <a:lnTo>
                      <a:pt x="98" y="279"/>
                    </a:lnTo>
                    <a:lnTo>
                      <a:pt x="96" y="295"/>
                    </a:lnTo>
                    <a:lnTo>
                      <a:pt x="89" y="311"/>
                    </a:lnTo>
                    <a:lnTo>
                      <a:pt x="69" y="292"/>
                    </a:lnTo>
                    <a:lnTo>
                      <a:pt x="75" y="279"/>
                    </a:lnTo>
                    <a:lnTo>
                      <a:pt x="78" y="266"/>
                    </a:lnTo>
                    <a:lnTo>
                      <a:pt x="81" y="253"/>
                    </a:lnTo>
                    <a:lnTo>
                      <a:pt x="81" y="237"/>
                    </a:lnTo>
                    <a:lnTo>
                      <a:pt x="81" y="227"/>
                    </a:lnTo>
                    <a:lnTo>
                      <a:pt x="75" y="211"/>
                    </a:lnTo>
                    <a:lnTo>
                      <a:pt x="72" y="202"/>
                    </a:lnTo>
                    <a:lnTo>
                      <a:pt x="67" y="191"/>
                    </a:lnTo>
                    <a:lnTo>
                      <a:pt x="55" y="181"/>
                    </a:lnTo>
                    <a:lnTo>
                      <a:pt x="41" y="169"/>
                    </a:lnTo>
                    <a:lnTo>
                      <a:pt x="29" y="156"/>
                    </a:lnTo>
                    <a:lnTo>
                      <a:pt x="23" y="146"/>
                    </a:lnTo>
                    <a:lnTo>
                      <a:pt x="14" y="127"/>
                    </a:lnTo>
                    <a:lnTo>
                      <a:pt x="6" y="110"/>
                    </a:lnTo>
                    <a:lnTo>
                      <a:pt x="3" y="104"/>
                    </a:lnTo>
                    <a:lnTo>
                      <a:pt x="0" y="84"/>
                    </a:lnTo>
                    <a:lnTo>
                      <a:pt x="0" y="62"/>
                    </a:lnTo>
                    <a:lnTo>
                      <a:pt x="3" y="49"/>
                    </a:lnTo>
                    <a:lnTo>
                      <a:pt x="6" y="35"/>
                    </a:lnTo>
                    <a:lnTo>
                      <a:pt x="6" y="23"/>
                    </a:lnTo>
                    <a:lnTo>
                      <a:pt x="9" y="10"/>
                    </a:lnTo>
                    <a:lnTo>
                      <a:pt x="14" y="0"/>
                    </a:lnTo>
                    <a:lnTo>
                      <a:pt x="52" y="7"/>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6" name="Freeform 60"/>
              <p:cNvSpPr>
                <a:spLocks/>
              </p:cNvSpPr>
              <p:nvPr/>
            </p:nvSpPr>
            <p:spPr bwMode="ltGray">
              <a:xfrm>
                <a:off x="2412" y="3901"/>
                <a:ext cx="58" cy="102"/>
              </a:xfrm>
              <a:custGeom>
                <a:avLst/>
                <a:gdLst>
                  <a:gd name="T0" fmla="*/ 16 w 58"/>
                  <a:gd name="T1" fmla="*/ 101 h 102"/>
                  <a:gd name="T2" fmla="*/ 0 w 58"/>
                  <a:gd name="T3" fmla="*/ 0 h 102"/>
                  <a:gd name="T4" fmla="*/ 57 w 58"/>
                  <a:gd name="T5" fmla="*/ 52 h 102"/>
                  <a:gd name="T6" fmla="*/ 16 w 58"/>
                  <a:gd name="T7" fmla="*/ 101 h 102"/>
                </a:gdLst>
                <a:ahLst/>
                <a:cxnLst>
                  <a:cxn ang="0">
                    <a:pos x="T0" y="T1"/>
                  </a:cxn>
                  <a:cxn ang="0">
                    <a:pos x="T2" y="T3"/>
                  </a:cxn>
                  <a:cxn ang="0">
                    <a:pos x="T4" y="T5"/>
                  </a:cxn>
                  <a:cxn ang="0">
                    <a:pos x="T6" y="T7"/>
                  </a:cxn>
                </a:cxnLst>
                <a:rect l="0" t="0" r="r" b="b"/>
                <a:pathLst>
                  <a:path w="58" h="102">
                    <a:moveTo>
                      <a:pt x="16" y="101"/>
                    </a:moveTo>
                    <a:lnTo>
                      <a:pt x="0" y="0"/>
                    </a:lnTo>
                    <a:lnTo>
                      <a:pt x="57" y="52"/>
                    </a:lnTo>
                    <a:lnTo>
                      <a:pt x="16"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7" name="Freeform 61"/>
              <p:cNvSpPr>
                <a:spLocks/>
              </p:cNvSpPr>
              <p:nvPr/>
            </p:nvSpPr>
            <p:spPr bwMode="ltGray">
              <a:xfrm>
                <a:off x="2972" y="63"/>
                <a:ext cx="56" cy="102"/>
              </a:xfrm>
              <a:custGeom>
                <a:avLst/>
                <a:gdLst>
                  <a:gd name="T0" fmla="*/ 14 w 56"/>
                  <a:gd name="T1" fmla="*/ 101 h 102"/>
                  <a:gd name="T2" fmla="*/ 0 w 56"/>
                  <a:gd name="T3" fmla="*/ 0 h 102"/>
                  <a:gd name="T4" fmla="*/ 55 w 56"/>
                  <a:gd name="T5" fmla="*/ 51 h 102"/>
                  <a:gd name="T6" fmla="*/ 14 w 56"/>
                  <a:gd name="T7" fmla="*/ 101 h 102"/>
                </a:gdLst>
                <a:ahLst/>
                <a:cxnLst>
                  <a:cxn ang="0">
                    <a:pos x="T0" y="T1"/>
                  </a:cxn>
                  <a:cxn ang="0">
                    <a:pos x="T2" y="T3"/>
                  </a:cxn>
                  <a:cxn ang="0">
                    <a:pos x="T4" y="T5"/>
                  </a:cxn>
                  <a:cxn ang="0">
                    <a:pos x="T6" y="T7"/>
                  </a:cxn>
                </a:cxnLst>
                <a:rect l="0" t="0" r="r" b="b"/>
                <a:pathLst>
                  <a:path w="56" h="102">
                    <a:moveTo>
                      <a:pt x="14" y="101"/>
                    </a:moveTo>
                    <a:lnTo>
                      <a:pt x="0" y="0"/>
                    </a:lnTo>
                    <a:lnTo>
                      <a:pt x="55" y="51"/>
                    </a:lnTo>
                    <a:lnTo>
                      <a:pt x="14"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8" name="Freeform 62"/>
              <p:cNvSpPr>
                <a:spLocks/>
              </p:cNvSpPr>
              <p:nvPr/>
            </p:nvSpPr>
            <p:spPr bwMode="ltGray">
              <a:xfrm>
                <a:off x="212" y="884"/>
                <a:ext cx="59" cy="101"/>
              </a:xfrm>
              <a:custGeom>
                <a:avLst/>
                <a:gdLst>
                  <a:gd name="T0" fmla="*/ 16 w 59"/>
                  <a:gd name="T1" fmla="*/ 100 h 101"/>
                  <a:gd name="T2" fmla="*/ 0 w 59"/>
                  <a:gd name="T3" fmla="*/ 0 h 101"/>
                  <a:gd name="T4" fmla="*/ 58 w 59"/>
                  <a:gd name="T5" fmla="*/ 51 h 101"/>
                  <a:gd name="T6" fmla="*/ 16 w 59"/>
                  <a:gd name="T7" fmla="*/ 100 h 101"/>
                </a:gdLst>
                <a:ahLst/>
                <a:cxnLst>
                  <a:cxn ang="0">
                    <a:pos x="T0" y="T1"/>
                  </a:cxn>
                  <a:cxn ang="0">
                    <a:pos x="T2" y="T3"/>
                  </a:cxn>
                  <a:cxn ang="0">
                    <a:pos x="T4" y="T5"/>
                  </a:cxn>
                  <a:cxn ang="0">
                    <a:pos x="T6" y="T7"/>
                  </a:cxn>
                </a:cxnLst>
                <a:rect l="0" t="0" r="r" b="b"/>
                <a:pathLst>
                  <a:path w="59" h="101">
                    <a:moveTo>
                      <a:pt x="16" y="100"/>
                    </a:moveTo>
                    <a:lnTo>
                      <a:pt x="0" y="0"/>
                    </a:lnTo>
                    <a:lnTo>
                      <a:pt x="58" y="51"/>
                    </a:lnTo>
                    <a:lnTo>
                      <a:pt x="16" y="10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19" name="Freeform 63"/>
              <p:cNvSpPr>
                <a:spLocks/>
              </p:cNvSpPr>
              <p:nvPr/>
            </p:nvSpPr>
            <p:spPr bwMode="ltGray">
              <a:xfrm>
                <a:off x="1452" y="115"/>
                <a:ext cx="53" cy="68"/>
              </a:xfrm>
              <a:custGeom>
                <a:avLst/>
                <a:gdLst>
                  <a:gd name="T0" fmla="*/ 30 w 53"/>
                  <a:gd name="T1" fmla="*/ 0 h 68"/>
                  <a:gd name="T2" fmla="*/ 0 w 53"/>
                  <a:gd name="T3" fmla="*/ 18 h 68"/>
                  <a:gd name="T4" fmla="*/ 14 w 53"/>
                  <a:gd name="T5" fmla="*/ 67 h 68"/>
                  <a:gd name="T6" fmla="*/ 52 w 53"/>
                  <a:gd name="T7" fmla="*/ 42 h 68"/>
                  <a:gd name="T8" fmla="*/ 30 w 53"/>
                  <a:gd name="T9" fmla="*/ 0 h 68"/>
                </a:gdLst>
                <a:ahLst/>
                <a:cxnLst>
                  <a:cxn ang="0">
                    <a:pos x="T0" y="T1"/>
                  </a:cxn>
                  <a:cxn ang="0">
                    <a:pos x="T2" y="T3"/>
                  </a:cxn>
                  <a:cxn ang="0">
                    <a:pos x="T4" y="T5"/>
                  </a:cxn>
                  <a:cxn ang="0">
                    <a:pos x="T6" y="T7"/>
                  </a:cxn>
                  <a:cxn ang="0">
                    <a:pos x="T8" y="T9"/>
                  </a:cxn>
                </a:cxnLst>
                <a:rect l="0" t="0" r="r" b="b"/>
                <a:pathLst>
                  <a:path w="53" h="68">
                    <a:moveTo>
                      <a:pt x="30" y="0"/>
                    </a:moveTo>
                    <a:lnTo>
                      <a:pt x="0" y="18"/>
                    </a:lnTo>
                    <a:lnTo>
                      <a:pt x="14" y="67"/>
                    </a:lnTo>
                    <a:lnTo>
                      <a:pt x="52" y="42"/>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20" name="Freeform 64"/>
              <p:cNvSpPr>
                <a:spLocks/>
              </p:cNvSpPr>
              <p:nvPr/>
            </p:nvSpPr>
            <p:spPr bwMode="ltGray">
              <a:xfrm>
                <a:off x="4571" y="216"/>
                <a:ext cx="55" cy="66"/>
              </a:xfrm>
              <a:custGeom>
                <a:avLst/>
                <a:gdLst>
                  <a:gd name="T0" fmla="*/ 30 w 55"/>
                  <a:gd name="T1" fmla="*/ 0 h 66"/>
                  <a:gd name="T2" fmla="*/ 0 w 55"/>
                  <a:gd name="T3" fmla="*/ 18 h 66"/>
                  <a:gd name="T4" fmla="*/ 16 w 55"/>
                  <a:gd name="T5" fmla="*/ 65 h 66"/>
                  <a:gd name="T6" fmla="*/ 54 w 55"/>
                  <a:gd name="T7" fmla="*/ 42 h 66"/>
                  <a:gd name="T8" fmla="*/ 30 w 55"/>
                  <a:gd name="T9" fmla="*/ 0 h 66"/>
                </a:gdLst>
                <a:ahLst/>
                <a:cxnLst>
                  <a:cxn ang="0">
                    <a:pos x="T0" y="T1"/>
                  </a:cxn>
                  <a:cxn ang="0">
                    <a:pos x="T2" y="T3"/>
                  </a:cxn>
                  <a:cxn ang="0">
                    <a:pos x="T4" y="T5"/>
                  </a:cxn>
                  <a:cxn ang="0">
                    <a:pos x="T6" y="T7"/>
                  </a:cxn>
                  <a:cxn ang="0">
                    <a:pos x="T8" y="T9"/>
                  </a:cxn>
                </a:cxnLst>
                <a:rect l="0" t="0" r="r" b="b"/>
                <a:pathLst>
                  <a:path w="55" h="66">
                    <a:moveTo>
                      <a:pt x="30" y="0"/>
                    </a:moveTo>
                    <a:lnTo>
                      <a:pt x="0" y="18"/>
                    </a:lnTo>
                    <a:lnTo>
                      <a:pt x="16" y="65"/>
                    </a:lnTo>
                    <a:lnTo>
                      <a:pt x="54" y="42"/>
                    </a:lnTo>
                    <a:lnTo>
                      <a:pt x="30"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21" name="Freeform 65"/>
              <p:cNvSpPr>
                <a:spLocks/>
              </p:cNvSpPr>
              <p:nvPr/>
            </p:nvSpPr>
            <p:spPr bwMode="ltGray">
              <a:xfrm>
                <a:off x="5490" y="2335"/>
                <a:ext cx="57" cy="69"/>
              </a:xfrm>
              <a:custGeom>
                <a:avLst/>
                <a:gdLst>
                  <a:gd name="T0" fmla="*/ 31 w 57"/>
                  <a:gd name="T1" fmla="*/ 0 h 69"/>
                  <a:gd name="T2" fmla="*/ 0 w 57"/>
                  <a:gd name="T3" fmla="*/ 21 h 69"/>
                  <a:gd name="T4" fmla="*/ 17 w 57"/>
                  <a:gd name="T5" fmla="*/ 68 h 69"/>
                  <a:gd name="T6" fmla="*/ 56 w 57"/>
                  <a:gd name="T7" fmla="*/ 44 h 69"/>
                  <a:gd name="T8" fmla="*/ 31 w 57"/>
                  <a:gd name="T9" fmla="*/ 0 h 69"/>
                </a:gdLst>
                <a:ahLst/>
                <a:cxnLst>
                  <a:cxn ang="0">
                    <a:pos x="T0" y="T1"/>
                  </a:cxn>
                  <a:cxn ang="0">
                    <a:pos x="T2" y="T3"/>
                  </a:cxn>
                  <a:cxn ang="0">
                    <a:pos x="T4" y="T5"/>
                  </a:cxn>
                  <a:cxn ang="0">
                    <a:pos x="T6" y="T7"/>
                  </a:cxn>
                  <a:cxn ang="0">
                    <a:pos x="T8" y="T9"/>
                  </a:cxn>
                </a:cxnLst>
                <a:rect l="0" t="0" r="r" b="b"/>
                <a:pathLst>
                  <a:path w="57" h="69">
                    <a:moveTo>
                      <a:pt x="31" y="0"/>
                    </a:moveTo>
                    <a:lnTo>
                      <a:pt x="0" y="21"/>
                    </a:lnTo>
                    <a:lnTo>
                      <a:pt x="17" y="68"/>
                    </a:lnTo>
                    <a:lnTo>
                      <a:pt x="56" y="44"/>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22" name="Freeform 66"/>
              <p:cNvSpPr>
                <a:spLocks/>
              </p:cNvSpPr>
              <p:nvPr/>
            </p:nvSpPr>
            <p:spPr bwMode="ltGray">
              <a:xfrm>
                <a:off x="5631" y="1402"/>
                <a:ext cx="58" cy="65"/>
              </a:xfrm>
              <a:custGeom>
                <a:avLst/>
                <a:gdLst>
                  <a:gd name="T0" fmla="*/ 31 w 58"/>
                  <a:gd name="T1" fmla="*/ 0 h 65"/>
                  <a:gd name="T2" fmla="*/ 0 w 58"/>
                  <a:gd name="T3" fmla="*/ 17 h 65"/>
                  <a:gd name="T4" fmla="*/ 17 w 58"/>
                  <a:gd name="T5" fmla="*/ 64 h 65"/>
                  <a:gd name="T6" fmla="*/ 57 w 58"/>
                  <a:gd name="T7" fmla="*/ 41 h 65"/>
                  <a:gd name="T8" fmla="*/ 31 w 58"/>
                  <a:gd name="T9" fmla="*/ 0 h 65"/>
                </a:gdLst>
                <a:ahLst/>
                <a:cxnLst>
                  <a:cxn ang="0">
                    <a:pos x="T0" y="T1"/>
                  </a:cxn>
                  <a:cxn ang="0">
                    <a:pos x="T2" y="T3"/>
                  </a:cxn>
                  <a:cxn ang="0">
                    <a:pos x="T4" y="T5"/>
                  </a:cxn>
                  <a:cxn ang="0">
                    <a:pos x="T6" y="T7"/>
                  </a:cxn>
                  <a:cxn ang="0">
                    <a:pos x="T8" y="T9"/>
                  </a:cxn>
                </a:cxnLst>
                <a:rect l="0" t="0" r="r" b="b"/>
                <a:pathLst>
                  <a:path w="58" h="65">
                    <a:moveTo>
                      <a:pt x="31" y="0"/>
                    </a:moveTo>
                    <a:lnTo>
                      <a:pt x="0" y="17"/>
                    </a:lnTo>
                    <a:lnTo>
                      <a:pt x="17" y="64"/>
                    </a:lnTo>
                    <a:lnTo>
                      <a:pt x="57" y="41"/>
                    </a:lnTo>
                    <a:lnTo>
                      <a:pt x="31" y="0"/>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23" name="Freeform 67"/>
              <p:cNvSpPr>
                <a:spLocks/>
              </p:cNvSpPr>
              <p:nvPr/>
            </p:nvSpPr>
            <p:spPr bwMode="ltGray">
              <a:xfrm>
                <a:off x="0" y="1366"/>
                <a:ext cx="60" cy="102"/>
              </a:xfrm>
              <a:custGeom>
                <a:avLst/>
                <a:gdLst>
                  <a:gd name="T0" fmla="*/ 17 w 60"/>
                  <a:gd name="T1" fmla="*/ 101 h 102"/>
                  <a:gd name="T2" fmla="*/ 0 w 60"/>
                  <a:gd name="T3" fmla="*/ 0 h 102"/>
                  <a:gd name="T4" fmla="*/ 59 w 60"/>
                  <a:gd name="T5" fmla="*/ 52 h 102"/>
                  <a:gd name="T6" fmla="*/ 17 w 60"/>
                  <a:gd name="T7" fmla="*/ 101 h 102"/>
                </a:gdLst>
                <a:ahLst/>
                <a:cxnLst>
                  <a:cxn ang="0">
                    <a:pos x="T0" y="T1"/>
                  </a:cxn>
                  <a:cxn ang="0">
                    <a:pos x="T2" y="T3"/>
                  </a:cxn>
                  <a:cxn ang="0">
                    <a:pos x="T4" y="T5"/>
                  </a:cxn>
                  <a:cxn ang="0">
                    <a:pos x="T6" y="T7"/>
                  </a:cxn>
                </a:cxnLst>
                <a:rect l="0" t="0" r="r" b="b"/>
                <a:pathLst>
                  <a:path w="60" h="102">
                    <a:moveTo>
                      <a:pt x="17" y="101"/>
                    </a:moveTo>
                    <a:lnTo>
                      <a:pt x="0" y="0"/>
                    </a:lnTo>
                    <a:lnTo>
                      <a:pt x="59" y="52"/>
                    </a:lnTo>
                    <a:lnTo>
                      <a:pt x="17" y="101"/>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24" name="Freeform 68"/>
              <p:cNvSpPr>
                <a:spLocks/>
              </p:cNvSpPr>
              <p:nvPr/>
            </p:nvSpPr>
            <p:spPr bwMode="ltGray">
              <a:xfrm>
                <a:off x="196" y="1205"/>
                <a:ext cx="59" cy="105"/>
              </a:xfrm>
              <a:custGeom>
                <a:avLst/>
                <a:gdLst>
                  <a:gd name="T0" fmla="*/ 17 w 59"/>
                  <a:gd name="T1" fmla="*/ 104 h 105"/>
                  <a:gd name="T2" fmla="*/ 0 w 59"/>
                  <a:gd name="T3" fmla="*/ 0 h 105"/>
                  <a:gd name="T4" fmla="*/ 58 w 59"/>
                  <a:gd name="T5" fmla="*/ 54 h 105"/>
                  <a:gd name="T6" fmla="*/ 17 w 59"/>
                  <a:gd name="T7" fmla="*/ 104 h 105"/>
                </a:gdLst>
                <a:ahLst/>
                <a:cxnLst>
                  <a:cxn ang="0">
                    <a:pos x="T0" y="T1"/>
                  </a:cxn>
                  <a:cxn ang="0">
                    <a:pos x="T2" y="T3"/>
                  </a:cxn>
                  <a:cxn ang="0">
                    <a:pos x="T4" y="T5"/>
                  </a:cxn>
                  <a:cxn ang="0">
                    <a:pos x="T6" y="T7"/>
                  </a:cxn>
                </a:cxnLst>
                <a:rect l="0" t="0" r="r" b="b"/>
                <a:pathLst>
                  <a:path w="59" h="105">
                    <a:moveTo>
                      <a:pt x="17" y="104"/>
                    </a:moveTo>
                    <a:lnTo>
                      <a:pt x="0" y="0"/>
                    </a:lnTo>
                    <a:lnTo>
                      <a:pt x="58" y="54"/>
                    </a:lnTo>
                    <a:lnTo>
                      <a:pt x="17" y="104"/>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grpSp>
        <p:sp>
          <p:nvSpPr>
            <p:cNvPr id="154" name="Freeform 70"/>
            <p:cNvSpPr>
              <a:spLocks/>
            </p:cNvSpPr>
            <p:nvPr/>
          </p:nvSpPr>
          <p:spPr bwMode="ltGray">
            <a:xfrm>
              <a:off x="373" y="786"/>
              <a:ext cx="104" cy="309"/>
            </a:xfrm>
            <a:custGeom>
              <a:avLst/>
              <a:gdLst>
                <a:gd name="T0" fmla="*/ 53 w 104"/>
                <a:gd name="T1" fmla="*/ 6 h 309"/>
                <a:gd name="T2" fmla="*/ 51 w 104"/>
                <a:gd name="T3" fmla="*/ 16 h 309"/>
                <a:gd name="T4" fmla="*/ 47 w 104"/>
                <a:gd name="T5" fmla="*/ 16 h 309"/>
                <a:gd name="T6" fmla="*/ 44 w 104"/>
                <a:gd name="T7" fmla="*/ 22 h 309"/>
                <a:gd name="T8" fmla="*/ 39 w 104"/>
                <a:gd name="T9" fmla="*/ 42 h 309"/>
                <a:gd name="T10" fmla="*/ 29 w 104"/>
                <a:gd name="T11" fmla="*/ 65 h 309"/>
                <a:gd name="T12" fmla="*/ 27 w 104"/>
                <a:gd name="T13" fmla="*/ 77 h 309"/>
                <a:gd name="T14" fmla="*/ 24 w 104"/>
                <a:gd name="T15" fmla="*/ 97 h 309"/>
                <a:gd name="T16" fmla="*/ 24 w 104"/>
                <a:gd name="T17" fmla="*/ 106 h 309"/>
                <a:gd name="T18" fmla="*/ 24 w 104"/>
                <a:gd name="T19" fmla="*/ 120 h 309"/>
                <a:gd name="T20" fmla="*/ 27 w 104"/>
                <a:gd name="T21" fmla="*/ 130 h 309"/>
                <a:gd name="T22" fmla="*/ 29 w 104"/>
                <a:gd name="T23" fmla="*/ 139 h 309"/>
                <a:gd name="T24" fmla="*/ 39 w 104"/>
                <a:gd name="T25" fmla="*/ 149 h 309"/>
                <a:gd name="T26" fmla="*/ 47 w 104"/>
                <a:gd name="T27" fmla="*/ 162 h 309"/>
                <a:gd name="T28" fmla="*/ 59 w 104"/>
                <a:gd name="T29" fmla="*/ 178 h 309"/>
                <a:gd name="T30" fmla="*/ 80 w 104"/>
                <a:gd name="T31" fmla="*/ 201 h 309"/>
                <a:gd name="T32" fmla="*/ 91 w 104"/>
                <a:gd name="T33" fmla="*/ 217 h 309"/>
                <a:gd name="T34" fmla="*/ 97 w 104"/>
                <a:gd name="T35" fmla="*/ 227 h 309"/>
                <a:gd name="T36" fmla="*/ 100 w 104"/>
                <a:gd name="T37" fmla="*/ 239 h 309"/>
                <a:gd name="T38" fmla="*/ 103 w 104"/>
                <a:gd name="T39" fmla="*/ 252 h 309"/>
                <a:gd name="T40" fmla="*/ 103 w 104"/>
                <a:gd name="T41" fmla="*/ 265 h 309"/>
                <a:gd name="T42" fmla="*/ 100 w 104"/>
                <a:gd name="T43" fmla="*/ 279 h 309"/>
                <a:gd name="T44" fmla="*/ 97 w 104"/>
                <a:gd name="T45" fmla="*/ 295 h 309"/>
                <a:gd name="T46" fmla="*/ 91 w 104"/>
                <a:gd name="T47" fmla="*/ 308 h 309"/>
                <a:gd name="T48" fmla="*/ 71 w 104"/>
                <a:gd name="T49" fmla="*/ 288 h 309"/>
                <a:gd name="T50" fmla="*/ 76 w 104"/>
                <a:gd name="T51" fmla="*/ 279 h 309"/>
                <a:gd name="T52" fmla="*/ 80 w 104"/>
                <a:gd name="T53" fmla="*/ 262 h 309"/>
                <a:gd name="T54" fmla="*/ 83 w 104"/>
                <a:gd name="T55" fmla="*/ 252 h 309"/>
                <a:gd name="T56" fmla="*/ 83 w 104"/>
                <a:gd name="T57" fmla="*/ 236 h 309"/>
                <a:gd name="T58" fmla="*/ 83 w 104"/>
                <a:gd name="T59" fmla="*/ 227 h 309"/>
                <a:gd name="T60" fmla="*/ 76 w 104"/>
                <a:gd name="T61" fmla="*/ 211 h 309"/>
                <a:gd name="T62" fmla="*/ 74 w 104"/>
                <a:gd name="T63" fmla="*/ 201 h 309"/>
                <a:gd name="T64" fmla="*/ 68 w 104"/>
                <a:gd name="T65" fmla="*/ 190 h 309"/>
                <a:gd name="T66" fmla="*/ 56 w 104"/>
                <a:gd name="T67" fmla="*/ 181 h 309"/>
                <a:gd name="T68" fmla="*/ 41 w 104"/>
                <a:gd name="T69" fmla="*/ 168 h 309"/>
                <a:gd name="T70" fmla="*/ 29 w 104"/>
                <a:gd name="T71" fmla="*/ 155 h 309"/>
                <a:gd name="T72" fmla="*/ 24 w 104"/>
                <a:gd name="T73" fmla="*/ 146 h 309"/>
                <a:gd name="T74" fmla="*/ 12 w 104"/>
                <a:gd name="T75" fmla="*/ 126 h 309"/>
                <a:gd name="T76" fmla="*/ 6 w 104"/>
                <a:gd name="T77" fmla="*/ 109 h 309"/>
                <a:gd name="T78" fmla="*/ 3 w 104"/>
                <a:gd name="T79" fmla="*/ 100 h 309"/>
                <a:gd name="T80" fmla="*/ 0 w 104"/>
                <a:gd name="T81" fmla="*/ 84 h 309"/>
                <a:gd name="T82" fmla="*/ 0 w 104"/>
                <a:gd name="T83" fmla="*/ 61 h 309"/>
                <a:gd name="T84" fmla="*/ 3 w 104"/>
                <a:gd name="T85" fmla="*/ 49 h 309"/>
                <a:gd name="T86" fmla="*/ 6 w 104"/>
                <a:gd name="T87" fmla="*/ 35 h 309"/>
                <a:gd name="T88" fmla="*/ 6 w 104"/>
                <a:gd name="T89" fmla="*/ 22 h 309"/>
                <a:gd name="T90" fmla="*/ 9 w 104"/>
                <a:gd name="T91" fmla="*/ 9 h 309"/>
                <a:gd name="T92" fmla="*/ 15 w 104"/>
                <a:gd name="T93" fmla="*/ 0 h 309"/>
                <a:gd name="T94" fmla="*/ 53 w 104"/>
                <a:gd name="T95" fmla="*/ 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 h="309">
                  <a:moveTo>
                    <a:pt x="53" y="6"/>
                  </a:moveTo>
                  <a:lnTo>
                    <a:pt x="51" y="16"/>
                  </a:lnTo>
                  <a:lnTo>
                    <a:pt x="47" y="16"/>
                  </a:lnTo>
                  <a:lnTo>
                    <a:pt x="44" y="22"/>
                  </a:lnTo>
                  <a:lnTo>
                    <a:pt x="39" y="42"/>
                  </a:lnTo>
                  <a:lnTo>
                    <a:pt x="29" y="65"/>
                  </a:lnTo>
                  <a:lnTo>
                    <a:pt x="27" y="77"/>
                  </a:lnTo>
                  <a:lnTo>
                    <a:pt x="24" y="97"/>
                  </a:lnTo>
                  <a:lnTo>
                    <a:pt x="24" y="106"/>
                  </a:lnTo>
                  <a:lnTo>
                    <a:pt x="24" y="120"/>
                  </a:lnTo>
                  <a:lnTo>
                    <a:pt x="27" y="130"/>
                  </a:lnTo>
                  <a:lnTo>
                    <a:pt x="29" y="139"/>
                  </a:lnTo>
                  <a:lnTo>
                    <a:pt x="39" y="149"/>
                  </a:lnTo>
                  <a:lnTo>
                    <a:pt x="47" y="162"/>
                  </a:lnTo>
                  <a:lnTo>
                    <a:pt x="59" y="178"/>
                  </a:lnTo>
                  <a:lnTo>
                    <a:pt x="80" y="201"/>
                  </a:lnTo>
                  <a:lnTo>
                    <a:pt x="91" y="217"/>
                  </a:lnTo>
                  <a:lnTo>
                    <a:pt x="97" y="227"/>
                  </a:lnTo>
                  <a:lnTo>
                    <a:pt x="100" y="239"/>
                  </a:lnTo>
                  <a:lnTo>
                    <a:pt x="103" y="252"/>
                  </a:lnTo>
                  <a:lnTo>
                    <a:pt x="103" y="265"/>
                  </a:lnTo>
                  <a:lnTo>
                    <a:pt x="100" y="279"/>
                  </a:lnTo>
                  <a:lnTo>
                    <a:pt x="97" y="295"/>
                  </a:lnTo>
                  <a:lnTo>
                    <a:pt x="91" y="308"/>
                  </a:lnTo>
                  <a:lnTo>
                    <a:pt x="71" y="288"/>
                  </a:lnTo>
                  <a:lnTo>
                    <a:pt x="76" y="279"/>
                  </a:lnTo>
                  <a:lnTo>
                    <a:pt x="80" y="262"/>
                  </a:lnTo>
                  <a:lnTo>
                    <a:pt x="83" y="252"/>
                  </a:lnTo>
                  <a:lnTo>
                    <a:pt x="83" y="236"/>
                  </a:lnTo>
                  <a:lnTo>
                    <a:pt x="83" y="227"/>
                  </a:lnTo>
                  <a:lnTo>
                    <a:pt x="76" y="211"/>
                  </a:lnTo>
                  <a:lnTo>
                    <a:pt x="74" y="201"/>
                  </a:lnTo>
                  <a:lnTo>
                    <a:pt x="68" y="190"/>
                  </a:lnTo>
                  <a:lnTo>
                    <a:pt x="56" y="181"/>
                  </a:lnTo>
                  <a:lnTo>
                    <a:pt x="41" y="168"/>
                  </a:lnTo>
                  <a:lnTo>
                    <a:pt x="29" y="155"/>
                  </a:lnTo>
                  <a:lnTo>
                    <a:pt x="24" y="146"/>
                  </a:lnTo>
                  <a:lnTo>
                    <a:pt x="12" y="126"/>
                  </a:lnTo>
                  <a:lnTo>
                    <a:pt x="6" y="109"/>
                  </a:lnTo>
                  <a:lnTo>
                    <a:pt x="3" y="100"/>
                  </a:lnTo>
                  <a:lnTo>
                    <a:pt x="0" y="84"/>
                  </a:lnTo>
                  <a:lnTo>
                    <a:pt x="0" y="61"/>
                  </a:lnTo>
                  <a:lnTo>
                    <a:pt x="3" y="49"/>
                  </a:lnTo>
                  <a:lnTo>
                    <a:pt x="6" y="35"/>
                  </a:lnTo>
                  <a:lnTo>
                    <a:pt x="6" y="22"/>
                  </a:lnTo>
                  <a:lnTo>
                    <a:pt x="9" y="9"/>
                  </a:lnTo>
                  <a:lnTo>
                    <a:pt x="15" y="0"/>
                  </a:lnTo>
                  <a:lnTo>
                    <a:pt x="53" y="6"/>
                  </a:lnTo>
                </a:path>
              </a:pathLst>
            </a:custGeom>
            <a:grpFill/>
            <a:ln>
              <a:noFill/>
            </a:ln>
            <a:effectLst>
              <a:outerShdw dist="35921" dir="2700000" algn="ctr" rotWithShape="0">
                <a:schemeClr val="bg2">
                  <a:alpha val="50000"/>
                </a:schemeClr>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grpSp>
      <p:sp>
        <p:nvSpPr>
          <p:cNvPr id="158"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solidFill>
              </a:defRPr>
            </a:lvl1pPr>
          </a:lstStyle>
          <a:p>
            <a:fld id="{8C6A5426-CDE5-4A9A-A2DE-4762493B25D5}" type="datetime1">
              <a:rPr lang="en-US" smtClean="0"/>
              <a:pPr/>
              <a:t>5/17/2017</a:t>
            </a:fld>
            <a:endParaRPr lang="en-US"/>
          </a:p>
        </p:txBody>
      </p:sp>
      <p:sp>
        <p:nvSpPr>
          <p:cNvPr id="15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16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solidFill>
              </a:defRPr>
            </a:lvl1pPr>
          </a:lstStyle>
          <a:p>
            <a:fld id="{74673C52-BC4E-4C96-AFCF-B2E7CF5882D3}" type="slidenum">
              <a:rPr lang="en-US" smtClean="0"/>
              <a:pPr/>
              <a:t>‹#›</a:t>
            </a:fld>
            <a:endParaRPr lang="en-US"/>
          </a:p>
        </p:txBody>
      </p:sp>
      <p:sp>
        <p:nvSpPr>
          <p:cNvPr id="225" name="Text Placeholder 30"/>
          <p:cNvSpPr>
            <a:spLocks noGrp="1"/>
          </p:cNvSpPr>
          <p:nvPr>
            <p:ph type="body" idx="1"/>
          </p:nvPr>
        </p:nvSpPr>
        <p:spPr>
          <a:xfrm>
            <a:off x="838200" y="1609417"/>
            <a:ext cx="10515600" cy="4558022"/>
          </a:xfrm>
          <a:prstGeom prst="rect">
            <a:avLst/>
          </a:prstGeom>
        </p:spPr>
        <p:txBody>
          <a:bodyPr vert="horz">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26" name="Title Placeholder 2"/>
          <p:cNvSpPr>
            <a:spLocks noGrp="1"/>
          </p:cNvSpPr>
          <p:nvPr>
            <p:ph type="title"/>
          </p:nvPr>
        </p:nvSpPr>
        <p:spPr>
          <a:xfrm>
            <a:off x="838200" y="320040"/>
            <a:ext cx="10515598" cy="1143000"/>
          </a:xfrm>
          <a:prstGeom prst="rect">
            <a:avLst/>
          </a:prstGeom>
        </p:spPr>
        <p:txBody>
          <a:bodyPr vert="horz" lIns="45720" tIns="0" rIns="45720" bIns="0" anchor="b" anchorCtr="0">
            <a:normAutofit/>
          </a:bodyPr>
          <a:lstStyle/>
          <a:p>
            <a:r>
              <a:rPr kumimoji="0" lang="en-US" smtClean="0"/>
              <a:t>Click to edit Master title style</a:t>
            </a:r>
            <a:endParaRPr kumimoji="0" lang="en-US" dirty="0"/>
          </a:p>
        </p:txBody>
      </p:sp>
    </p:spTree>
    <p:extLst>
      <p:ext uri="{BB962C8B-B14F-4D97-AF65-F5344CB8AC3E}">
        <p14:creationId xmlns:p14="http://schemas.microsoft.com/office/powerpoint/2010/main" val="404412842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rtl="0" eaLnBrk="1" latinLnBrk="0" hangingPunct="1">
        <a:spcBef>
          <a:spcPct val="0"/>
        </a:spcBef>
        <a:buNone/>
        <a:defRPr kumimoji="0" sz="3800" b="0" kern="1200" cap="all" baseline="0">
          <a:ln w="500">
            <a:solidFill>
              <a:schemeClr val="tx2">
                <a:shade val="20000"/>
                <a:satMod val="120000"/>
              </a:schemeClr>
            </a:solidFill>
          </a:ln>
          <a:solidFill>
            <a:schemeClr val="tx2"/>
          </a:soli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2"/>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2"/>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2"/>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2"/>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2"/>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2"/>
          </a:solidFill>
          <a:latin typeface="+mn-lt"/>
          <a:ea typeface="+mn-ea"/>
          <a:cs typeface="+mn-cs"/>
        </a:defRPr>
      </a:lvl6pPr>
      <a:lvl7pPr marL="1673352" indent="-182880" algn="l" rtl="0" eaLnBrk="1" latinLnBrk="0" hangingPunct="1">
        <a:spcBef>
          <a:spcPct val="20000"/>
        </a:spcBef>
        <a:buClr>
          <a:schemeClr val="accent4"/>
        </a:buClr>
        <a:buSzPct val="80000"/>
        <a:buFont typeface="Wingdings" panose="05000000000000000000" pitchFamily="2" charset="2"/>
        <a:buChar char=""/>
        <a:defRPr kumimoji="0" sz="1600" kern="1200" baseline="0">
          <a:solidFill>
            <a:schemeClr val="tx2"/>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2"/>
          </a:solidFill>
          <a:latin typeface="+mn-lt"/>
          <a:ea typeface="+mn-ea"/>
          <a:cs typeface="+mn-cs"/>
        </a:defRPr>
      </a:lvl8pPr>
      <a:lvl9pPr marL="2057400" indent="-182880" algn="l" rtl="0" eaLnBrk="1" latinLnBrk="0" hangingPunct="1">
        <a:spcBef>
          <a:spcPct val="20000"/>
        </a:spcBef>
        <a:buClr>
          <a:schemeClr val="accent4"/>
        </a:buClr>
        <a:buSzPct val="100000"/>
        <a:buFont typeface="Wingdings" panose="05000000000000000000" pitchFamily="2" charset="2"/>
        <a:buChar char=""/>
        <a:defRPr kumimoji="0" sz="1400" kern="1200" baseline="0">
          <a:solidFill>
            <a:schemeClr val="tx2"/>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extLst mod="1">
    <p:ext uri="{27BBF7A9-308A-43DC-89C8-2F10F3537804}">
      <p15:sldGuideLst xmlns:p15="http://schemas.microsoft.com/office/powerpoint/2012/main" xmlns="">
        <p15:guide id="0" orient="horz" pos="2160" userDrawn="1">
          <p15:clr>
            <a:srgbClr val="F26B43"/>
          </p15:clr>
        </p15:guide>
        <p15:guide id="1" pos="3840" userDrawn="1">
          <p15:clr>
            <a:srgbClr val="F26B43"/>
          </p15:clr>
        </p15:guide>
        <p15:guide id="2" pos="7152" userDrawn="1">
          <p15:clr>
            <a:srgbClr val="F26B43"/>
          </p15:clr>
        </p15:guide>
        <p15:guide id="3" pos="528" userDrawn="1">
          <p15:clr>
            <a:srgbClr val="F26B43"/>
          </p15:clr>
        </p15:guide>
        <p15:guide id="4" orient="horz" pos="3888" userDrawn="1">
          <p15:clr>
            <a:srgbClr val="F26B43"/>
          </p15:clr>
        </p15:guide>
        <p15:guide id="5" orient="horz" pos="101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Created by: Lindsey Sanchez</a:t>
            </a:r>
            <a:endParaRPr lang="en-US" dirty="0"/>
          </a:p>
        </p:txBody>
      </p:sp>
      <p:sp>
        <p:nvSpPr>
          <p:cNvPr id="2" name="Title 1"/>
          <p:cNvSpPr>
            <a:spLocks noGrp="1"/>
          </p:cNvSpPr>
          <p:nvPr>
            <p:ph type="ctrTitle"/>
          </p:nvPr>
        </p:nvSpPr>
        <p:spPr>
          <a:xfrm>
            <a:off x="1676400" y="304800"/>
            <a:ext cx="9073208" cy="2868168"/>
          </a:xfrm>
        </p:spPr>
        <p:txBody>
          <a:bodyPr/>
          <a:lstStyle/>
          <a:p>
            <a:r>
              <a:rPr lang="en-US" dirty="0" smtClean="0"/>
              <a:t>AS Level Global Perspectives </a:t>
            </a:r>
            <a:endParaRPr lang="en-US" dirty="0"/>
          </a:p>
        </p:txBody>
      </p:sp>
    </p:spTree>
    <p:extLst>
      <p:ext uri="{BB962C8B-B14F-4D97-AF65-F5344CB8AC3E}">
        <p14:creationId xmlns:p14="http://schemas.microsoft.com/office/powerpoint/2010/main" val="18718709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smtClean="0"/>
              <a:t>Its Time to figure out a question!</a:t>
            </a:r>
            <a:br>
              <a:rPr lang="en-US" dirty="0" smtClean="0"/>
            </a:br>
            <a:r>
              <a:rPr lang="en-US" dirty="0" smtClean="0"/>
              <a:t>								Don’t Panic!!</a:t>
            </a:r>
            <a:endParaRPr lang="en-US" dirty="0"/>
          </a:p>
        </p:txBody>
      </p:sp>
      <p:pic>
        <p:nvPicPr>
          <p:cNvPr id="2" name="Picture 1"/>
          <p:cNvPicPr>
            <a:picLocks noChangeAspect="1"/>
          </p:cNvPicPr>
          <p:nvPr/>
        </p:nvPicPr>
        <p:blipFill>
          <a:blip r:embed="rId2"/>
          <a:stretch>
            <a:fillRect/>
          </a:stretch>
        </p:blipFill>
        <p:spPr>
          <a:xfrm>
            <a:off x="152400" y="3810000"/>
            <a:ext cx="4081903" cy="2895600"/>
          </a:xfrm>
          <a:prstGeom prst="rect">
            <a:avLst/>
          </a:prstGeom>
        </p:spPr>
      </p:pic>
      <p:sp>
        <p:nvSpPr>
          <p:cNvPr id="14" name="Content Placeholder 13"/>
          <p:cNvSpPr>
            <a:spLocks noGrp="1"/>
          </p:cNvSpPr>
          <p:nvPr>
            <p:ph idx="1"/>
          </p:nvPr>
        </p:nvSpPr>
        <p:spPr>
          <a:xfrm>
            <a:off x="1143000" y="1295400"/>
            <a:ext cx="10515600" cy="4558022"/>
          </a:xfrm>
        </p:spPr>
        <p:txBody>
          <a:bodyPr/>
          <a:lstStyle/>
          <a:p>
            <a:pPr lvl="0"/>
            <a:r>
              <a:rPr lang="en-US" dirty="0" smtClean="0">
                <a:solidFill>
                  <a:schemeClr val="bg1"/>
                </a:solidFill>
              </a:rPr>
              <a:t>Getting Back To the Basics</a:t>
            </a:r>
          </a:p>
          <a:p>
            <a:pPr lvl="1"/>
            <a:r>
              <a:rPr lang="en-US" dirty="0" smtClean="0">
                <a:solidFill>
                  <a:schemeClr val="bg1"/>
                </a:solidFill>
              </a:rPr>
              <a:t>Is Your Question Global?</a:t>
            </a:r>
          </a:p>
          <a:p>
            <a:pPr lvl="2"/>
            <a:r>
              <a:rPr lang="en-US" dirty="0" smtClean="0">
                <a:solidFill>
                  <a:schemeClr val="bg1"/>
                </a:solidFill>
              </a:rPr>
              <a:t>This is one of the most important aspects of your question!!</a:t>
            </a:r>
          </a:p>
          <a:p>
            <a:pPr lvl="3"/>
            <a:r>
              <a:rPr lang="en-US" dirty="0" smtClean="0">
                <a:solidFill>
                  <a:schemeClr val="bg1"/>
                </a:solidFill>
              </a:rPr>
              <a:t>If your question is not global, you will NOT pass!!</a:t>
            </a:r>
          </a:p>
          <a:p>
            <a:pPr lvl="4"/>
            <a:r>
              <a:rPr lang="en-US" dirty="0" smtClean="0">
                <a:solidFill>
                  <a:schemeClr val="bg1"/>
                </a:solidFill>
              </a:rPr>
              <a:t>For your question to be global, it needs to allow you to be able to have evidence and examples from ALL around the world, not just the United States and Europe!!</a:t>
            </a:r>
          </a:p>
          <a:p>
            <a:pPr lvl="7"/>
            <a:r>
              <a:rPr lang="en-US" dirty="0" smtClean="0">
                <a:solidFill>
                  <a:schemeClr val="bg1"/>
                </a:solidFill>
              </a:rPr>
              <a:t>DO NOT make it US specific!</a:t>
            </a:r>
          </a:p>
          <a:p>
            <a:pPr lvl="7" algn="ctr"/>
            <a:endParaRPr lang="en-US" dirty="0" smtClean="0">
              <a:solidFill>
                <a:schemeClr val="bg1"/>
              </a:solidFill>
            </a:endParaRPr>
          </a:p>
          <a:p>
            <a:pPr marL="1874520" lvl="8" indent="0" algn="ctr">
              <a:buNone/>
            </a:pPr>
            <a:endParaRPr lang="en-US" dirty="0">
              <a:solidFill>
                <a:schemeClr val="bg1"/>
              </a:solidFill>
            </a:endParaRPr>
          </a:p>
        </p:txBody>
      </p:sp>
      <p:sp>
        <p:nvSpPr>
          <p:cNvPr id="4" name="TextBox 3"/>
          <p:cNvSpPr txBox="1"/>
          <p:nvPr/>
        </p:nvSpPr>
        <p:spPr>
          <a:xfrm>
            <a:off x="4419600" y="3962400"/>
            <a:ext cx="3657600" cy="369332"/>
          </a:xfrm>
          <a:prstGeom prst="rect">
            <a:avLst/>
          </a:prstGeom>
          <a:noFill/>
          <a:ln>
            <a:noFill/>
          </a:ln>
        </p:spPr>
        <p:txBody>
          <a:bodyPr wrap="square" rtlCol="0" anchor="ctr" anchorCtr="1">
            <a:spAutoFit/>
          </a:bodyPr>
          <a:lstStyle/>
          <a:p>
            <a:r>
              <a:rPr lang="en-US" dirty="0">
                <a:solidFill>
                  <a:schemeClr val="bg1"/>
                </a:solidFill>
              </a:rPr>
              <a:t>Ex. Is the FDA effective?</a:t>
            </a:r>
          </a:p>
        </p:txBody>
      </p:sp>
    </p:spTree>
    <p:extLst>
      <p:ext uri="{BB962C8B-B14F-4D97-AF65-F5344CB8AC3E}">
        <p14:creationId xmlns:p14="http://schemas.microsoft.com/office/powerpoint/2010/main" val="334957283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wheel(1)">
                                      <p:cBhvr>
                                        <p:cTn id="21"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66800" y="609600"/>
            <a:ext cx="10515600" cy="5557839"/>
          </a:xfrm>
        </p:spPr>
        <p:txBody>
          <a:bodyPr/>
          <a:lstStyle/>
          <a:p>
            <a:pPr marL="0" indent="0" algn="ctr">
              <a:buNone/>
            </a:pPr>
            <a:r>
              <a:rPr lang="en-US" dirty="0" smtClean="0"/>
              <a:t>CAN YOUR QUESTION BE ANSWERED BY YES OR NO???</a:t>
            </a:r>
          </a:p>
          <a:p>
            <a:pPr>
              <a:buFont typeface="Century Gothic" panose="020B0502020202020204" pitchFamily="34" charset="0"/>
              <a:buChar char="▲"/>
            </a:pPr>
            <a:r>
              <a:rPr lang="en-US" dirty="0" smtClean="0"/>
              <a:t>If you can answer your question with yes or no, throw it out, its trash!!!</a:t>
            </a:r>
          </a:p>
          <a:p>
            <a:pPr>
              <a:buFont typeface="Century Gothic" panose="020B0502020202020204" pitchFamily="34" charset="0"/>
              <a:buChar char="▲"/>
            </a:pPr>
            <a:r>
              <a:rPr lang="en-US" dirty="0" smtClean="0"/>
              <a:t>Your question should be open ended</a:t>
            </a:r>
          </a:p>
          <a:p>
            <a:pPr lvl="1">
              <a:buFont typeface="Century Gothic" panose="020B0502020202020204" pitchFamily="34" charset="0"/>
              <a:buChar char="▲"/>
            </a:pPr>
            <a:r>
              <a:rPr lang="en-US" dirty="0" smtClean="0"/>
              <a:t> DO NOT!!</a:t>
            </a:r>
          </a:p>
          <a:p>
            <a:pPr lvl="2">
              <a:buFont typeface="Century Gothic" panose="020B0502020202020204" pitchFamily="34" charset="0"/>
              <a:buChar char="▲"/>
            </a:pPr>
            <a:r>
              <a:rPr lang="en-US" dirty="0" smtClean="0"/>
              <a:t>Make </a:t>
            </a:r>
            <a:r>
              <a:rPr lang="en-US" dirty="0"/>
              <a:t>the question an ‘either/or/as’</a:t>
            </a:r>
          </a:p>
          <a:p>
            <a:pPr lvl="3">
              <a:buFont typeface="Century Gothic" panose="020B0502020202020204" pitchFamily="34" charset="0"/>
              <a:buChar char="▲"/>
            </a:pPr>
            <a:r>
              <a:rPr lang="en-US" dirty="0" smtClean="0"/>
              <a:t>Ex</a:t>
            </a:r>
            <a:r>
              <a:rPr lang="en-US" dirty="0"/>
              <a:t>. Are GMOs harmful or helpful</a:t>
            </a:r>
            <a:r>
              <a:rPr lang="en-US" dirty="0" smtClean="0"/>
              <a:t>?</a:t>
            </a:r>
          </a:p>
          <a:p>
            <a:pPr lvl="3">
              <a:buFont typeface="Century Gothic" panose="020B0502020202020204" pitchFamily="34" charset="0"/>
              <a:buChar char="▲"/>
            </a:pPr>
            <a:r>
              <a:rPr lang="en-US" dirty="0" smtClean="0"/>
              <a:t> </a:t>
            </a:r>
            <a:r>
              <a:rPr lang="en-US" dirty="0"/>
              <a:t>Ex. Are bottled sodas just as harmful as water bottles?</a:t>
            </a:r>
          </a:p>
          <a:p>
            <a:pPr lvl="1">
              <a:buFont typeface="Century Gothic" panose="020B0502020202020204" pitchFamily="34" charset="0"/>
              <a:buChar char="▲"/>
            </a:pPr>
            <a:r>
              <a:rPr lang="en-US" dirty="0"/>
              <a:t>DO </a:t>
            </a:r>
            <a:r>
              <a:rPr lang="en-US" dirty="0" smtClean="0"/>
              <a:t>NOT!!!</a:t>
            </a:r>
            <a:endParaRPr lang="en-US" dirty="0"/>
          </a:p>
          <a:p>
            <a:pPr lvl="2">
              <a:buFont typeface="Century Gothic" panose="020B0502020202020204" pitchFamily="34" charset="0"/>
              <a:buChar char="▲"/>
            </a:pPr>
            <a:r>
              <a:rPr lang="en-US" dirty="0" smtClean="0"/>
              <a:t>Make </a:t>
            </a:r>
            <a:r>
              <a:rPr lang="en-US" dirty="0"/>
              <a:t>it ‘to what extent…’</a:t>
            </a:r>
          </a:p>
          <a:p>
            <a:pPr lvl="3">
              <a:buFont typeface="Century Gothic" panose="020B0502020202020204" pitchFamily="34" charset="0"/>
              <a:buChar char="▲"/>
            </a:pPr>
            <a:r>
              <a:rPr lang="en-US" dirty="0" smtClean="0"/>
              <a:t> </a:t>
            </a:r>
            <a:r>
              <a:rPr lang="en-US" dirty="0"/>
              <a:t>Ex. To what extent are factory farms bad?</a:t>
            </a:r>
            <a:endParaRPr lang="en-US" dirty="0" smtClean="0"/>
          </a:p>
        </p:txBody>
      </p:sp>
    </p:spTree>
    <p:extLst>
      <p:ext uri="{BB962C8B-B14F-4D97-AF65-F5344CB8AC3E}">
        <p14:creationId xmlns:p14="http://schemas.microsoft.com/office/powerpoint/2010/main" val="67779625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5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p:txBody>
          <a:bodyPr/>
          <a:lstStyle/>
          <a:p>
            <a:r>
              <a:rPr lang="en-US" dirty="0" smtClean="0"/>
              <a:t>DO NOT!!!</a:t>
            </a:r>
          </a:p>
          <a:p>
            <a:pPr lvl="1"/>
            <a:r>
              <a:rPr lang="en-US" dirty="0" smtClean="0"/>
              <a:t>Say </a:t>
            </a:r>
            <a:r>
              <a:rPr lang="en-US" dirty="0"/>
              <a:t>something along the lines of “…positives outweigh the negatives…” </a:t>
            </a:r>
          </a:p>
          <a:p>
            <a:pPr lvl="2"/>
            <a:r>
              <a:rPr lang="en-US" dirty="0" smtClean="0"/>
              <a:t>Ex</a:t>
            </a:r>
            <a:r>
              <a:rPr lang="en-US" dirty="0"/>
              <a:t>. Do the benefits of using clean energy outweigh the negatives?</a:t>
            </a:r>
            <a:endParaRPr lang="en-US" dirty="0" smtClean="0"/>
          </a:p>
        </p:txBody>
      </p:sp>
      <p:sp>
        <p:nvSpPr>
          <p:cNvPr id="2" name="Title 1"/>
          <p:cNvSpPr>
            <a:spLocks noGrp="1"/>
          </p:cNvSpPr>
          <p:nvPr>
            <p:ph type="title"/>
          </p:nvPr>
        </p:nvSpPr>
        <p:spPr/>
        <p:txBody>
          <a:bodyPr>
            <a:normAutofit/>
          </a:bodyPr>
          <a:lstStyle/>
          <a:p>
            <a:r>
              <a:rPr lang="en-US" dirty="0" smtClean="0"/>
              <a:t>What not to do!!</a:t>
            </a:r>
            <a:endParaRPr lang="en-US" dirty="0"/>
          </a:p>
        </p:txBody>
      </p:sp>
      <p:sp>
        <p:nvSpPr>
          <p:cNvPr id="3" name="Content Placeholder 2"/>
          <p:cNvSpPr>
            <a:spLocks noGrp="1"/>
          </p:cNvSpPr>
          <p:nvPr>
            <p:ph sz="half" idx="1"/>
          </p:nvPr>
        </p:nvSpPr>
        <p:spPr/>
        <p:txBody>
          <a:bodyPr/>
          <a:lstStyle/>
          <a:p>
            <a:r>
              <a:rPr lang="en-US" dirty="0" smtClean="0"/>
              <a:t>DO NOT!!! </a:t>
            </a:r>
          </a:p>
          <a:p>
            <a:pPr lvl="1"/>
            <a:r>
              <a:rPr lang="en-US" dirty="0" smtClean="0"/>
              <a:t>Make </a:t>
            </a:r>
            <a:r>
              <a:rPr lang="en-US" dirty="0"/>
              <a:t>it too wordy </a:t>
            </a:r>
          </a:p>
          <a:p>
            <a:pPr lvl="2"/>
            <a:r>
              <a:rPr lang="en-US" dirty="0" smtClean="0"/>
              <a:t>Ex</a:t>
            </a:r>
            <a:r>
              <a:rPr lang="en-US" dirty="0"/>
              <a:t>. Is increasing regulation of industrial pollution necessary to prevent aquatic biome from further </a:t>
            </a:r>
            <a:r>
              <a:rPr lang="en-US" dirty="0" smtClean="0"/>
              <a:t>deterioration</a:t>
            </a:r>
          </a:p>
          <a:p>
            <a:pPr lvl="2"/>
            <a:endParaRPr lang="en-US" dirty="0"/>
          </a:p>
          <a:p>
            <a:pPr lvl="2"/>
            <a:r>
              <a:rPr lang="en-US" dirty="0" smtClean="0"/>
              <a:t>DO NOT!!!</a:t>
            </a:r>
          </a:p>
          <a:p>
            <a:pPr lvl="3"/>
            <a:r>
              <a:rPr lang="en-US" dirty="0" smtClean="0"/>
              <a:t>Use </a:t>
            </a:r>
            <a:r>
              <a:rPr lang="en-US" dirty="0"/>
              <a:t>terms that are up to interpretation. </a:t>
            </a:r>
          </a:p>
          <a:p>
            <a:pPr lvl="4"/>
            <a:r>
              <a:rPr lang="en-US" dirty="0" smtClean="0"/>
              <a:t> </a:t>
            </a:r>
            <a:r>
              <a:rPr lang="en-US" dirty="0"/>
              <a:t>Ex. “good”, “dangerous”, “effective”</a:t>
            </a:r>
            <a:endParaRPr lang="en-US" dirty="0"/>
          </a:p>
        </p:txBody>
      </p:sp>
    </p:spTree>
    <p:extLst>
      <p:ext uri="{BB962C8B-B14F-4D97-AF65-F5344CB8AC3E}">
        <p14:creationId xmlns:p14="http://schemas.microsoft.com/office/powerpoint/2010/main" val="93659781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3">
                                            <p:txEl>
                                              <p:pRg st="4" end="4"/>
                                            </p:txEl>
                                          </p:spTgt>
                                        </p:tgtEl>
                                      </p:cBhvr>
                                    </p:animEffect>
                                  </p:childTnLst>
                                </p:cTn>
                              </p:par>
                              <p:par>
                                <p:cTn id="24" presetID="53" presetClass="entr" presetSubtype="16"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 calcmode="lin" valueType="num">
                                      <p:cBhvr>
                                        <p:cTn id="26"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28" dur="500"/>
                                        <p:tgtEl>
                                          <p:spTgt spid="3">
                                            <p:txEl>
                                              <p:pRg st="5" end="5"/>
                                            </p:txEl>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p:cTn id="31"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anim calcmode="lin" valueType="num">
                                      <p:cBhvr additive="base">
                                        <p:cTn id="38"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 calcmode="lin" valueType="num">
                                      <p:cBhvr additive="base">
                                        <p:cTn id="4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1" end="1"/>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4">
                                            <p:txEl>
                                              <p:pRg st="2" end="2"/>
                                            </p:txEl>
                                          </p:spTgt>
                                        </p:tgtEl>
                                        <p:attrNameLst>
                                          <p:attrName>style.visibility</p:attrName>
                                        </p:attrNameLst>
                                      </p:cBhvr>
                                      <p:to>
                                        <p:strVal val="visible"/>
                                      </p:to>
                                    </p:set>
                                    <p:anim calcmode="lin" valueType="num">
                                      <p:cBhvr additive="base">
                                        <p:cTn id="4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r>
              <a:rPr lang="en-US" dirty="0"/>
              <a:t>DO: </a:t>
            </a:r>
            <a:r>
              <a:rPr lang="en-US" dirty="0" smtClean="0"/>
              <a:t>Make </a:t>
            </a:r>
            <a:r>
              <a:rPr lang="en-US" dirty="0"/>
              <a:t>clever questions. </a:t>
            </a:r>
          </a:p>
          <a:p>
            <a:pPr lvl="1"/>
            <a:r>
              <a:rPr lang="en-US" dirty="0" smtClean="0"/>
              <a:t>Ex</a:t>
            </a:r>
            <a:r>
              <a:rPr lang="en-US" dirty="0"/>
              <a:t>. Is fashion killing you?  </a:t>
            </a:r>
            <a:endParaRPr lang="en-US" dirty="0" smtClean="0"/>
          </a:p>
          <a:p>
            <a:r>
              <a:rPr lang="en-US" dirty="0" smtClean="0"/>
              <a:t>Use </a:t>
            </a:r>
            <a:r>
              <a:rPr lang="en-US" dirty="0"/>
              <a:t>sophisticated vocabulary. </a:t>
            </a:r>
            <a:endParaRPr lang="en-US" dirty="0" smtClean="0"/>
          </a:p>
          <a:p>
            <a:pPr lvl="1"/>
            <a:r>
              <a:rPr lang="en-US" dirty="0" smtClean="0"/>
              <a:t> </a:t>
            </a:r>
            <a:r>
              <a:rPr lang="en-US" dirty="0"/>
              <a:t>Ex. Are anti-western feelings woven into the culture of the middle east? </a:t>
            </a:r>
            <a:endParaRPr lang="en-US" dirty="0" smtClean="0"/>
          </a:p>
          <a:p>
            <a:endParaRPr lang="en-US" dirty="0"/>
          </a:p>
          <a:p>
            <a:pPr marL="0" indent="0">
              <a:buNone/>
            </a:pPr>
            <a:r>
              <a:rPr lang="en-US" dirty="0"/>
              <a:t> </a:t>
            </a:r>
          </a:p>
        </p:txBody>
      </p:sp>
      <p:sp>
        <p:nvSpPr>
          <p:cNvPr id="4" name="Title 3"/>
          <p:cNvSpPr>
            <a:spLocks noGrp="1"/>
          </p:cNvSpPr>
          <p:nvPr>
            <p:ph type="title"/>
          </p:nvPr>
        </p:nvSpPr>
        <p:spPr>
          <a:xfrm>
            <a:off x="838200" y="304800"/>
            <a:ext cx="10515600" cy="1143000"/>
          </a:xfrm>
        </p:spPr>
        <p:txBody>
          <a:bodyPr/>
          <a:lstStyle/>
          <a:p>
            <a:r>
              <a:rPr lang="en-US" dirty="0" smtClean="0"/>
              <a:t>WHAT YOU NEED TO DO!!!!</a:t>
            </a:r>
            <a:endParaRPr lang="en-US" dirty="0"/>
          </a:p>
        </p:txBody>
      </p:sp>
      <p:sp>
        <p:nvSpPr>
          <p:cNvPr id="5" name="Rectangle 4"/>
          <p:cNvSpPr/>
          <p:nvPr/>
        </p:nvSpPr>
        <p:spPr>
          <a:xfrm>
            <a:off x="5943600" y="2362200"/>
            <a:ext cx="6096000" cy="1200329"/>
          </a:xfrm>
          <a:prstGeom prst="rect">
            <a:avLst/>
          </a:prstGeom>
          <a:solidFill>
            <a:schemeClr val="bg1"/>
          </a:solidFill>
        </p:spPr>
        <p:txBody>
          <a:bodyPr>
            <a:spAutoFit/>
          </a:bodyPr>
          <a:lstStyle/>
          <a:p>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"The difference between a successful person and others is not a lack of strength, not a lack of knowledge, but rather in a lack of will." Vincent T. Lombardi </a:t>
            </a:r>
          </a:p>
        </p:txBody>
      </p:sp>
    </p:spTree>
    <p:extLst>
      <p:ext uri="{BB962C8B-B14F-4D97-AF65-F5344CB8AC3E}">
        <p14:creationId xmlns:p14="http://schemas.microsoft.com/office/powerpoint/2010/main" val="207090677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down)">
                                      <p:cBhvr>
                                        <p:cTn id="11" dur="580">
                                          <p:stCondLst>
                                            <p:cond delay="0"/>
                                          </p:stCondLst>
                                        </p:cTn>
                                        <p:tgtEl>
                                          <p:spTgt spid="3">
                                            <p:txEl>
                                              <p:pRg st="1" end="1"/>
                                            </p:txEl>
                                          </p:spTgt>
                                        </p:tgtEl>
                                      </p:cBhvr>
                                    </p:animEffect>
                                    <p:anim calcmode="lin" valueType="num">
                                      <p:cBhvr>
                                        <p:cTn id="12"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1" end="1"/>
                                            </p:txEl>
                                          </p:spTgt>
                                        </p:tgtEl>
                                      </p:cBhvr>
                                      <p:to x="100000" y="60000"/>
                                    </p:animScale>
                                    <p:animScale>
                                      <p:cBhvr>
                                        <p:cTn id="18" dur="166" decel="50000">
                                          <p:stCondLst>
                                            <p:cond delay="676"/>
                                          </p:stCondLst>
                                        </p:cTn>
                                        <p:tgtEl>
                                          <p:spTgt spid="3">
                                            <p:txEl>
                                              <p:pRg st="1" end="1"/>
                                            </p:txEl>
                                          </p:spTgt>
                                        </p:tgtEl>
                                      </p:cBhvr>
                                      <p:to x="100000" y="100000"/>
                                    </p:animScale>
                                    <p:animScale>
                                      <p:cBhvr>
                                        <p:cTn id="19" dur="26">
                                          <p:stCondLst>
                                            <p:cond delay="1312"/>
                                          </p:stCondLst>
                                        </p:cTn>
                                        <p:tgtEl>
                                          <p:spTgt spid="3">
                                            <p:txEl>
                                              <p:pRg st="1" end="1"/>
                                            </p:txEl>
                                          </p:spTgt>
                                        </p:tgtEl>
                                      </p:cBhvr>
                                      <p:to x="100000" y="80000"/>
                                    </p:animScale>
                                    <p:animScale>
                                      <p:cBhvr>
                                        <p:cTn id="20" dur="166" decel="50000">
                                          <p:stCondLst>
                                            <p:cond delay="1338"/>
                                          </p:stCondLst>
                                        </p:cTn>
                                        <p:tgtEl>
                                          <p:spTgt spid="3">
                                            <p:txEl>
                                              <p:pRg st="1" end="1"/>
                                            </p:txEl>
                                          </p:spTgt>
                                        </p:tgtEl>
                                      </p:cBhvr>
                                      <p:to x="100000" y="100000"/>
                                    </p:animScale>
                                    <p:animScale>
                                      <p:cBhvr>
                                        <p:cTn id="21" dur="26">
                                          <p:stCondLst>
                                            <p:cond delay="1642"/>
                                          </p:stCondLst>
                                        </p:cTn>
                                        <p:tgtEl>
                                          <p:spTgt spid="3">
                                            <p:txEl>
                                              <p:pRg st="1" end="1"/>
                                            </p:txEl>
                                          </p:spTgt>
                                        </p:tgtEl>
                                      </p:cBhvr>
                                      <p:to x="100000" y="90000"/>
                                    </p:animScale>
                                    <p:animScale>
                                      <p:cBhvr>
                                        <p:cTn id="22" dur="166" decel="50000">
                                          <p:stCondLst>
                                            <p:cond delay="1668"/>
                                          </p:stCondLst>
                                        </p:cTn>
                                        <p:tgtEl>
                                          <p:spTgt spid="3">
                                            <p:txEl>
                                              <p:pRg st="1" end="1"/>
                                            </p:txEl>
                                          </p:spTgt>
                                        </p:tgtEl>
                                      </p:cBhvr>
                                      <p:to x="100000" y="100000"/>
                                    </p:animScale>
                                    <p:animScale>
                                      <p:cBhvr>
                                        <p:cTn id="23" dur="26">
                                          <p:stCondLst>
                                            <p:cond delay="1808"/>
                                          </p:stCondLst>
                                        </p:cTn>
                                        <p:tgtEl>
                                          <p:spTgt spid="3">
                                            <p:txEl>
                                              <p:pRg st="1" end="1"/>
                                            </p:txEl>
                                          </p:spTgt>
                                        </p:tgtEl>
                                      </p:cBhvr>
                                      <p:to x="100000" y="95000"/>
                                    </p:animScale>
                                    <p:animScale>
                                      <p:cBhvr>
                                        <p:cTn id="24" dur="166" decel="50000">
                                          <p:stCondLst>
                                            <p:cond delay="1834"/>
                                          </p:stCondLst>
                                        </p:cTn>
                                        <p:tgtEl>
                                          <p:spTgt spid="3">
                                            <p:txEl>
                                              <p:pRg st="1" end="1"/>
                                            </p:txEl>
                                          </p:spTgt>
                                        </p:tgtEl>
                                      </p:cBhvr>
                                      <p:to x="100000" y="100000"/>
                                    </p:animScale>
                                  </p:childTnLst>
                                </p:cTn>
                              </p:par>
                              <p:par>
                                <p:cTn id="25" presetID="26"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down)">
                                      <p:cBhvr>
                                        <p:cTn id="27" dur="580">
                                          <p:stCondLst>
                                            <p:cond delay="0"/>
                                          </p:stCondLst>
                                        </p:cTn>
                                        <p:tgtEl>
                                          <p:spTgt spid="3">
                                            <p:txEl>
                                              <p:pRg st="2" end="2"/>
                                            </p:txEl>
                                          </p:spTgt>
                                        </p:tgtEl>
                                      </p:cBhvr>
                                    </p:animEffect>
                                    <p:anim calcmode="lin" valueType="num">
                                      <p:cBhvr>
                                        <p:cTn id="28"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3" dur="26">
                                          <p:stCondLst>
                                            <p:cond delay="650"/>
                                          </p:stCondLst>
                                        </p:cTn>
                                        <p:tgtEl>
                                          <p:spTgt spid="3">
                                            <p:txEl>
                                              <p:pRg st="2" end="2"/>
                                            </p:txEl>
                                          </p:spTgt>
                                        </p:tgtEl>
                                      </p:cBhvr>
                                      <p:to x="100000" y="60000"/>
                                    </p:animScale>
                                    <p:animScale>
                                      <p:cBhvr>
                                        <p:cTn id="34" dur="166" decel="50000">
                                          <p:stCondLst>
                                            <p:cond delay="676"/>
                                          </p:stCondLst>
                                        </p:cTn>
                                        <p:tgtEl>
                                          <p:spTgt spid="3">
                                            <p:txEl>
                                              <p:pRg st="2" end="2"/>
                                            </p:txEl>
                                          </p:spTgt>
                                        </p:tgtEl>
                                      </p:cBhvr>
                                      <p:to x="100000" y="100000"/>
                                    </p:animScale>
                                    <p:animScale>
                                      <p:cBhvr>
                                        <p:cTn id="35" dur="26">
                                          <p:stCondLst>
                                            <p:cond delay="1312"/>
                                          </p:stCondLst>
                                        </p:cTn>
                                        <p:tgtEl>
                                          <p:spTgt spid="3">
                                            <p:txEl>
                                              <p:pRg st="2" end="2"/>
                                            </p:txEl>
                                          </p:spTgt>
                                        </p:tgtEl>
                                      </p:cBhvr>
                                      <p:to x="100000" y="80000"/>
                                    </p:animScale>
                                    <p:animScale>
                                      <p:cBhvr>
                                        <p:cTn id="36" dur="166" decel="50000">
                                          <p:stCondLst>
                                            <p:cond delay="1338"/>
                                          </p:stCondLst>
                                        </p:cTn>
                                        <p:tgtEl>
                                          <p:spTgt spid="3">
                                            <p:txEl>
                                              <p:pRg st="2" end="2"/>
                                            </p:txEl>
                                          </p:spTgt>
                                        </p:tgtEl>
                                      </p:cBhvr>
                                      <p:to x="100000" y="100000"/>
                                    </p:animScale>
                                    <p:animScale>
                                      <p:cBhvr>
                                        <p:cTn id="37" dur="26">
                                          <p:stCondLst>
                                            <p:cond delay="1642"/>
                                          </p:stCondLst>
                                        </p:cTn>
                                        <p:tgtEl>
                                          <p:spTgt spid="3">
                                            <p:txEl>
                                              <p:pRg st="2" end="2"/>
                                            </p:txEl>
                                          </p:spTgt>
                                        </p:tgtEl>
                                      </p:cBhvr>
                                      <p:to x="100000" y="90000"/>
                                    </p:animScale>
                                    <p:animScale>
                                      <p:cBhvr>
                                        <p:cTn id="38" dur="166" decel="50000">
                                          <p:stCondLst>
                                            <p:cond delay="1668"/>
                                          </p:stCondLst>
                                        </p:cTn>
                                        <p:tgtEl>
                                          <p:spTgt spid="3">
                                            <p:txEl>
                                              <p:pRg st="2" end="2"/>
                                            </p:txEl>
                                          </p:spTgt>
                                        </p:tgtEl>
                                      </p:cBhvr>
                                      <p:to x="100000" y="100000"/>
                                    </p:animScale>
                                    <p:animScale>
                                      <p:cBhvr>
                                        <p:cTn id="39" dur="26">
                                          <p:stCondLst>
                                            <p:cond delay="1808"/>
                                          </p:stCondLst>
                                        </p:cTn>
                                        <p:tgtEl>
                                          <p:spTgt spid="3">
                                            <p:txEl>
                                              <p:pRg st="2" end="2"/>
                                            </p:txEl>
                                          </p:spTgt>
                                        </p:tgtEl>
                                      </p:cBhvr>
                                      <p:to x="100000" y="95000"/>
                                    </p:animScale>
                                    <p:animScale>
                                      <p:cBhvr>
                                        <p:cTn id="40" dur="166" decel="50000">
                                          <p:stCondLst>
                                            <p:cond delay="1834"/>
                                          </p:stCondLst>
                                        </p:cTn>
                                        <p:tgtEl>
                                          <p:spTgt spid="3">
                                            <p:txEl>
                                              <p:pRg st="2" end="2"/>
                                            </p:txEl>
                                          </p:spTgt>
                                        </p:tgtEl>
                                      </p:cBhvr>
                                      <p:to x="100000" y="100000"/>
                                    </p:animScale>
                                  </p:childTnLst>
                                </p:cTn>
                              </p:par>
                              <p:par>
                                <p:cTn id="41" presetID="26" presetClass="entr"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down)">
                                      <p:cBhvr>
                                        <p:cTn id="43" dur="580">
                                          <p:stCondLst>
                                            <p:cond delay="0"/>
                                          </p:stCondLst>
                                        </p:cTn>
                                        <p:tgtEl>
                                          <p:spTgt spid="3">
                                            <p:txEl>
                                              <p:pRg st="3" end="3"/>
                                            </p:txEl>
                                          </p:spTgt>
                                        </p:tgtEl>
                                      </p:cBhvr>
                                    </p:animEffect>
                                    <p:anim calcmode="lin" valueType="num">
                                      <p:cBhvr>
                                        <p:cTn id="4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3" end="3"/>
                                            </p:txEl>
                                          </p:spTgt>
                                        </p:tgtEl>
                                      </p:cBhvr>
                                      <p:to x="100000" y="60000"/>
                                    </p:animScale>
                                    <p:animScale>
                                      <p:cBhvr>
                                        <p:cTn id="50" dur="166" decel="50000">
                                          <p:stCondLst>
                                            <p:cond delay="676"/>
                                          </p:stCondLst>
                                        </p:cTn>
                                        <p:tgtEl>
                                          <p:spTgt spid="3">
                                            <p:txEl>
                                              <p:pRg st="3" end="3"/>
                                            </p:txEl>
                                          </p:spTgt>
                                        </p:tgtEl>
                                      </p:cBhvr>
                                      <p:to x="100000" y="100000"/>
                                    </p:animScale>
                                    <p:animScale>
                                      <p:cBhvr>
                                        <p:cTn id="51" dur="26">
                                          <p:stCondLst>
                                            <p:cond delay="1312"/>
                                          </p:stCondLst>
                                        </p:cTn>
                                        <p:tgtEl>
                                          <p:spTgt spid="3">
                                            <p:txEl>
                                              <p:pRg st="3" end="3"/>
                                            </p:txEl>
                                          </p:spTgt>
                                        </p:tgtEl>
                                      </p:cBhvr>
                                      <p:to x="100000" y="80000"/>
                                    </p:animScale>
                                    <p:animScale>
                                      <p:cBhvr>
                                        <p:cTn id="52" dur="166" decel="50000">
                                          <p:stCondLst>
                                            <p:cond delay="1338"/>
                                          </p:stCondLst>
                                        </p:cTn>
                                        <p:tgtEl>
                                          <p:spTgt spid="3">
                                            <p:txEl>
                                              <p:pRg st="3" end="3"/>
                                            </p:txEl>
                                          </p:spTgt>
                                        </p:tgtEl>
                                      </p:cBhvr>
                                      <p:to x="100000" y="100000"/>
                                    </p:animScale>
                                    <p:animScale>
                                      <p:cBhvr>
                                        <p:cTn id="53" dur="26">
                                          <p:stCondLst>
                                            <p:cond delay="1642"/>
                                          </p:stCondLst>
                                        </p:cTn>
                                        <p:tgtEl>
                                          <p:spTgt spid="3">
                                            <p:txEl>
                                              <p:pRg st="3" end="3"/>
                                            </p:txEl>
                                          </p:spTgt>
                                        </p:tgtEl>
                                      </p:cBhvr>
                                      <p:to x="100000" y="90000"/>
                                    </p:animScale>
                                    <p:animScale>
                                      <p:cBhvr>
                                        <p:cTn id="54" dur="166" decel="50000">
                                          <p:stCondLst>
                                            <p:cond delay="1668"/>
                                          </p:stCondLst>
                                        </p:cTn>
                                        <p:tgtEl>
                                          <p:spTgt spid="3">
                                            <p:txEl>
                                              <p:pRg st="3" end="3"/>
                                            </p:txEl>
                                          </p:spTgt>
                                        </p:tgtEl>
                                      </p:cBhvr>
                                      <p:to x="100000" y="100000"/>
                                    </p:animScale>
                                    <p:animScale>
                                      <p:cBhvr>
                                        <p:cTn id="55" dur="26">
                                          <p:stCondLst>
                                            <p:cond delay="1808"/>
                                          </p:stCondLst>
                                        </p:cTn>
                                        <p:tgtEl>
                                          <p:spTgt spid="3">
                                            <p:txEl>
                                              <p:pRg st="3" end="3"/>
                                            </p:txEl>
                                          </p:spTgt>
                                        </p:tgtEl>
                                      </p:cBhvr>
                                      <p:to x="100000" y="95000"/>
                                    </p:animScale>
                                    <p:animScale>
                                      <p:cBhvr>
                                        <p:cTn id="56" dur="166" decel="50000">
                                          <p:stCondLst>
                                            <p:cond delay="1834"/>
                                          </p:stCondLst>
                                        </p:cTn>
                                        <p:tgtEl>
                                          <p:spTgt spid="3">
                                            <p:txEl>
                                              <p:pRg st="3" end="3"/>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fade">
                                      <p:cBhvr>
                                        <p:cTn id="61" dur="1000"/>
                                        <p:tgtEl>
                                          <p:spTgt spid="5"/>
                                        </p:tgtEl>
                                      </p:cBhvr>
                                    </p:animEffect>
                                    <p:anim calcmode="lin" valueType="num">
                                      <p:cBhvr>
                                        <p:cTn id="62" dur="1000" fill="hold"/>
                                        <p:tgtEl>
                                          <p:spTgt spid="5"/>
                                        </p:tgtEl>
                                        <p:attrNameLst>
                                          <p:attrName>ppt_x</p:attrName>
                                        </p:attrNameLst>
                                      </p:cBhvr>
                                      <p:tavLst>
                                        <p:tav tm="0">
                                          <p:val>
                                            <p:strVal val="#ppt_x"/>
                                          </p:val>
                                        </p:tav>
                                        <p:tav tm="100000">
                                          <p:val>
                                            <p:strVal val="#ppt_x"/>
                                          </p:val>
                                        </p:tav>
                                      </p:tavLst>
                                    </p:anim>
                                    <p:anim calcmode="lin" valueType="num">
                                      <p:cBhvr>
                                        <p:cTn id="6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2"/>
          </p:nvPr>
        </p:nvSpPr>
        <p:spPr/>
        <p:txBody>
          <a:bodyPr/>
          <a:lstStyle/>
          <a:p>
            <a:r>
              <a:rPr lang="en-US" dirty="0"/>
              <a:t>Make it something you are interested in. </a:t>
            </a:r>
          </a:p>
          <a:p>
            <a:pPr lvl="1"/>
            <a:r>
              <a:rPr lang="en-US" dirty="0" smtClean="0"/>
              <a:t>Ex</a:t>
            </a:r>
            <a:r>
              <a:rPr lang="en-US" dirty="0"/>
              <a:t>. Genocide is the answer to the world over-population. Why is beauty determined by the media? </a:t>
            </a:r>
          </a:p>
          <a:p>
            <a:endParaRPr lang="en-US" dirty="0"/>
          </a:p>
        </p:txBody>
      </p:sp>
      <p:sp>
        <p:nvSpPr>
          <p:cNvPr id="3" name="Content Placeholder 2"/>
          <p:cNvSpPr>
            <a:spLocks noGrp="1"/>
          </p:cNvSpPr>
          <p:nvPr>
            <p:ph sz="half" idx="1"/>
          </p:nvPr>
        </p:nvSpPr>
        <p:spPr/>
        <p:txBody>
          <a:bodyPr>
            <a:normAutofit/>
          </a:bodyPr>
          <a:lstStyle/>
          <a:p>
            <a:r>
              <a:rPr lang="en-US" dirty="0"/>
              <a:t> Make it global.  </a:t>
            </a:r>
          </a:p>
          <a:p>
            <a:pPr lvl="1"/>
            <a:r>
              <a:rPr lang="en-US" dirty="0" smtClean="0"/>
              <a:t>Ex</a:t>
            </a:r>
            <a:r>
              <a:rPr lang="en-US" dirty="0"/>
              <a:t>. Is the movement of refugees shaping the global economy?</a:t>
            </a:r>
          </a:p>
          <a:p>
            <a:r>
              <a:rPr lang="en-US" dirty="0"/>
              <a:t> Make it original.  </a:t>
            </a:r>
          </a:p>
          <a:p>
            <a:pPr lvl="1"/>
            <a:r>
              <a:rPr lang="en-US" dirty="0"/>
              <a:t>Ex. Is female genital mutilation a global concern?  </a:t>
            </a:r>
          </a:p>
          <a:p>
            <a:endParaRPr lang="en-US" dirty="0"/>
          </a:p>
          <a:p>
            <a:endParaRPr lang="en-US" dirty="0"/>
          </a:p>
        </p:txBody>
      </p:sp>
      <p:sp>
        <p:nvSpPr>
          <p:cNvPr id="4" name="Title 3"/>
          <p:cNvSpPr>
            <a:spLocks noGrp="1"/>
          </p:cNvSpPr>
          <p:nvPr>
            <p:ph type="title"/>
          </p:nvPr>
        </p:nvSpPr>
        <p:spPr/>
        <p:txBody>
          <a:bodyPr/>
          <a:lstStyle/>
          <a:p>
            <a:r>
              <a:rPr lang="en-US" dirty="0" smtClean="0"/>
              <a:t>WHAT YOU NEED TO do!!!!</a:t>
            </a:r>
            <a:endParaRPr lang="en-US" dirty="0"/>
          </a:p>
        </p:txBody>
      </p:sp>
    </p:spTree>
    <p:extLst>
      <p:ext uri="{BB962C8B-B14F-4D97-AF65-F5344CB8AC3E}">
        <p14:creationId xmlns:p14="http://schemas.microsoft.com/office/powerpoint/2010/main" val="204001834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heel(1)">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barn(inVertical)">
                                      <p:cBhvr>
                                        <p:cTn id="21" dur="5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fade">
                                      <p:cBhvr>
                                        <p:cTn id="26"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title="SmartArt sample"/>
          <p:cNvGraphicFramePr>
            <a:graphicFrameLocks noGrp="1"/>
          </p:cNvGraphicFramePr>
          <p:nvPr>
            <p:ph sz="half" idx="2"/>
            <p:extLst>
              <p:ext uri="{D42A27DB-BD31-4B8C-83A1-F6EECF244321}">
                <p14:modId xmlns:p14="http://schemas.microsoft.com/office/powerpoint/2010/main" val="2862041411"/>
              </p:ext>
            </p:extLst>
          </p:nvPr>
        </p:nvGraphicFramePr>
        <p:xfrm>
          <a:off x="4876800" y="1603374"/>
          <a:ext cx="7696200" cy="4588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ontent Placeholder 9"/>
          <p:cNvSpPr>
            <a:spLocks noGrp="1"/>
          </p:cNvSpPr>
          <p:nvPr>
            <p:ph sz="half" idx="1"/>
          </p:nvPr>
        </p:nvSpPr>
        <p:spPr/>
        <p:txBody>
          <a:bodyPr/>
          <a:lstStyle/>
          <a:p>
            <a:r>
              <a:rPr lang="en-US" dirty="0" smtClean="0"/>
              <a:t>If you follow all these guidelines, you will be fine!!!</a:t>
            </a:r>
          </a:p>
          <a:p>
            <a:r>
              <a:rPr lang="en-US" dirty="0" smtClean="0"/>
              <a:t>GOOD LUCK!!!</a:t>
            </a:r>
          </a:p>
          <a:p>
            <a:pPr marL="530352" lvl="2" indent="0">
              <a:buNone/>
            </a:pPr>
            <a:r>
              <a:rPr lang="en-US" dirty="0"/>
              <a:t>“Believe in yourself. You are braver than you think, more talented than you know, and capable of more than you imagine.” </a:t>
            </a:r>
            <a:r>
              <a:rPr lang="en-US" dirty="0" smtClean="0"/>
              <a:t>― </a:t>
            </a:r>
            <a:r>
              <a:rPr lang="en-US" dirty="0"/>
              <a:t>Roy T. Bennett, The Light in the Heart </a:t>
            </a:r>
            <a:endParaRPr lang="en-US" dirty="0" smtClean="0"/>
          </a:p>
        </p:txBody>
      </p:sp>
      <p:sp>
        <p:nvSpPr>
          <p:cNvPr id="2" name="Title 1"/>
          <p:cNvSpPr>
            <a:spLocks noGrp="1"/>
          </p:cNvSpPr>
          <p:nvPr>
            <p:ph type="title"/>
          </p:nvPr>
        </p:nvSpPr>
        <p:spPr/>
        <p:txBody>
          <a:bodyPr/>
          <a:lstStyle/>
          <a:p>
            <a:r>
              <a:rPr lang="en-US" dirty="0" smtClean="0"/>
              <a:t>You will do great!!</a:t>
            </a:r>
            <a:endParaRPr lang="en-US" dirty="0"/>
          </a:p>
        </p:txBody>
      </p:sp>
      <p:pic>
        <p:nvPicPr>
          <p:cNvPr id="3" name="Picture 2"/>
          <p:cNvPicPr>
            <a:picLocks noChangeAspect="1"/>
          </p:cNvPicPr>
          <p:nvPr/>
        </p:nvPicPr>
        <p:blipFill>
          <a:blip r:embed="rId8"/>
          <a:stretch>
            <a:fillRect/>
          </a:stretch>
        </p:blipFill>
        <p:spPr>
          <a:xfrm>
            <a:off x="5257800" y="5029200"/>
            <a:ext cx="978396" cy="694050"/>
          </a:xfrm>
          <a:prstGeom prst="rect">
            <a:avLst/>
          </a:prstGeom>
        </p:spPr>
      </p:pic>
      <p:pic>
        <p:nvPicPr>
          <p:cNvPr id="4" name="Picture 3"/>
          <p:cNvPicPr>
            <a:picLocks noChangeAspect="1"/>
          </p:cNvPicPr>
          <p:nvPr/>
        </p:nvPicPr>
        <p:blipFill>
          <a:blip r:embed="rId9"/>
          <a:stretch>
            <a:fillRect/>
          </a:stretch>
        </p:blipFill>
        <p:spPr>
          <a:xfrm>
            <a:off x="7772400" y="2514600"/>
            <a:ext cx="876300" cy="876300"/>
          </a:xfrm>
          <a:prstGeom prst="rect">
            <a:avLst/>
          </a:prstGeom>
        </p:spPr>
      </p:pic>
      <p:pic>
        <p:nvPicPr>
          <p:cNvPr id="5" name="Picture 4"/>
          <p:cNvPicPr>
            <a:picLocks noChangeAspect="1"/>
          </p:cNvPicPr>
          <p:nvPr/>
        </p:nvPicPr>
        <p:blipFill>
          <a:blip r:embed="rId10"/>
          <a:stretch>
            <a:fillRect/>
          </a:stretch>
        </p:blipFill>
        <p:spPr>
          <a:xfrm>
            <a:off x="6934200" y="3908469"/>
            <a:ext cx="1009650" cy="1009650"/>
          </a:xfrm>
          <a:prstGeom prst="rect">
            <a:avLst/>
          </a:prstGeom>
        </p:spPr>
      </p:pic>
    </p:spTree>
    <p:extLst>
      <p:ext uri="{BB962C8B-B14F-4D97-AF65-F5344CB8AC3E}">
        <p14:creationId xmlns:p14="http://schemas.microsoft.com/office/powerpoint/2010/main" val="24686811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circle(in)">
                                      <p:cBhvr>
                                        <p:cTn id="14" dur="2000"/>
                                        <p:tgtEl>
                                          <p:spTgt spid="10">
                                            <p:txEl>
                                              <p:pRg st="1" end="1"/>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circle(in)">
                                      <p:cBhvr>
                                        <p:cTn id="17" dur="20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eers design templat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spDef>
      <a:spPr>
        <a:ln>
          <a:noFill/>
        </a:ln>
      </a:spPr>
      <a:bodyPr rtlCol="0" anchor="ctr"/>
      <a:lstStyle>
        <a:defPPr algn="ctr">
          <a:defRPr dirty="0"/>
        </a:defPPr>
      </a:lstStyle>
      <a:style>
        <a:lnRef idx="1">
          <a:schemeClr val="accent2"/>
        </a:lnRef>
        <a:fillRef idx="3">
          <a:schemeClr val="accent2"/>
        </a:fillRef>
        <a:effectRef idx="2">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xmlns="" name="Cheers design template" id="{EA53D6B0-FEE0-4DA1-9F61-74B6D0789E7F}" vid="{6E928643-8FFA-49A4-B8D6-6FEF41C8B5F6}"/>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9AE6F49-95DA-42EB-A0AF-1B0AAB7EB93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Cheers design slides</Template>
  <TotalTime>0</TotalTime>
  <Words>476</Words>
  <Application>Microsoft Office PowerPoint</Application>
  <PresentationFormat>Custom</PresentationFormat>
  <Paragraphs>55</Paragraphs>
  <Slides>7</Slides>
  <Notes>2</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Cheers design template</vt:lpstr>
      <vt:lpstr>AS Level Global Perspectives </vt:lpstr>
      <vt:lpstr>Its Time to figure out a question!         Don’t Panic!!</vt:lpstr>
      <vt:lpstr>PowerPoint Presentation</vt:lpstr>
      <vt:lpstr>What not to do!!</vt:lpstr>
      <vt:lpstr>WHAT YOU NEED TO DO!!!!</vt:lpstr>
      <vt:lpstr>WHAT YOU NEED TO do!!!!</vt:lpstr>
      <vt:lpstr>You will do great!!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2017-05-16T14:31:54Z</dcterms:created>
  <dcterms:modified xsi:type="dcterms:W3CDTF">2017-05-17T14:53:42Z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TC034605059991</vt:lpwstr>
  </property>
</Properties>
</file>